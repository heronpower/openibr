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79" r:id="rId5"/>
    <p:sldId id="268" r:id="rId6"/>
    <p:sldId id="257" r:id="rId7"/>
    <p:sldId id="258" r:id="rId8"/>
    <p:sldId id="259" r:id="rId9"/>
    <p:sldId id="269" r:id="rId10"/>
    <p:sldId id="260" r:id="rId11"/>
    <p:sldId id="261" r:id="rId12"/>
    <p:sldId id="264" r:id="rId13"/>
    <p:sldId id="263" r:id="rId14"/>
    <p:sldId id="280" r:id="rId15"/>
    <p:sldId id="270" r:id="rId16"/>
    <p:sldId id="266" r:id="rId17"/>
    <p:sldId id="281" r:id="rId18"/>
    <p:sldId id="271" r:id="rId19"/>
    <p:sldId id="272" r:id="rId20"/>
    <p:sldId id="2147473272" r:id="rId21"/>
    <p:sldId id="274" r:id="rId22"/>
    <p:sldId id="273" r:id="rId23"/>
    <p:sldId id="282" r:id="rId24"/>
    <p:sldId id="275" r:id="rId25"/>
    <p:sldId id="276" r:id="rId26"/>
    <p:sldId id="2147473268" r:id="rId27"/>
    <p:sldId id="277" r:id="rId28"/>
    <p:sldId id="2147473266" r:id="rId29"/>
    <p:sldId id="2147473273" r:id="rId30"/>
    <p:sldId id="2147473267" r:id="rId31"/>
    <p:sldId id="2147473269" r:id="rId32"/>
    <p:sldId id="2147473271" r:id="rId33"/>
    <p:sldId id="2147473270" r:id="rId34"/>
    <p:sldId id="278" r:id="rId35"/>
    <p:sldId id="267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23A55AE-544D-EADE-8717-E1B485616165}" name="Johnny Gannon" initials="JG" userId="S::johnny@heronpower.com::bfd22e44-02f4-4adf-96b5-fcc9efb483b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132"/>
    <a:srgbClr val="A6CAEC"/>
    <a:srgbClr val="FF0000"/>
    <a:srgbClr val="4EA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D85392-60D5-4F67-9E17-B96727C85F87}" v="84" dt="2025-10-03T00:27:40.0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52" autoAdjust="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8/10/relationships/authors" Target="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ssam Alatrash" userId="f1ca4837-04d9-4eef-a671-591897244e8b" providerId="ADAL" clId="{B40CCE24-1507-4096-A9B5-2186D003C2C0}"/>
    <pc:docChg chg="undo redo custSel addSld modSld">
      <pc:chgData name="Hussam Alatrash" userId="f1ca4837-04d9-4eef-a671-591897244e8b" providerId="ADAL" clId="{B40CCE24-1507-4096-A9B5-2186D003C2C0}" dt="2024-12-03T00:13:43.742" v="511" actId="1076"/>
      <pc:docMkLst>
        <pc:docMk/>
      </pc:docMkLst>
      <pc:sldChg chg="addSp delSp modSp new mod modClrScheme chgLayout">
        <pc:chgData name="Hussam Alatrash" userId="f1ca4837-04d9-4eef-a671-591897244e8b" providerId="ADAL" clId="{B40CCE24-1507-4096-A9B5-2186D003C2C0}" dt="2024-12-02T06:49:22.871" v="253" actId="207"/>
        <pc:sldMkLst>
          <pc:docMk/>
          <pc:sldMk cId="1610768855" sldId="256"/>
        </pc:sldMkLst>
      </pc:sldChg>
      <pc:sldChg chg="addSp delSp modSp new mod">
        <pc:chgData name="Hussam Alatrash" userId="f1ca4837-04d9-4eef-a671-591897244e8b" providerId="ADAL" clId="{B40CCE24-1507-4096-A9B5-2186D003C2C0}" dt="2024-12-03T00:13:43.742" v="511" actId="1076"/>
        <pc:sldMkLst>
          <pc:docMk/>
          <pc:sldMk cId="1163677253" sldId="257"/>
        </pc:sldMkLst>
      </pc:sldChg>
    </pc:docChg>
  </pc:docChgLst>
  <pc:docChgLst>
    <pc:chgData name="Hussam Alatrash" userId="f1ca4837-04d9-4eef-a671-591897244e8b" providerId="ADAL" clId="{2693F6F9-1AEE-4D09-A96D-8297B3C3C606}"/>
    <pc:docChg chg="undo redo custSel addSld modSld">
      <pc:chgData name="Hussam Alatrash" userId="f1ca4837-04d9-4eef-a671-591897244e8b" providerId="ADAL" clId="{2693F6F9-1AEE-4D09-A96D-8297B3C3C606}" dt="2025-01-27T17:56:36.141" v="675" actId="208"/>
      <pc:docMkLst>
        <pc:docMk/>
      </pc:docMkLst>
      <pc:sldChg chg="addSp delSp modSp new mod">
        <pc:chgData name="Hussam Alatrash" userId="f1ca4837-04d9-4eef-a671-591897244e8b" providerId="ADAL" clId="{2693F6F9-1AEE-4D09-A96D-8297B3C3C606}" dt="2025-01-27T17:56:36.141" v="675" actId="208"/>
        <pc:sldMkLst>
          <pc:docMk/>
          <pc:sldMk cId="926299862" sldId="267"/>
        </pc:sldMkLst>
      </pc:sldChg>
    </pc:docChg>
  </pc:docChgLst>
  <pc:docChgLst>
    <pc:chgData name="Hussam Alatrash" userId="f1ca4837-04d9-4eef-a671-591897244e8b" providerId="ADAL" clId="{EBEA55E4-DD49-4E57-8861-538E54472A94}"/>
    <pc:docChg chg="undo custSel addSld modSld">
      <pc:chgData name="Hussam Alatrash" userId="f1ca4837-04d9-4eef-a671-591897244e8b" providerId="ADAL" clId="{EBEA55E4-DD49-4E57-8861-538E54472A94}" dt="2025-10-03T00:27:40.021" v="1203" actId="164"/>
      <pc:docMkLst>
        <pc:docMk/>
      </pc:docMkLst>
      <pc:sldChg chg="addSp delSp modSp mod">
        <pc:chgData name="Hussam Alatrash" userId="f1ca4837-04d9-4eef-a671-591897244e8b" providerId="ADAL" clId="{EBEA55E4-DD49-4E57-8861-538E54472A94}" dt="2025-10-02T17:18:21.036" v="71" actId="207"/>
        <pc:sldMkLst>
          <pc:docMk/>
          <pc:sldMk cId="1995900745" sldId="271"/>
        </pc:sldMkLst>
        <pc:spChg chg="add mod">
          <ac:chgData name="Hussam Alatrash" userId="f1ca4837-04d9-4eef-a671-591897244e8b" providerId="ADAL" clId="{EBEA55E4-DD49-4E57-8861-538E54472A94}" dt="2025-10-02T17:17:26.978" v="70" actId="164"/>
          <ac:spMkLst>
            <pc:docMk/>
            <pc:sldMk cId="1995900745" sldId="271"/>
            <ac:spMk id="30" creationId="{FC214546-C5AB-0893-9182-11DCA6C6C3FF}"/>
          </ac:spMkLst>
        </pc:spChg>
        <pc:spChg chg="add mod">
          <ac:chgData name="Hussam Alatrash" userId="f1ca4837-04d9-4eef-a671-591897244e8b" providerId="ADAL" clId="{EBEA55E4-DD49-4E57-8861-538E54472A94}" dt="2025-10-02T17:18:21.036" v="71" actId="207"/>
          <ac:spMkLst>
            <pc:docMk/>
            <pc:sldMk cId="1995900745" sldId="271"/>
            <ac:spMk id="33" creationId="{4D18D4C1-C09E-FDD9-1751-E57086312FBF}"/>
          </ac:spMkLst>
        </pc:spChg>
        <pc:spChg chg="mod">
          <ac:chgData name="Hussam Alatrash" userId="f1ca4837-04d9-4eef-a671-591897244e8b" providerId="ADAL" clId="{EBEA55E4-DD49-4E57-8861-538E54472A94}" dt="2025-10-02T17:17:26.978" v="70" actId="164"/>
          <ac:spMkLst>
            <pc:docMk/>
            <pc:sldMk cId="1995900745" sldId="271"/>
            <ac:spMk id="75" creationId="{3EE3C3B8-DC39-C6AC-C963-266AE64BABF5}"/>
          </ac:spMkLst>
        </pc:spChg>
        <pc:spChg chg="mod">
          <ac:chgData name="Hussam Alatrash" userId="f1ca4837-04d9-4eef-a671-591897244e8b" providerId="ADAL" clId="{EBEA55E4-DD49-4E57-8861-538E54472A94}" dt="2025-10-02T17:17:26.978" v="70" actId="164"/>
          <ac:spMkLst>
            <pc:docMk/>
            <pc:sldMk cId="1995900745" sldId="271"/>
            <ac:spMk id="94" creationId="{3C1BDDDC-5E68-BDF5-8FF1-E4E0DD92E670}"/>
          </ac:spMkLst>
        </pc:spChg>
        <pc:spChg chg="mod">
          <ac:chgData name="Hussam Alatrash" userId="f1ca4837-04d9-4eef-a671-591897244e8b" providerId="ADAL" clId="{EBEA55E4-DD49-4E57-8861-538E54472A94}" dt="2025-10-02T17:17:26.978" v="70" actId="164"/>
          <ac:spMkLst>
            <pc:docMk/>
            <pc:sldMk cId="1995900745" sldId="271"/>
            <ac:spMk id="100" creationId="{A8521A57-5634-E651-6328-228F9D1252CF}"/>
          </ac:spMkLst>
        </pc:spChg>
        <pc:spChg chg="mod">
          <ac:chgData name="Hussam Alatrash" userId="f1ca4837-04d9-4eef-a671-591897244e8b" providerId="ADAL" clId="{EBEA55E4-DD49-4E57-8861-538E54472A94}" dt="2025-10-02T17:17:26.978" v="70" actId="164"/>
          <ac:spMkLst>
            <pc:docMk/>
            <pc:sldMk cId="1995900745" sldId="271"/>
            <ac:spMk id="101" creationId="{BA0040EF-4F76-8C79-0124-CD3611518E12}"/>
          </ac:spMkLst>
        </pc:spChg>
        <pc:spChg chg="mod">
          <ac:chgData name="Hussam Alatrash" userId="f1ca4837-04d9-4eef-a671-591897244e8b" providerId="ADAL" clId="{EBEA55E4-DD49-4E57-8861-538E54472A94}" dt="2025-10-02T17:17:26.978" v="70" actId="164"/>
          <ac:spMkLst>
            <pc:docMk/>
            <pc:sldMk cId="1995900745" sldId="271"/>
            <ac:spMk id="102" creationId="{E7C0A425-EBD2-A939-8D6D-EB3F962FF91C}"/>
          </ac:spMkLst>
        </pc:spChg>
        <pc:spChg chg="mod">
          <ac:chgData name="Hussam Alatrash" userId="f1ca4837-04d9-4eef-a671-591897244e8b" providerId="ADAL" clId="{EBEA55E4-DD49-4E57-8861-538E54472A94}" dt="2025-10-02T17:17:26.978" v="70" actId="164"/>
          <ac:spMkLst>
            <pc:docMk/>
            <pc:sldMk cId="1995900745" sldId="271"/>
            <ac:spMk id="126" creationId="{79A9A506-F017-3BC7-DADE-AE5A030D5C6A}"/>
          </ac:spMkLst>
        </pc:spChg>
        <pc:spChg chg="mod">
          <ac:chgData name="Hussam Alatrash" userId="f1ca4837-04d9-4eef-a671-591897244e8b" providerId="ADAL" clId="{EBEA55E4-DD49-4E57-8861-538E54472A94}" dt="2025-10-02T17:17:26.978" v="70" actId="164"/>
          <ac:spMkLst>
            <pc:docMk/>
            <pc:sldMk cId="1995900745" sldId="271"/>
            <ac:spMk id="131" creationId="{713A1889-4D65-3DD4-16D9-30B78D498892}"/>
          </ac:spMkLst>
        </pc:spChg>
        <pc:grpChg chg="mod">
          <ac:chgData name="Hussam Alatrash" userId="f1ca4837-04d9-4eef-a671-591897244e8b" providerId="ADAL" clId="{EBEA55E4-DD49-4E57-8861-538E54472A94}" dt="2025-10-02T17:17:26.978" v="70" actId="164"/>
          <ac:grpSpMkLst>
            <pc:docMk/>
            <pc:sldMk cId="1995900745" sldId="271"/>
            <ac:grpSpMk id="77" creationId="{C32567D5-0DC8-598D-15C4-B6C12554E1F8}"/>
          </ac:grpSpMkLst>
        </pc:grpChg>
        <pc:cxnChg chg="add mod">
          <ac:chgData name="Hussam Alatrash" userId="f1ca4837-04d9-4eef-a671-591897244e8b" providerId="ADAL" clId="{EBEA55E4-DD49-4E57-8861-538E54472A94}" dt="2025-10-02T17:16:29.154" v="43" actId="1076"/>
          <ac:cxnSpMkLst>
            <pc:docMk/>
            <pc:sldMk cId="1995900745" sldId="271"/>
            <ac:cxnSpMk id="31" creationId="{99B342A3-EC98-7D79-E0E6-3E8F220F6F09}"/>
          </ac:cxnSpMkLst>
        </pc:cxnChg>
        <pc:cxnChg chg="del">
          <ac:chgData name="Hussam Alatrash" userId="f1ca4837-04d9-4eef-a671-591897244e8b" providerId="ADAL" clId="{EBEA55E4-DD49-4E57-8861-538E54472A94}" dt="2025-10-02T17:16:56.875" v="63" actId="478"/>
          <ac:cxnSpMkLst>
            <pc:docMk/>
            <pc:sldMk cId="1995900745" sldId="271"/>
            <ac:cxnSpMk id="93" creationId="{907CC2BF-7663-FB2C-A6E9-6A3A829EC065}"/>
          </ac:cxnSpMkLst>
        </pc:cxnChg>
        <pc:cxnChg chg="add del mod">
          <ac:chgData name="Hussam Alatrash" userId="f1ca4837-04d9-4eef-a671-591897244e8b" providerId="ADAL" clId="{EBEA55E4-DD49-4E57-8861-538E54472A94}" dt="2025-10-02T17:17:20.636" v="69" actId="1036"/>
          <ac:cxnSpMkLst>
            <pc:docMk/>
            <pc:sldMk cId="1995900745" sldId="271"/>
            <ac:cxnSpMk id="95" creationId="{8DE8CEBA-B8A8-4CD2-2848-D45DC547FA6E}"/>
          </ac:cxnSpMkLst>
        </pc:cxnChg>
      </pc:sldChg>
      <pc:sldChg chg="addSp modSp new mod">
        <pc:chgData name="Hussam Alatrash" userId="f1ca4837-04d9-4eef-a671-591897244e8b" providerId="ADAL" clId="{EBEA55E4-DD49-4E57-8861-538E54472A94}" dt="2025-10-02T18:35:46.270" v="983" actId="20577"/>
        <pc:sldMkLst>
          <pc:docMk/>
          <pc:sldMk cId="1867221568" sldId="273"/>
        </pc:sldMkLst>
        <pc:spChg chg="add mod">
          <ac:chgData name="Hussam Alatrash" userId="f1ca4837-04d9-4eef-a671-591897244e8b" providerId="ADAL" clId="{EBEA55E4-DD49-4E57-8861-538E54472A94}" dt="2025-10-02T17:53:50.727" v="942" actId="1038"/>
          <ac:spMkLst>
            <pc:docMk/>
            <pc:sldMk cId="1867221568" sldId="273"/>
            <ac:spMk id="2" creationId="{8D375DDF-AA63-B26C-0866-63DAD2CA8DE0}"/>
          </ac:spMkLst>
        </pc:spChg>
        <pc:spChg chg="add mod">
          <ac:chgData name="Hussam Alatrash" userId="f1ca4837-04d9-4eef-a671-591897244e8b" providerId="ADAL" clId="{EBEA55E4-DD49-4E57-8861-538E54472A94}" dt="2025-10-02T17:53:50.727" v="942" actId="1038"/>
          <ac:spMkLst>
            <pc:docMk/>
            <pc:sldMk cId="1867221568" sldId="273"/>
            <ac:spMk id="3" creationId="{174E9742-D4AA-5384-1E79-57A9AAD2ACFE}"/>
          </ac:spMkLst>
        </pc:spChg>
        <pc:spChg chg="add mod">
          <ac:chgData name="Hussam Alatrash" userId="f1ca4837-04d9-4eef-a671-591897244e8b" providerId="ADAL" clId="{EBEA55E4-DD49-4E57-8861-538E54472A94}" dt="2025-10-02T17:48:13.130" v="799" actId="20577"/>
          <ac:spMkLst>
            <pc:docMk/>
            <pc:sldMk cId="1867221568" sldId="273"/>
            <ac:spMk id="4" creationId="{55814BD9-133C-0127-CE60-C6A9044B245A}"/>
          </ac:spMkLst>
        </pc:spChg>
        <pc:spChg chg="add mod">
          <ac:chgData name="Hussam Alatrash" userId="f1ca4837-04d9-4eef-a671-591897244e8b" providerId="ADAL" clId="{EBEA55E4-DD49-4E57-8861-538E54472A94}" dt="2025-10-02T17:53:50.727" v="942" actId="1038"/>
          <ac:spMkLst>
            <pc:docMk/>
            <pc:sldMk cId="1867221568" sldId="273"/>
            <ac:spMk id="5" creationId="{4B21DB85-EEB7-395F-A3B0-81B295F4E1B3}"/>
          </ac:spMkLst>
        </pc:spChg>
        <pc:spChg chg="add mod">
          <ac:chgData name="Hussam Alatrash" userId="f1ca4837-04d9-4eef-a671-591897244e8b" providerId="ADAL" clId="{EBEA55E4-DD49-4E57-8861-538E54472A94}" dt="2025-10-02T17:53:50.727" v="942" actId="1038"/>
          <ac:spMkLst>
            <pc:docMk/>
            <pc:sldMk cId="1867221568" sldId="273"/>
            <ac:spMk id="6" creationId="{91738BD9-6A9E-897A-C5BD-80FD5DDB2017}"/>
          </ac:spMkLst>
        </pc:spChg>
        <pc:spChg chg="add mod">
          <ac:chgData name="Hussam Alatrash" userId="f1ca4837-04d9-4eef-a671-591897244e8b" providerId="ADAL" clId="{EBEA55E4-DD49-4E57-8861-538E54472A94}" dt="2025-10-02T17:43:33.887" v="585" actId="404"/>
          <ac:spMkLst>
            <pc:docMk/>
            <pc:sldMk cId="1867221568" sldId="273"/>
            <ac:spMk id="7" creationId="{1F6A3992-F9C4-3A73-37E1-BA43F43D0265}"/>
          </ac:spMkLst>
        </pc:spChg>
        <pc:spChg chg="add mod">
          <ac:chgData name="Hussam Alatrash" userId="f1ca4837-04d9-4eef-a671-591897244e8b" providerId="ADAL" clId="{EBEA55E4-DD49-4E57-8861-538E54472A94}" dt="2025-10-02T17:43:33.887" v="585" actId="404"/>
          <ac:spMkLst>
            <pc:docMk/>
            <pc:sldMk cId="1867221568" sldId="273"/>
            <ac:spMk id="8" creationId="{C274D5D5-E7D1-F216-8440-0BE425E1F562}"/>
          </ac:spMkLst>
        </pc:spChg>
        <pc:spChg chg="add mod">
          <ac:chgData name="Hussam Alatrash" userId="f1ca4837-04d9-4eef-a671-591897244e8b" providerId="ADAL" clId="{EBEA55E4-DD49-4E57-8861-538E54472A94}" dt="2025-10-02T17:53:50.727" v="942" actId="1038"/>
          <ac:spMkLst>
            <pc:docMk/>
            <pc:sldMk cId="1867221568" sldId="273"/>
            <ac:spMk id="9" creationId="{BE3708CC-561E-F9CE-4375-BA7E6E663755}"/>
          </ac:spMkLst>
        </pc:spChg>
        <pc:spChg chg="add mod">
          <ac:chgData name="Hussam Alatrash" userId="f1ca4837-04d9-4eef-a671-591897244e8b" providerId="ADAL" clId="{EBEA55E4-DD49-4E57-8861-538E54472A94}" dt="2025-10-02T17:53:50.727" v="942" actId="1038"/>
          <ac:spMkLst>
            <pc:docMk/>
            <pc:sldMk cId="1867221568" sldId="273"/>
            <ac:spMk id="10" creationId="{A6FA07C2-82C2-86E7-711E-177BA17BB158}"/>
          </ac:spMkLst>
        </pc:spChg>
        <pc:spChg chg="add mod">
          <ac:chgData name="Hussam Alatrash" userId="f1ca4837-04d9-4eef-a671-591897244e8b" providerId="ADAL" clId="{EBEA55E4-DD49-4E57-8861-538E54472A94}" dt="2025-10-02T17:47:58.809" v="792" actId="20577"/>
          <ac:spMkLst>
            <pc:docMk/>
            <pc:sldMk cId="1867221568" sldId="273"/>
            <ac:spMk id="11" creationId="{4DB25962-9117-5599-BB19-A6E26621A837}"/>
          </ac:spMkLst>
        </pc:spChg>
        <pc:spChg chg="add mod">
          <ac:chgData name="Hussam Alatrash" userId="f1ca4837-04d9-4eef-a671-591897244e8b" providerId="ADAL" clId="{EBEA55E4-DD49-4E57-8861-538E54472A94}" dt="2025-10-02T17:53:50.727" v="942" actId="1038"/>
          <ac:spMkLst>
            <pc:docMk/>
            <pc:sldMk cId="1867221568" sldId="273"/>
            <ac:spMk id="12" creationId="{0ED489C4-C473-9C33-D188-0A48CAE89E0A}"/>
          </ac:spMkLst>
        </pc:spChg>
        <pc:spChg chg="add mod ord">
          <ac:chgData name="Hussam Alatrash" userId="f1ca4837-04d9-4eef-a671-591897244e8b" providerId="ADAL" clId="{EBEA55E4-DD49-4E57-8861-538E54472A94}" dt="2025-10-02T17:45:33.685" v="638" actId="14100"/>
          <ac:spMkLst>
            <pc:docMk/>
            <pc:sldMk cId="1867221568" sldId="273"/>
            <ac:spMk id="20" creationId="{D54A3172-EF38-E78B-1124-CA0350C2B633}"/>
          </ac:spMkLst>
        </pc:spChg>
        <pc:spChg chg="add mod">
          <ac:chgData name="Hussam Alatrash" userId="f1ca4837-04d9-4eef-a671-591897244e8b" providerId="ADAL" clId="{EBEA55E4-DD49-4E57-8861-538E54472A94}" dt="2025-10-02T17:45:31.153" v="637" actId="1036"/>
          <ac:spMkLst>
            <pc:docMk/>
            <pc:sldMk cId="1867221568" sldId="273"/>
            <ac:spMk id="23" creationId="{3AAC2FD5-D5A0-1B68-3272-5626F82B5A54}"/>
          </ac:spMkLst>
        </pc:spChg>
        <pc:spChg chg="add mod">
          <ac:chgData name="Hussam Alatrash" userId="f1ca4837-04d9-4eef-a671-591897244e8b" providerId="ADAL" clId="{EBEA55E4-DD49-4E57-8861-538E54472A94}" dt="2025-10-02T17:47:13.946" v="721" actId="14100"/>
          <ac:spMkLst>
            <pc:docMk/>
            <pc:sldMk cId="1867221568" sldId="273"/>
            <ac:spMk id="24" creationId="{0203FFDA-A4ED-0F93-88C7-F21198AD95C5}"/>
          </ac:spMkLst>
        </pc:spChg>
        <pc:spChg chg="add mod">
          <ac:chgData name="Hussam Alatrash" userId="f1ca4837-04d9-4eef-a671-591897244e8b" providerId="ADAL" clId="{EBEA55E4-DD49-4E57-8861-538E54472A94}" dt="2025-10-02T17:53:50.727" v="942" actId="1038"/>
          <ac:spMkLst>
            <pc:docMk/>
            <pc:sldMk cId="1867221568" sldId="273"/>
            <ac:spMk id="25" creationId="{87E8399F-CEB5-B1C9-825C-8ABD4E31326E}"/>
          </ac:spMkLst>
        </pc:spChg>
        <pc:spChg chg="add mod">
          <ac:chgData name="Hussam Alatrash" userId="f1ca4837-04d9-4eef-a671-591897244e8b" providerId="ADAL" clId="{EBEA55E4-DD49-4E57-8861-538E54472A94}" dt="2025-10-02T17:53:50.727" v="942" actId="1038"/>
          <ac:spMkLst>
            <pc:docMk/>
            <pc:sldMk cId="1867221568" sldId="273"/>
            <ac:spMk id="26" creationId="{F942E610-3334-3F6D-8F35-82A495B1599E}"/>
          </ac:spMkLst>
        </pc:spChg>
        <pc:spChg chg="add mod">
          <ac:chgData name="Hussam Alatrash" userId="f1ca4837-04d9-4eef-a671-591897244e8b" providerId="ADAL" clId="{EBEA55E4-DD49-4E57-8861-538E54472A94}" dt="2025-10-02T17:53:50.727" v="942" actId="1038"/>
          <ac:spMkLst>
            <pc:docMk/>
            <pc:sldMk cId="1867221568" sldId="273"/>
            <ac:spMk id="27" creationId="{D5264C2D-A2F0-9CDD-4AC4-108B26BF7377}"/>
          </ac:spMkLst>
        </pc:spChg>
        <pc:spChg chg="add mod">
          <ac:chgData name="Hussam Alatrash" userId="f1ca4837-04d9-4eef-a671-591897244e8b" providerId="ADAL" clId="{EBEA55E4-DD49-4E57-8861-538E54472A94}" dt="2025-10-02T17:47:36.737" v="786" actId="20577"/>
          <ac:spMkLst>
            <pc:docMk/>
            <pc:sldMk cId="1867221568" sldId="273"/>
            <ac:spMk id="28" creationId="{74B5A3BF-C89B-1CEF-BB33-E44D3ABAB019}"/>
          </ac:spMkLst>
        </pc:spChg>
        <pc:spChg chg="add mod">
          <ac:chgData name="Hussam Alatrash" userId="f1ca4837-04d9-4eef-a671-591897244e8b" providerId="ADAL" clId="{EBEA55E4-DD49-4E57-8861-538E54472A94}" dt="2025-10-02T18:35:46.270" v="983" actId="20577"/>
          <ac:spMkLst>
            <pc:docMk/>
            <pc:sldMk cId="1867221568" sldId="273"/>
            <ac:spMk id="29" creationId="{343CA101-C96B-D1F2-862D-C2FF347E5975}"/>
          </ac:spMkLst>
        </pc:spChg>
        <pc:spChg chg="add mod">
          <ac:chgData name="Hussam Alatrash" userId="f1ca4837-04d9-4eef-a671-591897244e8b" providerId="ADAL" clId="{EBEA55E4-DD49-4E57-8861-538E54472A94}" dt="2025-10-02T17:54:48.597" v="970" actId="1076"/>
          <ac:spMkLst>
            <pc:docMk/>
            <pc:sldMk cId="1867221568" sldId="273"/>
            <ac:spMk id="30" creationId="{E6106E21-329E-34C8-925B-9339BF46ADF4}"/>
          </ac:spMkLst>
        </pc:spChg>
        <pc:spChg chg="add mod">
          <ac:chgData name="Hussam Alatrash" userId="f1ca4837-04d9-4eef-a671-591897244e8b" providerId="ADAL" clId="{EBEA55E4-DD49-4E57-8861-538E54472A94}" dt="2025-10-02T17:54:53.268" v="971" actId="1076"/>
          <ac:spMkLst>
            <pc:docMk/>
            <pc:sldMk cId="1867221568" sldId="273"/>
            <ac:spMk id="31" creationId="{F9CAE90C-9651-ACE0-5982-6E67B3DA1DBE}"/>
          </ac:spMkLst>
        </pc:spChg>
        <pc:spChg chg="add mod">
          <ac:chgData name="Hussam Alatrash" userId="f1ca4837-04d9-4eef-a671-591897244e8b" providerId="ADAL" clId="{EBEA55E4-DD49-4E57-8861-538E54472A94}" dt="2025-10-02T17:54:36.753" v="963" actId="1076"/>
          <ac:spMkLst>
            <pc:docMk/>
            <pc:sldMk cId="1867221568" sldId="273"/>
            <ac:spMk id="32" creationId="{0C911D93-BD52-4AC8-34CC-5DFF5576E903}"/>
          </ac:spMkLst>
        </pc:spChg>
        <pc:cxnChg chg="add mod">
          <ac:chgData name="Hussam Alatrash" userId="f1ca4837-04d9-4eef-a671-591897244e8b" providerId="ADAL" clId="{EBEA55E4-DD49-4E57-8861-538E54472A94}" dt="2025-10-02T17:43:42.283" v="586" actId="14100"/>
          <ac:cxnSpMkLst>
            <pc:docMk/>
            <pc:sldMk cId="1867221568" sldId="273"/>
            <ac:cxnSpMk id="14" creationId="{1BFABEAC-6C6E-D783-EA64-A5F0F56E080B}"/>
          </ac:cxnSpMkLst>
        </pc:cxnChg>
        <pc:cxnChg chg="add mod">
          <ac:chgData name="Hussam Alatrash" userId="f1ca4837-04d9-4eef-a671-591897244e8b" providerId="ADAL" clId="{EBEA55E4-DD49-4E57-8861-538E54472A94}" dt="2025-10-02T17:43:49.556" v="587" actId="14100"/>
          <ac:cxnSpMkLst>
            <pc:docMk/>
            <pc:sldMk cId="1867221568" sldId="273"/>
            <ac:cxnSpMk id="17" creationId="{1920CF5B-2592-88BB-19C3-E850DE4846F7}"/>
          </ac:cxnSpMkLst>
        </pc:cxnChg>
      </pc:sldChg>
      <pc:sldChg chg="addSp delSp modSp new mod">
        <pc:chgData name="Hussam Alatrash" userId="f1ca4837-04d9-4eef-a671-591897244e8b" providerId="ADAL" clId="{EBEA55E4-DD49-4E57-8861-538E54472A94}" dt="2025-10-03T00:27:40.021" v="1203" actId="164"/>
        <pc:sldMkLst>
          <pc:docMk/>
          <pc:sldMk cId="2151813681" sldId="274"/>
        </pc:sldMkLst>
        <pc:spChg chg="mod">
          <ac:chgData name="Hussam Alatrash" userId="f1ca4837-04d9-4eef-a671-591897244e8b" providerId="ADAL" clId="{EBEA55E4-DD49-4E57-8861-538E54472A94}" dt="2025-10-03T00:27:31.442" v="1202" actId="1038"/>
          <ac:spMkLst>
            <pc:docMk/>
            <pc:sldMk cId="2151813681" sldId="274"/>
            <ac:spMk id="12" creationId="{78CC769F-1067-5116-8525-4D6085028528}"/>
          </ac:spMkLst>
        </pc:spChg>
        <pc:spChg chg="mod">
          <ac:chgData name="Hussam Alatrash" userId="f1ca4837-04d9-4eef-a671-591897244e8b" providerId="ADAL" clId="{EBEA55E4-DD49-4E57-8861-538E54472A94}" dt="2025-10-03T00:27:31.442" v="1202" actId="1038"/>
          <ac:spMkLst>
            <pc:docMk/>
            <pc:sldMk cId="2151813681" sldId="274"/>
            <ac:spMk id="14" creationId="{1ACE4738-8D94-333A-6638-309F40B0594D}"/>
          </ac:spMkLst>
        </pc:spChg>
        <pc:spChg chg="mod">
          <ac:chgData name="Hussam Alatrash" userId="f1ca4837-04d9-4eef-a671-591897244e8b" providerId="ADAL" clId="{EBEA55E4-DD49-4E57-8861-538E54472A94}" dt="2025-10-03T00:27:31.442" v="1202" actId="1038"/>
          <ac:spMkLst>
            <pc:docMk/>
            <pc:sldMk cId="2151813681" sldId="274"/>
            <ac:spMk id="15" creationId="{5712D60E-B051-6D77-4C02-14FFC7ADD91B}"/>
          </ac:spMkLst>
        </pc:spChg>
        <pc:spChg chg="mod">
          <ac:chgData name="Hussam Alatrash" userId="f1ca4837-04d9-4eef-a671-591897244e8b" providerId="ADAL" clId="{EBEA55E4-DD49-4E57-8861-538E54472A94}" dt="2025-10-03T00:23:42.212" v="1037" actId="14100"/>
          <ac:spMkLst>
            <pc:docMk/>
            <pc:sldMk cId="2151813681" sldId="274"/>
            <ac:spMk id="16" creationId="{32A7B674-5ED3-9B58-118E-61213B6C80D6}"/>
          </ac:spMkLst>
        </pc:spChg>
        <pc:spChg chg="mod">
          <ac:chgData name="Hussam Alatrash" userId="f1ca4837-04d9-4eef-a671-591897244e8b" providerId="ADAL" clId="{EBEA55E4-DD49-4E57-8861-538E54472A94}" dt="2025-10-03T00:23:42.212" v="1037" actId="14100"/>
          <ac:spMkLst>
            <pc:docMk/>
            <pc:sldMk cId="2151813681" sldId="274"/>
            <ac:spMk id="18" creationId="{B0EE84EB-475F-9A82-B32B-1ECC2EAF2400}"/>
          </ac:spMkLst>
        </pc:spChg>
        <pc:spChg chg="mod">
          <ac:chgData name="Hussam Alatrash" userId="f1ca4837-04d9-4eef-a671-591897244e8b" providerId="ADAL" clId="{EBEA55E4-DD49-4E57-8861-538E54472A94}" dt="2025-10-03T00:23:42.212" v="1037" actId="14100"/>
          <ac:spMkLst>
            <pc:docMk/>
            <pc:sldMk cId="2151813681" sldId="274"/>
            <ac:spMk id="19" creationId="{7EE450EA-7D8E-4829-A5ED-896F8A3F238C}"/>
          </ac:spMkLst>
        </pc:spChg>
        <pc:spChg chg="add del mod">
          <ac:chgData name="Hussam Alatrash" userId="f1ca4837-04d9-4eef-a671-591897244e8b" providerId="ADAL" clId="{EBEA55E4-DD49-4E57-8861-538E54472A94}" dt="2025-10-03T00:23:59.163" v="1040" actId="478"/>
          <ac:spMkLst>
            <pc:docMk/>
            <pc:sldMk cId="2151813681" sldId="274"/>
            <ac:spMk id="33" creationId="{5CA791BD-0820-71C2-B204-0DF5DD1DD854}"/>
          </ac:spMkLst>
        </pc:spChg>
        <pc:spChg chg="add del mod">
          <ac:chgData name="Hussam Alatrash" userId="f1ca4837-04d9-4eef-a671-591897244e8b" providerId="ADAL" clId="{EBEA55E4-DD49-4E57-8861-538E54472A94}" dt="2025-10-03T00:24:26.463" v="1044" actId="478"/>
          <ac:spMkLst>
            <pc:docMk/>
            <pc:sldMk cId="2151813681" sldId="274"/>
            <ac:spMk id="34" creationId="{5E9331B8-61F2-560F-B3E7-C9BED7D69E47}"/>
          </ac:spMkLst>
        </pc:spChg>
        <pc:spChg chg="mod">
          <ac:chgData name="Hussam Alatrash" userId="f1ca4837-04d9-4eef-a671-591897244e8b" providerId="ADAL" clId="{EBEA55E4-DD49-4E57-8861-538E54472A94}" dt="2025-10-03T00:24:30.216" v="1045"/>
          <ac:spMkLst>
            <pc:docMk/>
            <pc:sldMk cId="2151813681" sldId="274"/>
            <ac:spMk id="36" creationId="{A0C437B7-73AE-5CF1-50E6-EE16CD314F25}"/>
          </ac:spMkLst>
        </pc:spChg>
        <pc:spChg chg="mod">
          <ac:chgData name="Hussam Alatrash" userId="f1ca4837-04d9-4eef-a671-591897244e8b" providerId="ADAL" clId="{EBEA55E4-DD49-4E57-8861-538E54472A94}" dt="2025-10-03T00:24:30.216" v="1045"/>
          <ac:spMkLst>
            <pc:docMk/>
            <pc:sldMk cId="2151813681" sldId="274"/>
            <ac:spMk id="37" creationId="{1C72F007-F384-ADF8-21AF-789C589510A1}"/>
          </ac:spMkLst>
        </pc:spChg>
        <pc:spChg chg="add mod">
          <ac:chgData name="Hussam Alatrash" userId="f1ca4837-04d9-4eef-a671-591897244e8b" providerId="ADAL" clId="{EBEA55E4-DD49-4E57-8861-538E54472A94}" dt="2025-10-03T00:27:40.021" v="1203" actId="164"/>
          <ac:spMkLst>
            <pc:docMk/>
            <pc:sldMk cId="2151813681" sldId="274"/>
            <ac:spMk id="40" creationId="{6665375E-42D2-5952-28F2-A908E6742475}"/>
          </ac:spMkLst>
        </pc:spChg>
        <pc:spChg chg="add mod">
          <ac:chgData name="Hussam Alatrash" userId="f1ca4837-04d9-4eef-a671-591897244e8b" providerId="ADAL" clId="{EBEA55E4-DD49-4E57-8861-538E54472A94}" dt="2025-10-03T00:27:40.021" v="1203" actId="164"/>
          <ac:spMkLst>
            <pc:docMk/>
            <pc:sldMk cId="2151813681" sldId="274"/>
            <ac:spMk id="44" creationId="{39F0EA14-D731-C37E-C57D-95493B62B760}"/>
          </ac:spMkLst>
        </pc:spChg>
        <pc:spChg chg="add mod">
          <ac:chgData name="Hussam Alatrash" userId="f1ca4837-04d9-4eef-a671-591897244e8b" providerId="ADAL" clId="{EBEA55E4-DD49-4E57-8861-538E54472A94}" dt="2025-10-03T00:27:40.021" v="1203" actId="164"/>
          <ac:spMkLst>
            <pc:docMk/>
            <pc:sldMk cId="2151813681" sldId="274"/>
            <ac:spMk id="45" creationId="{12A0C61E-1402-4EE5-7639-FAB0C63C8889}"/>
          </ac:spMkLst>
        </pc:spChg>
        <pc:spChg chg="add mod">
          <ac:chgData name="Hussam Alatrash" userId="f1ca4837-04d9-4eef-a671-591897244e8b" providerId="ADAL" clId="{EBEA55E4-DD49-4E57-8861-538E54472A94}" dt="2025-10-03T00:27:40.021" v="1203" actId="164"/>
          <ac:spMkLst>
            <pc:docMk/>
            <pc:sldMk cId="2151813681" sldId="274"/>
            <ac:spMk id="48" creationId="{C1AE4730-489E-1826-D83F-D6CAA7EB6FBF}"/>
          </ac:spMkLst>
        </pc:spChg>
        <pc:spChg chg="add mod">
          <ac:chgData name="Hussam Alatrash" userId="f1ca4837-04d9-4eef-a671-591897244e8b" providerId="ADAL" clId="{EBEA55E4-DD49-4E57-8861-538E54472A94}" dt="2025-10-03T00:27:40.021" v="1203" actId="164"/>
          <ac:spMkLst>
            <pc:docMk/>
            <pc:sldMk cId="2151813681" sldId="274"/>
            <ac:spMk id="49" creationId="{FCF25A3F-E13F-8C1D-C648-32849E139F29}"/>
          </ac:spMkLst>
        </pc:spChg>
        <pc:spChg chg="add mod">
          <ac:chgData name="Hussam Alatrash" userId="f1ca4837-04d9-4eef-a671-591897244e8b" providerId="ADAL" clId="{EBEA55E4-DD49-4E57-8861-538E54472A94}" dt="2025-10-03T00:27:40.021" v="1203" actId="164"/>
          <ac:spMkLst>
            <pc:docMk/>
            <pc:sldMk cId="2151813681" sldId="274"/>
            <ac:spMk id="50" creationId="{6389872F-C2F8-3733-D028-A95DCF8292D3}"/>
          </ac:spMkLst>
        </pc:spChg>
        <pc:grpChg chg="add del mod">
          <ac:chgData name="Hussam Alatrash" userId="f1ca4837-04d9-4eef-a671-591897244e8b" providerId="ADAL" clId="{EBEA55E4-DD49-4E57-8861-538E54472A94}" dt="2025-10-03T00:22:17.452" v="986" actId="165"/>
          <ac:grpSpMkLst>
            <pc:docMk/>
            <pc:sldMk cId="2151813681" sldId="274"/>
            <ac:grpSpMk id="2" creationId="{F10C9C19-BCE5-CD72-E90F-49B6153A5A17}"/>
          </ac:grpSpMkLst>
        </pc:grpChg>
        <pc:grpChg chg="mod topLvl">
          <ac:chgData name="Hussam Alatrash" userId="f1ca4837-04d9-4eef-a671-591897244e8b" providerId="ADAL" clId="{EBEA55E4-DD49-4E57-8861-538E54472A94}" dt="2025-10-03T00:27:40.021" v="1203" actId="164"/>
          <ac:grpSpMkLst>
            <pc:docMk/>
            <pc:sldMk cId="2151813681" sldId="274"/>
            <ac:grpSpMk id="4" creationId="{06315EED-3660-B861-7183-09777E2A5086}"/>
          </ac:grpSpMkLst>
        </pc:grpChg>
        <pc:grpChg chg="mod">
          <ac:chgData name="Hussam Alatrash" userId="f1ca4837-04d9-4eef-a671-591897244e8b" providerId="ADAL" clId="{EBEA55E4-DD49-4E57-8861-538E54472A94}" dt="2025-10-03T00:27:31.442" v="1202" actId="1038"/>
          <ac:grpSpMkLst>
            <pc:docMk/>
            <pc:sldMk cId="2151813681" sldId="274"/>
            <ac:grpSpMk id="7" creationId="{6A89B636-8440-9402-1930-F5E58B5C8210}"/>
          </ac:grpSpMkLst>
        </pc:grpChg>
        <pc:grpChg chg="add mod">
          <ac:chgData name="Hussam Alatrash" userId="f1ca4837-04d9-4eef-a671-591897244e8b" providerId="ADAL" clId="{EBEA55E4-DD49-4E57-8861-538E54472A94}" dt="2025-10-03T00:27:27.432" v="1187" actId="1037"/>
          <ac:grpSpMkLst>
            <pc:docMk/>
            <pc:sldMk cId="2151813681" sldId="274"/>
            <ac:grpSpMk id="35" creationId="{9C257CF9-DF80-BBFD-E925-8F79E1CF8953}"/>
          </ac:grpSpMkLst>
        </pc:grpChg>
        <pc:grpChg chg="add mod">
          <ac:chgData name="Hussam Alatrash" userId="f1ca4837-04d9-4eef-a671-591897244e8b" providerId="ADAL" clId="{EBEA55E4-DD49-4E57-8861-538E54472A94}" dt="2025-10-03T00:27:40.021" v="1203" actId="164"/>
          <ac:grpSpMkLst>
            <pc:docMk/>
            <pc:sldMk cId="2151813681" sldId="274"/>
            <ac:grpSpMk id="51" creationId="{51C86B79-FE48-7FB6-7507-3DDE72E186B9}"/>
          </ac:grpSpMkLst>
        </pc:grpChg>
        <pc:picChg chg="mod topLvl">
          <ac:chgData name="Hussam Alatrash" userId="f1ca4837-04d9-4eef-a671-591897244e8b" providerId="ADAL" clId="{EBEA55E4-DD49-4E57-8861-538E54472A94}" dt="2025-10-03T00:27:40.021" v="1203" actId="164"/>
          <ac:picMkLst>
            <pc:docMk/>
            <pc:sldMk cId="2151813681" sldId="274"/>
            <ac:picMk id="8" creationId="{0436E153-E42B-E6EE-C6BC-046BCB8F3126}"/>
          </ac:picMkLst>
        </pc:picChg>
        <pc:picChg chg="mod topLvl">
          <ac:chgData name="Hussam Alatrash" userId="f1ca4837-04d9-4eef-a671-591897244e8b" providerId="ADAL" clId="{EBEA55E4-DD49-4E57-8861-538E54472A94}" dt="2025-10-03T00:27:40.021" v="1203" actId="164"/>
          <ac:picMkLst>
            <pc:docMk/>
            <pc:sldMk cId="2151813681" sldId="274"/>
            <ac:picMk id="11" creationId="{74B42A37-4E6F-EBBD-9FFA-F0F95A9E4447}"/>
          </ac:picMkLst>
        </pc:picChg>
        <pc:cxnChg chg="mod">
          <ac:chgData name="Hussam Alatrash" userId="f1ca4837-04d9-4eef-a671-591897244e8b" providerId="ADAL" clId="{EBEA55E4-DD49-4E57-8861-538E54472A94}" dt="2025-10-03T00:27:31.442" v="1202" actId="1038"/>
          <ac:cxnSpMkLst>
            <pc:docMk/>
            <pc:sldMk cId="2151813681" sldId="274"/>
            <ac:cxnSpMk id="3" creationId="{60C9659B-A764-3D2A-FB86-888F75BB577A}"/>
          </ac:cxnSpMkLst>
        </pc:cxnChg>
        <pc:cxnChg chg="mod">
          <ac:chgData name="Hussam Alatrash" userId="f1ca4837-04d9-4eef-a671-591897244e8b" providerId="ADAL" clId="{EBEA55E4-DD49-4E57-8861-538E54472A94}" dt="2025-10-03T00:23:22.986" v="1033" actId="1035"/>
          <ac:cxnSpMkLst>
            <pc:docMk/>
            <pc:sldMk cId="2151813681" sldId="274"/>
            <ac:cxnSpMk id="5" creationId="{D587826D-5203-F09D-1AAD-E58ABB727471}"/>
          </ac:cxnSpMkLst>
        </pc:cxnChg>
        <pc:cxnChg chg="del mod">
          <ac:chgData name="Hussam Alatrash" userId="f1ca4837-04d9-4eef-a671-591897244e8b" providerId="ADAL" clId="{EBEA55E4-DD49-4E57-8861-538E54472A94}" dt="2025-10-03T00:22:58.666" v="1017" actId="478"/>
          <ac:cxnSpMkLst>
            <pc:docMk/>
            <pc:sldMk cId="2151813681" sldId="274"/>
            <ac:cxnSpMk id="6" creationId="{9783C05E-6870-D5FF-6E35-093F25E85A14}"/>
          </ac:cxnSpMkLst>
        </pc:cxnChg>
        <pc:cxnChg chg="del mod">
          <ac:chgData name="Hussam Alatrash" userId="f1ca4837-04d9-4eef-a671-591897244e8b" providerId="ADAL" clId="{EBEA55E4-DD49-4E57-8861-538E54472A94}" dt="2025-10-03T00:22:28.489" v="991" actId="478"/>
          <ac:cxnSpMkLst>
            <pc:docMk/>
            <pc:sldMk cId="2151813681" sldId="274"/>
            <ac:cxnSpMk id="9" creationId="{8744AE17-F2D7-9F35-E925-480D12D57637}"/>
          </ac:cxnSpMkLst>
        </pc:cxnChg>
        <pc:cxnChg chg="mod">
          <ac:chgData name="Hussam Alatrash" userId="f1ca4837-04d9-4eef-a671-591897244e8b" providerId="ADAL" clId="{EBEA55E4-DD49-4E57-8861-538E54472A94}" dt="2025-10-03T00:27:31.442" v="1202" actId="1038"/>
          <ac:cxnSpMkLst>
            <pc:docMk/>
            <pc:sldMk cId="2151813681" sldId="274"/>
            <ac:cxnSpMk id="10" creationId="{387EE915-CA57-6568-E204-9ABC8F60F23A}"/>
          </ac:cxnSpMkLst>
        </pc:cxnChg>
        <pc:cxnChg chg="mod">
          <ac:chgData name="Hussam Alatrash" userId="f1ca4837-04d9-4eef-a671-591897244e8b" providerId="ADAL" clId="{EBEA55E4-DD49-4E57-8861-538E54472A94}" dt="2025-10-03T00:27:31.442" v="1202" actId="1038"/>
          <ac:cxnSpMkLst>
            <pc:docMk/>
            <pc:sldMk cId="2151813681" sldId="274"/>
            <ac:cxnSpMk id="13" creationId="{1147E1BD-843E-D073-307D-8BA847B699A0}"/>
          </ac:cxnSpMkLst>
        </pc:cxnChg>
        <pc:cxnChg chg="add mod">
          <ac:chgData name="Hussam Alatrash" userId="f1ca4837-04d9-4eef-a671-591897244e8b" providerId="ADAL" clId="{EBEA55E4-DD49-4E57-8861-538E54472A94}" dt="2025-10-03T00:27:27.432" v="1187" actId="1037"/>
          <ac:cxnSpMkLst>
            <pc:docMk/>
            <pc:sldMk cId="2151813681" sldId="274"/>
            <ac:cxnSpMk id="27" creationId="{22E94B7B-E13D-7FA3-F87C-59DB4B3087A1}"/>
          </ac:cxnSpMkLst>
        </pc:cxnChg>
        <pc:cxnChg chg="add mod">
          <ac:chgData name="Hussam Alatrash" userId="f1ca4837-04d9-4eef-a671-591897244e8b" providerId="ADAL" clId="{EBEA55E4-DD49-4E57-8861-538E54472A94}" dt="2025-10-03T00:27:27.432" v="1187" actId="1037"/>
          <ac:cxnSpMkLst>
            <pc:docMk/>
            <pc:sldMk cId="2151813681" sldId="274"/>
            <ac:cxnSpMk id="38" creationId="{E2D3A80E-23AC-5C34-F584-1996F73553CC}"/>
          </ac:cxnSpMkLst>
        </pc:cxnChg>
        <pc:cxnChg chg="add mod">
          <ac:chgData name="Hussam Alatrash" userId="f1ca4837-04d9-4eef-a671-591897244e8b" providerId="ADAL" clId="{EBEA55E4-DD49-4E57-8861-538E54472A94}" dt="2025-10-03T00:27:27.432" v="1187" actId="1037"/>
          <ac:cxnSpMkLst>
            <pc:docMk/>
            <pc:sldMk cId="2151813681" sldId="274"/>
            <ac:cxnSpMk id="41" creationId="{89E758D1-22A2-D4B9-3D26-8079277531AF}"/>
          </ac:cxnSpMkLst>
        </pc:cxnChg>
      </pc:sldChg>
    </pc:docChg>
  </pc:docChgLst>
  <pc:docChgLst>
    <pc:chgData name="Hussam Alatrash" userId="f1ca4837-04d9-4eef-a671-591897244e8b" providerId="ADAL" clId="{821A81C8-D391-40E3-8C9D-F17D94E3F58E}"/>
    <pc:docChg chg="undo redo custSel addSld delSld modSld">
      <pc:chgData name="Hussam Alatrash" userId="f1ca4837-04d9-4eef-a671-591897244e8b" providerId="ADAL" clId="{821A81C8-D391-40E3-8C9D-F17D94E3F58E}" dt="2025-01-05T17:57:56.702" v="3219" actId="14100"/>
      <pc:docMkLst>
        <pc:docMk/>
      </pc:docMkLst>
      <pc:sldChg chg="addSp modSp mod">
        <pc:chgData name="Hussam Alatrash" userId="f1ca4837-04d9-4eef-a671-591897244e8b" providerId="ADAL" clId="{821A81C8-D391-40E3-8C9D-F17D94E3F58E}" dt="2024-12-04T05:51:10.041" v="314" actId="20577"/>
        <pc:sldMkLst>
          <pc:docMk/>
          <pc:sldMk cId="1610768855" sldId="256"/>
        </pc:sldMkLst>
      </pc:sldChg>
      <pc:sldChg chg="addSp delSp modSp mod">
        <pc:chgData name="Hussam Alatrash" userId="f1ca4837-04d9-4eef-a671-591897244e8b" providerId="ADAL" clId="{821A81C8-D391-40E3-8C9D-F17D94E3F58E}" dt="2024-12-04T07:42:26.097" v="697" actId="478"/>
        <pc:sldMkLst>
          <pc:docMk/>
          <pc:sldMk cId="1163677253" sldId="257"/>
        </pc:sldMkLst>
      </pc:sldChg>
      <pc:sldChg chg="addSp modSp new mod">
        <pc:chgData name="Hussam Alatrash" userId="f1ca4837-04d9-4eef-a671-591897244e8b" providerId="ADAL" clId="{821A81C8-D391-40E3-8C9D-F17D94E3F58E}" dt="2025-01-05T17:57:56.702" v="3219" actId="14100"/>
        <pc:sldMkLst>
          <pc:docMk/>
          <pc:sldMk cId="1895338136" sldId="258"/>
        </pc:sldMkLst>
      </pc:sldChg>
      <pc:sldChg chg="addSp delSp modSp new mod">
        <pc:chgData name="Hussam Alatrash" userId="f1ca4837-04d9-4eef-a671-591897244e8b" providerId="ADAL" clId="{821A81C8-D391-40E3-8C9D-F17D94E3F58E}" dt="2024-12-04T07:45:50.019" v="732" actId="164"/>
        <pc:sldMkLst>
          <pc:docMk/>
          <pc:sldMk cId="3519551171" sldId="259"/>
        </pc:sldMkLst>
      </pc:sldChg>
      <pc:sldChg chg="addSp delSp modSp new mod">
        <pc:chgData name="Hussam Alatrash" userId="f1ca4837-04d9-4eef-a671-591897244e8b" providerId="ADAL" clId="{821A81C8-D391-40E3-8C9D-F17D94E3F58E}" dt="2024-12-20T21:01:31.523" v="1252" actId="1076"/>
        <pc:sldMkLst>
          <pc:docMk/>
          <pc:sldMk cId="4277261505" sldId="260"/>
        </pc:sldMkLst>
      </pc:sldChg>
      <pc:sldChg chg="new del">
        <pc:chgData name="Hussam Alatrash" userId="f1ca4837-04d9-4eef-a671-591897244e8b" providerId="ADAL" clId="{821A81C8-D391-40E3-8C9D-F17D94E3F58E}" dt="2024-12-27T12:34:50.017" v="1254" actId="47"/>
        <pc:sldMkLst>
          <pc:docMk/>
          <pc:sldMk cId="3530821165" sldId="261"/>
        </pc:sldMkLst>
      </pc:sldChg>
      <pc:sldChg chg="addSp delSp modSp add mod">
        <pc:chgData name="Hussam Alatrash" userId="f1ca4837-04d9-4eef-a671-591897244e8b" providerId="ADAL" clId="{821A81C8-D391-40E3-8C9D-F17D94E3F58E}" dt="2024-12-27T13:41:45.051" v="1897"/>
        <pc:sldMkLst>
          <pc:docMk/>
          <pc:sldMk cId="3948902899" sldId="261"/>
        </pc:sldMkLst>
      </pc:sldChg>
      <pc:sldChg chg="new del">
        <pc:chgData name="Hussam Alatrash" userId="f1ca4837-04d9-4eef-a671-591897244e8b" providerId="ADAL" clId="{821A81C8-D391-40E3-8C9D-F17D94E3F58E}" dt="2024-12-30T16:04:38.776" v="1900" actId="47"/>
        <pc:sldMkLst>
          <pc:docMk/>
          <pc:sldMk cId="745991973" sldId="262"/>
        </pc:sldMkLst>
      </pc:sldChg>
      <pc:sldChg chg="addSp delSp modSp add mod">
        <pc:chgData name="Hussam Alatrash" userId="f1ca4837-04d9-4eef-a671-591897244e8b" providerId="ADAL" clId="{821A81C8-D391-40E3-8C9D-F17D94E3F58E}" dt="2024-12-30T16:23:28.449" v="2157" actId="1076"/>
        <pc:sldMkLst>
          <pc:docMk/>
          <pc:sldMk cId="1993407652" sldId="263"/>
        </pc:sldMkLst>
      </pc:sldChg>
      <pc:sldChg chg="addSp delSp modSp new mod">
        <pc:chgData name="Hussam Alatrash" userId="f1ca4837-04d9-4eef-a671-591897244e8b" providerId="ADAL" clId="{821A81C8-D391-40E3-8C9D-F17D94E3F58E}" dt="2024-12-30T17:07:08.703" v="2527" actId="208"/>
        <pc:sldMkLst>
          <pc:docMk/>
          <pc:sldMk cId="1967714604" sldId="264"/>
        </pc:sldMkLst>
      </pc:sldChg>
      <pc:sldChg chg="addSp delSp modSp new mod">
        <pc:chgData name="Hussam Alatrash" userId="f1ca4837-04d9-4eef-a671-591897244e8b" providerId="ADAL" clId="{821A81C8-D391-40E3-8C9D-F17D94E3F58E}" dt="2024-12-30T23:33:24.388" v="2730" actId="6549"/>
        <pc:sldMkLst>
          <pc:docMk/>
          <pc:sldMk cId="1838209249" sldId="265"/>
        </pc:sldMkLst>
      </pc:sldChg>
      <pc:sldChg chg="addSp delSp modSp new mod">
        <pc:chgData name="Hussam Alatrash" userId="f1ca4837-04d9-4eef-a671-591897244e8b" providerId="ADAL" clId="{821A81C8-D391-40E3-8C9D-F17D94E3F58E}" dt="2024-12-31T07:24:50.739" v="3155" actId="1076"/>
        <pc:sldMkLst>
          <pc:docMk/>
          <pc:sldMk cId="2823104384" sldId="266"/>
        </pc:sldMkLst>
      </pc:sldChg>
    </pc:docChg>
  </pc:docChgLst>
  <pc:docChgLst>
    <pc:chgData name="Hussam Alatrash" userId="f1ca4837-04d9-4eef-a671-591897244e8b" providerId="ADAL" clId="{5409874B-A6EB-4AAA-9166-04F3C0420862}"/>
    <pc:docChg chg="modSld">
      <pc:chgData name="Hussam Alatrash" userId="f1ca4837-04d9-4eef-a671-591897244e8b" providerId="ADAL" clId="{5409874B-A6EB-4AAA-9166-04F3C0420862}" dt="2025-03-12T22:21:51.057" v="17" actId="164"/>
      <pc:docMkLst>
        <pc:docMk/>
      </pc:docMkLst>
      <pc:sldChg chg="addSp delSp modSp mod">
        <pc:chgData name="Hussam Alatrash" userId="f1ca4837-04d9-4eef-a671-591897244e8b" providerId="ADAL" clId="{5409874B-A6EB-4AAA-9166-04F3C0420862}" dt="2025-03-12T22:21:51.057" v="17" actId="164"/>
        <pc:sldMkLst>
          <pc:docMk/>
          <pc:sldMk cId="1163677253" sldId="257"/>
        </pc:sldMkLst>
      </pc:sldChg>
    </pc:docChg>
  </pc:docChgLst>
  <pc:docChgLst>
    <pc:chgData name="Hussam Alatrash" userId="f1ca4837-04d9-4eef-a671-591897244e8b" providerId="ADAL" clId="{0EF23442-C7D9-45DB-B350-48BF2099B1C4}"/>
    <pc:docChg chg="custSel modSld">
      <pc:chgData name="Hussam Alatrash" userId="f1ca4837-04d9-4eef-a671-591897244e8b" providerId="ADAL" clId="{0EF23442-C7D9-45DB-B350-48BF2099B1C4}" dt="2024-12-04T08:40:09.926" v="74" actId="1076"/>
      <pc:docMkLst>
        <pc:docMk/>
      </pc:docMkLst>
      <pc:sldChg chg="addSp delSp modSp mod">
        <pc:chgData name="Hussam Alatrash" userId="f1ca4837-04d9-4eef-a671-591897244e8b" providerId="ADAL" clId="{0EF23442-C7D9-45DB-B350-48BF2099B1C4}" dt="2024-12-04T08:40:09.926" v="74" actId="1076"/>
        <pc:sldMkLst>
          <pc:docMk/>
          <pc:sldMk cId="1610768855" sldId="256"/>
        </pc:sldMkLst>
      </pc:sldChg>
    </pc:docChg>
  </pc:docChgLst>
  <pc:docChgLst>
    <pc:chgData name="Hussam Alatrash" userId="f1ca4837-04d9-4eef-a671-591897244e8b" providerId="ADAL" clId="{29BA69D3-E384-44B1-BED6-6A692A110E39}"/>
    <pc:docChg chg="undo custSel addSld modSld sldOrd">
      <pc:chgData name="Hussam Alatrash" userId="f1ca4837-04d9-4eef-a671-591897244e8b" providerId="ADAL" clId="{29BA69D3-E384-44B1-BED6-6A692A110E39}" dt="2025-02-27T19:15:09.209" v="1605" actId="20577"/>
      <pc:docMkLst>
        <pc:docMk/>
      </pc:docMkLst>
      <pc:sldChg chg="modSp">
        <pc:chgData name="Hussam Alatrash" userId="f1ca4837-04d9-4eef-a671-591897244e8b" providerId="ADAL" clId="{29BA69D3-E384-44B1-BED6-6A692A110E39}" dt="2025-02-24T19:20:15.468" v="215" actId="1036"/>
        <pc:sldMkLst>
          <pc:docMk/>
          <pc:sldMk cId="3519551171" sldId="259"/>
        </pc:sldMkLst>
      </pc:sldChg>
      <pc:sldChg chg="addSp delSp modSp mod">
        <pc:chgData name="Hussam Alatrash" userId="f1ca4837-04d9-4eef-a671-591897244e8b" providerId="ADAL" clId="{29BA69D3-E384-44B1-BED6-6A692A110E39}" dt="2025-02-24T20:18:08.695" v="434" actId="21"/>
        <pc:sldMkLst>
          <pc:docMk/>
          <pc:sldMk cId="3948902899" sldId="261"/>
        </pc:sldMkLst>
      </pc:sldChg>
      <pc:sldChg chg="addSp delSp modSp mod">
        <pc:chgData name="Hussam Alatrash" userId="f1ca4837-04d9-4eef-a671-591897244e8b" providerId="ADAL" clId="{29BA69D3-E384-44B1-BED6-6A692A110E39}" dt="2025-02-24T20:19:21.627" v="456" actId="1076"/>
        <pc:sldMkLst>
          <pc:docMk/>
          <pc:sldMk cId="1967714604" sldId="264"/>
        </pc:sldMkLst>
      </pc:sldChg>
      <pc:sldChg chg="addSp delSp modSp add mod">
        <pc:chgData name="Hussam Alatrash" userId="f1ca4837-04d9-4eef-a671-591897244e8b" providerId="ADAL" clId="{29BA69D3-E384-44B1-BED6-6A692A110E39}" dt="2025-02-19T16:35:22.486" v="131" actId="14100"/>
        <pc:sldMkLst>
          <pc:docMk/>
          <pc:sldMk cId="3944607557" sldId="268"/>
        </pc:sldMkLst>
      </pc:sldChg>
      <pc:sldChg chg="addSp delSp modSp new mod">
        <pc:chgData name="Hussam Alatrash" userId="f1ca4837-04d9-4eef-a671-591897244e8b" providerId="ADAL" clId="{29BA69D3-E384-44B1-BED6-6A692A110E39}" dt="2025-02-24T19:25:07.072" v="405" actId="207"/>
        <pc:sldMkLst>
          <pc:docMk/>
          <pc:sldMk cId="2354619496" sldId="269"/>
        </pc:sldMkLst>
      </pc:sldChg>
      <pc:sldChg chg="addSp delSp modSp add mod ord">
        <pc:chgData name="Hussam Alatrash" userId="f1ca4837-04d9-4eef-a671-591897244e8b" providerId="ADAL" clId="{29BA69D3-E384-44B1-BED6-6A692A110E39}" dt="2025-02-26T23:47:45.654" v="1108"/>
        <pc:sldMkLst>
          <pc:docMk/>
          <pc:sldMk cId="659482794" sldId="270"/>
        </pc:sldMkLst>
      </pc:sldChg>
      <pc:sldChg chg="addSp delSp modSp new mod">
        <pc:chgData name="Hussam Alatrash" userId="f1ca4837-04d9-4eef-a671-591897244e8b" providerId="ADAL" clId="{29BA69D3-E384-44B1-BED6-6A692A110E39}" dt="2025-02-27T00:00:07.452" v="1400" actId="208"/>
        <pc:sldMkLst>
          <pc:docMk/>
          <pc:sldMk cId="1995900745" sldId="271"/>
        </pc:sldMkLst>
      </pc:sldChg>
      <pc:sldChg chg="addSp delSp modSp new mod">
        <pc:chgData name="Hussam Alatrash" userId="f1ca4837-04d9-4eef-a671-591897244e8b" providerId="ADAL" clId="{29BA69D3-E384-44B1-BED6-6A692A110E39}" dt="2025-02-27T19:15:09.209" v="1605" actId="20577"/>
        <pc:sldMkLst>
          <pc:docMk/>
          <pc:sldMk cId="3863909423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olar panels in field">
            <a:extLst>
              <a:ext uri="{FF2B5EF4-FFF2-40B4-BE49-F238E27FC236}">
                <a16:creationId xmlns:a16="http://schemas.microsoft.com/office/drawing/2014/main" id="{F5537250-DC21-E224-536E-C059D7D4CF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4" t="21329" r="5807"/>
          <a:stretch/>
        </p:blipFill>
        <p:spPr>
          <a:xfrm>
            <a:off x="0" y="-1014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75B286B-A460-715C-E52B-97274BA86B2C}"/>
              </a:ext>
            </a:extLst>
          </p:cNvPr>
          <p:cNvSpPr/>
          <p:nvPr/>
        </p:nvSpPr>
        <p:spPr>
          <a:xfrm>
            <a:off x="0" y="-1014"/>
            <a:ext cx="12192000" cy="6859014"/>
          </a:xfrm>
          <a:prstGeom prst="rect">
            <a:avLst/>
          </a:prstGeom>
          <a:gradFill>
            <a:gsLst>
              <a:gs pos="18000">
                <a:schemeClr val="bg1">
                  <a:alpha val="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D09D86-0E1F-0025-9BFF-262A5CB92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482" y="2753939"/>
            <a:ext cx="11250706" cy="2387600"/>
          </a:xfrm>
        </p:spPr>
        <p:txBody>
          <a:bodyPr anchor="b">
            <a:normAutofit/>
          </a:bodyPr>
          <a:lstStyle>
            <a:lvl1pPr algn="l">
              <a:defRPr sz="6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4B368-8780-93CB-E7F5-32EFC2E57FE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5450542"/>
            <a:ext cx="9144000" cy="739588"/>
          </a:xfr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>
            <a:normAutofit/>
          </a:bodyPr>
          <a:lstStyle>
            <a:lvl1pPr marL="0" indent="0" algn="l">
              <a:buNone/>
              <a:defRPr sz="16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lvl="0"/>
            <a:r>
              <a:rPr lang="en-US" dirty="0"/>
              <a:t>	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80137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18ECB-FBF3-B26D-FCCF-3E4B218FB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C2819-BE19-1393-8FCF-194EF5B68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2BC9B-C3C5-FB54-ABE6-72A0144B7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39379-E2D6-74D8-7642-248C78C84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5FE65-3E8C-4DBB-9B31-D6F7E5C3D286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8509A2C-3546-8E59-4DAA-37DF12415160}"/>
              </a:ext>
            </a:extLst>
          </p:cNvPr>
          <p:cNvGrpSpPr/>
          <p:nvPr/>
        </p:nvGrpSpPr>
        <p:grpSpPr>
          <a:xfrm>
            <a:off x="609600" y="1173866"/>
            <a:ext cx="9448799" cy="127934"/>
            <a:chOff x="609600" y="1173866"/>
            <a:chExt cx="9448799" cy="12793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380781A-E9A0-19FF-7A42-1CF5A35CBC6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05318" y="1301800"/>
              <a:ext cx="7853081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9B2EAD4-290C-3B0A-09E3-FA220EFEE907}"/>
                </a:ext>
              </a:extLst>
            </p:cNvPr>
            <p:cNvSpPr/>
            <p:nvPr userDrawn="1"/>
          </p:nvSpPr>
          <p:spPr>
            <a:xfrm>
              <a:off x="609600" y="1173866"/>
              <a:ext cx="1595718" cy="1279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99129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AACA6-CBF9-56B5-6E2D-3E1D4315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934A7D-6E78-DC9D-9ECF-F481B009B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51A39-8260-4FDF-24CD-C76C7B962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7B101-5413-8B67-5405-27E20AFC3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5FE65-3E8C-4DBB-9B31-D6F7E5C3D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707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D0F4D-EAB8-7992-48BD-00B650962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AC7DC-9F5D-7ADE-3ACC-CDB5684F14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4776" y="1416424"/>
            <a:ext cx="5455024" cy="4760539"/>
          </a:xfrm>
          <a:ln>
            <a:noFill/>
          </a:ln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ABE1D7-954D-4AFB-2F24-499711BB4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16424"/>
            <a:ext cx="5455024" cy="4760539"/>
          </a:xfrm>
          <a:ln>
            <a:noFill/>
          </a:ln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6640A-B7A2-BC41-7E4F-83534D9F7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6B6D1-1D18-AF87-24BA-7BDE1913A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5FE65-3E8C-4DBB-9B31-D6F7E5C3D286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DF4ADE3-D811-34A0-2414-8B414B008956}"/>
              </a:ext>
            </a:extLst>
          </p:cNvPr>
          <p:cNvGrpSpPr/>
          <p:nvPr/>
        </p:nvGrpSpPr>
        <p:grpSpPr>
          <a:xfrm>
            <a:off x="609600" y="1173866"/>
            <a:ext cx="9448799" cy="127934"/>
            <a:chOff x="609600" y="1173866"/>
            <a:chExt cx="9448799" cy="127934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1E602A6-11B9-C61C-E918-48693C7361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05318" y="1301800"/>
              <a:ext cx="7853081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C16EF9-EF77-F075-F7B9-4181DD1B794C}"/>
                </a:ext>
              </a:extLst>
            </p:cNvPr>
            <p:cNvSpPr/>
            <p:nvPr userDrawn="1"/>
          </p:nvSpPr>
          <p:spPr>
            <a:xfrm>
              <a:off x="609600" y="1173866"/>
              <a:ext cx="1595718" cy="1279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8849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8521C-D7C7-9381-2B53-354AB333A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776" y="1338170"/>
            <a:ext cx="5432800" cy="535454"/>
          </a:xfrm>
          <a:solidFill>
            <a:srgbClr val="E97132">
              <a:alpha val="69804"/>
            </a:srgbClr>
          </a:solidFill>
          <a:effectLst/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131CEF-6140-8821-9E21-5588D1540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4777" y="1946323"/>
            <a:ext cx="5432800" cy="44006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7D6F81-FE86-FD8E-D1CB-1C58A39868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333968"/>
            <a:ext cx="5432800" cy="535454"/>
          </a:xfrm>
          <a:solidFill>
            <a:srgbClr val="E97132">
              <a:alpha val="69804"/>
            </a:srgbClr>
          </a:solidFill>
          <a:effectLst/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9BBB26-1141-5231-7686-0B3F43E6F7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46322"/>
            <a:ext cx="5432799" cy="44006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0D93C8-577E-D820-5F6C-ECA2FADEB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FB8FE0-7DA0-BD04-0E22-013A86EA7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5FE65-3E8C-4DBB-9B31-D6F7E5C3D28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3B5AB4C-A94E-816A-0F72-52AC7F101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776" y="365125"/>
            <a:ext cx="11089342" cy="82718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CBC11BD-ACB0-C07C-E8C3-43E980463497}"/>
              </a:ext>
            </a:extLst>
          </p:cNvPr>
          <p:cNvGrpSpPr/>
          <p:nvPr/>
        </p:nvGrpSpPr>
        <p:grpSpPr>
          <a:xfrm>
            <a:off x="609600" y="1173866"/>
            <a:ext cx="9448799" cy="127934"/>
            <a:chOff x="609600" y="1173866"/>
            <a:chExt cx="9448799" cy="127934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205B3FB-4F85-396A-2B56-930F249339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05318" y="1301800"/>
              <a:ext cx="7853081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0F83AF0-F1FE-2D65-C120-675F73BFCE91}"/>
                </a:ext>
              </a:extLst>
            </p:cNvPr>
            <p:cNvSpPr/>
            <p:nvPr userDrawn="1"/>
          </p:nvSpPr>
          <p:spPr>
            <a:xfrm>
              <a:off x="609600" y="1173866"/>
              <a:ext cx="1595718" cy="1279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60330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B5400-9716-E79B-D8CF-3F06DEEEC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2049B5-C87A-2A3C-AD01-016CC40D8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425D61-504A-4D82-7806-899BED26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5FE65-3E8C-4DBB-9B31-D6F7E5C3D286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66D546E-7C7E-E9D6-5B9F-410B826ADBAD}"/>
              </a:ext>
            </a:extLst>
          </p:cNvPr>
          <p:cNvGrpSpPr/>
          <p:nvPr/>
        </p:nvGrpSpPr>
        <p:grpSpPr>
          <a:xfrm>
            <a:off x="609600" y="1173866"/>
            <a:ext cx="9448799" cy="127934"/>
            <a:chOff x="609600" y="1173866"/>
            <a:chExt cx="9448799" cy="127934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6AD72E4-3345-F76A-558D-594EB1E8540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05318" y="1301800"/>
              <a:ext cx="7853081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A770B1-044E-5052-5BC7-A62F1F8957E0}"/>
                </a:ext>
              </a:extLst>
            </p:cNvPr>
            <p:cNvSpPr/>
            <p:nvPr userDrawn="1"/>
          </p:nvSpPr>
          <p:spPr>
            <a:xfrm>
              <a:off x="609600" y="1173866"/>
              <a:ext cx="1595718" cy="1279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3303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93CBBD-22AA-6930-0BC8-C5F1C21AA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7B995-18B8-254B-5D30-DA9644A47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5FE65-3E8C-4DBB-9B31-D6F7E5C3D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29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D5CD1-40D4-7D9C-7670-6C585381C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966" y="457200"/>
            <a:ext cx="4001060" cy="1600200"/>
          </a:xfrm>
          <a:solidFill>
            <a:srgbClr val="E97132"/>
          </a:solidFill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473C3-2432-6C58-9A06-764B67BCF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0"/>
            <a:ext cx="6367834" cy="580016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E2A68A-200D-1B47-4936-081FA2CF9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0966" y="2057401"/>
            <a:ext cx="4001060" cy="4199964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726D3-C666-9F3A-C3F0-F56A47E3D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908A0-EFBC-2F94-6F26-6D51DA05E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5FE65-3E8C-4DBB-9B31-D6F7E5C3D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082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E3A6A1C-4C74-BF18-2159-A52BFCF02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966" y="457200"/>
            <a:ext cx="4001060" cy="1600200"/>
          </a:xfrm>
          <a:solidFill>
            <a:srgbClr val="E97132"/>
          </a:solidFill>
          <a:ln>
            <a:noFill/>
          </a:ln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94A2DB8-5678-042E-7F5E-B502334A3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0966" y="2057401"/>
            <a:ext cx="4001060" cy="4199964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885D0D-6E9F-5942-6F35-A1D878ED49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0"/>
            <a:ext cx="6367834" cy="580016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E724C-E3EF-A4A0-BF0C-34FD753C2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E3687-8226-19CE-FD72-5290A8837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5FE65-3E8C-4DBB-9B31-D6F7E5C3D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603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8434D-9544-2866-0215-D77113464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CC2384-CDAB-5B20-5B82-6747DADAA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3424F-58BE-A5F9-8352-1D9204F96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00D57-8CF3-5626-F62F-4AE7DD343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5FE65-3E8C-4DBB-9B31-D6F7E5C3D286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5A99F43-551F-5545-4097-CD0E76C4E0A1}"/>
              </a:ext>
            </a:extLst>
          </p:cNvPr>
          <p:cNvGrpSpPr/>
          <p:nvPr/>
        </p:nvGrpSpPr>
        <p:grpSpPr>
          <a:xfrm>
            <a:off x="609600" y="1173866"/>
            <a:ext cx="9448799" cy="127934"/>
            <a:chOff x="609600" y="1173866"/>
            <a:chExt cx="9448799" cy="12793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8D1BE9-2D00-5811-62AE-29CC8568E92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05318" y="1301800"/>
              <a:ext cx="7853081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0DBD108-FCFF-9F0F-F197-DB72C5F91B0E}"/>
                </a:ext>
              </a:extLst>
            </p:cNvPr>
            <p:cNvSpPr/>
            <p:nvPr userDrawn="1"/>
          </p:nvSpPr>
          <p:spPr>
            <a:xfrm>
              <a:off x="609600" y="1173866"/>
              <a:ext cx="1595718" cy="1279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7925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A52423-E695-FA7B-0AB3-939B6A6552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3BC9B1-AE48-C55C-510E-797F94209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F3B95-6612-F5E0-E02F-BC0B1E4E5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62720-BC61-E6F4-47B8-0A822697B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5FE65-3E8C-4DBB-9B31-D6F7E5C3D286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66843E7-62F6-A2D4-0CC3-5D959D1ACC43}"/>
              </a:ext>
            </a:extLst>
          </p:cNvPr>
          <p:cNvGrpSpPr/>
          <p:nvPr/>
        </p:nvGrpSpPr>
        <p:grpSpPr>
          <a:xfrm rot="5400000">
            <a:off x="6250037" y="2900907"/>
            <a:ext cx="4987636" cy="127934"/>
            <a:chOff x="1116229" y="1173867"/>
            <a:chExt cx="4987636" cy="12793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5CB003B-3FB7-4F97-6A61-B2E7B7B98763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154592" y="-647474"/>
              <a:ext cx="0" cy="38985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31E3A4C-B307-8F29-A2D9-F96D160DBBB5}"/>
                </a:ext>
              </a:extLst>
            </p:cNvPr>
            <p:cNvSpPr/>
            <p:nvPr userDrawn="1"/>
          </p:nvSpPr>
          <p:spPr>
            <a:xfrm>
              <a:off x="1116229" y="1173867"/>
              <a:ext cx="1089089" cy="1279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44416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3435FE65-3E8C-4DBB-9B31-D6F7E5C3D286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1E17014-7D79-E802-7955-4347A325E31A}"/>
              </a:ext>
            </a:extLst>
          </p:cNvPr>
          <p:cNvGrpSpPr/>
          <p:nvPr/>
        </p:nvGrpSpPr>
        <p:grpSpPr>
          <a:xfrm>
            <a:off x="967800" y="2407833"/>
            <a:ext cx="9448799" cy="127934"/>
            <a:chOff x="609600" y="1173866"/>
            <a:chExt cx="9448799" cy="127934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5B5C8CDA-AE87-B3DF-0C2D-26ECE227F00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05318" y="1301800"/>
              <a:ext cx="7853081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FC60751-E1A1-54F8-55F0-48B0C1F7E1F9}"/>
                </a:ext>
              </a:extLst>
            </p:cNvPr>
            <p:cNvSpPr/>
            <p:nvPr userDrawn="1"/>
          </p:nvSpPr>
          <p:spPr>
            <a:xfrm>
              <a:off x="609600" y="1173866"/>
              <a:ext cx="1595718" cy="1279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1707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200" cy="7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972433" y="2771833"/>
            <a:ext cx="5032400" cy="3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6191472" y="2771833"/>
            <a:ext cx="5032400" cy="3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3435FE65-3E8C-4DBB-9B31-D6F7E5C3D286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4DEE08-8E94-1226-888D-0ED128D73624}"/>
              </a:ext>
            </a:extLst>
          </p:cNvPr>
          <p:cNvGrpSpPr/>
          <p:nvPr/>
        </p:nvGrpSpPr>
        <p:grpSpPr>
          <a:xfrm>
            <a:off x="968200" y="2407833"/>
            <a:ext cx="9448799" cy="127934"/>
            <a:chOff x="609600" y="1173866"/>
            <a:chExt cx="9448799" cy="127934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AADA1859-23D5-1684-7691-EFA5F23C4BF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05318" y="1301800"/>
              <a:ext cx="7853081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FFE96FC-8D05-7F6C-E416-88A2DF335EBE}"/>
                </a:ext>
              </a:extLst>
            </p:cNvPr>
            <p:cNvSpPr/>
            <p:nvPr userDrawn="1"/>
          </p:nvSpPr>
          <p:spPr>
            <a:xfrm>
              <a:off x="609600" y="1173866"/>
              <a:ext cx="1595718" cy="1279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6490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w/ text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62AB3BD-F5C4-7858-8BAB-B364D171EAD8}"/>
              </a:ext>
            </a:extLst>
          </p:cNvPr>
          <p:cNvSpPr/>
          <p:nvPr userDrawn="1"/>
        </p:nvSpPr>
        <p:spPr>
          <a:xfrm>
            <a:off x="8718698" y="0"/>
            <a:ext cx="3473303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7EFDDBB-ACDC-19CC-8DC1-33CF6C100EF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77301" y="646961"/>
            <a:ext cx="3048001" cy="317527"/>
          </a:xfrm>
          <a:prstGeom prst="rect">
            <a:avLst/>
          </a:prstGeom>
        </p:spPr>
        <p:txBody>
          <a:bodyPr lIns="0" tIns="0" rIns="0"/>
          <a:lstStyle>
            <a:lvl1pPr marL="0" indent="0">
              <a:lnSpc>
                <a:spcPct val="90000"/>
              </a:lnSpc>
              <a:buFont typeface="+mj-lt"/>
              <a:buNone/>
              <a:defRPr sz="1400" b="0" i="0" spc="71" baseline="0">
                <a:latin typeface="Source Sans 3 Medium" panose="020B0503030403020204" pitchFamily="34" charset="0"/>
              </a:defRPr>
            </a:lvl1pPr>
            <a:lvl2pPr>
              <a:defRPr sz="1200" b="0" i="0" spc="80" baseline="0">
                <a:latin typeface="Source Sans 3 Bold" panose="020B0503030403020204" pitchFamily="34" charset="0"/>
              </a:defRPr>
            </a:lvl2pPr>
            <a:lvl3pPr>
              <a:buFont typeface="+mj-lt"/>
              <a:buAutoNum type="alphaLcPeriod"/>
              <a:defRPr sz="1200" b="0" i="0" spc="80" baseline="0">
                <a:latin typeface="Source Sans 3 Light" panose="020B0403030403020204" pitchFamily="34" charset="0"/>
              </a:defRPr>
            </a:lvl3pPr>
            <a:lvl4pPr marL="1657309" indent="-285744">
              <a:buFont typeface="+mj-lt"/>
              <a:buAutoNum type="romanLcPeriod"/>
              <a:defRPr sz="1200" b="0" i="0" spc="80" baseline="0">
                <a:latin typeface="Source Sans 3 Light" panose="020B0403030403020204" pitchFamily="34" charset="0"/>
              </a:defRPr>
            </a:lvl4pPr>
            <a:lvl5pPr>
              <a:defRPr sz="1200" b="0" i="0" spc="71" baseline="0">
                <a:latin typeface="Source Sans 3 Light" panose="020B0403030403020204" pitchFamily="34" charset="0"/>
              </a:defRPr>
            </a:lvl5pPr>
          </a:lstStyle>
          <a:p>
            <a:pPr lvl="0"/>
            <a:r>
              <a:rPr lang="en-US"/>
              <a:t>Key Takeaways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FD922504-0F32-13F0-466B-69BF2FC67BD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77301" y="930611"/>
            <a:ext cx="3048001" cy="984829"/>
          </a:xfrm>
          <a:prstGeom prst="rect">
            <a:avLst/>
          </a:prstGeom>
        </p:spPr>
        <p:txBody>
          <a:bodyPr lIns="0" tIns="0" rIns="0"/>
          <a:lstStyle>
            <a:lvl1pPr marL="171446" indent="-171446">
              <a:lnSpc>
                <a:spcPct val="100000"/>
              </a:lnSpc>
              <a:buFont typeface="Arial" panose="020B0604020202020204" pitchFamily="34" charset="0"/>
              <a:buChar char="•"/>
              <a:defRPr sz="1200" b="0" i="0" spc="71" baseline="0">
                <a:solidFill>
                  <a:schemeClr val="tx1"/>
                </a:solidFill>
                <a:latin typeface="Source Sans 3 Light" panose="020B0403030403020204" pitchFamily="34" charset="0"/>
              </a:defRPr>
            </a:lvl1pPr>
            <a:lvl2pPr marL="457189" indent="0">
              <a:buNone/>
              <a:defRPr sz="1200" b="0" i="0" spc="71" baseline="0">
                <a:latin typeface="Source Sans 3 Bold" panose="020B0503030403020204" pitchFamily="34" charset="0"/>
              </a:defRPr>
            </a:lvl2pPr>
            <a:lvl3pPr marL="914377" indent="0">
              <a:buNone/>
              <a:defRPr sz="1200" b="0" i="0" spc="71" baseline="0">
                <a:latin typeface="Source Sans 3 Bold" panose="020B0503030403020204" pitchFamily="34" charset="0"/>
              </a:defRPr>
            </a:lvl3pPr>
            <a:lvl4pPr marL="1371566" indent="0">
              <a:buNone/>
              <a:defRPr sz="1200" b="0" i="0" spc="71" baseline="0">
                <a:latin typeface="Source Sans 3 Bold" panose="020B0503030403020204" pitchFamily="34" charset="0"/>
              </a:defRPr>
            </a:lvl4pPr>
            <a:lvl5pPr marL="1828754" indent="0">
              <a:buNone/>
              <a:defRPr sz="1200" b="0" i="0" spc="71" baseline="0">
                <a:latin typeface="Source Sans 3 Bold" panose="020B0503030403020204" pitchFamily="34" charset="0"/>
              </a:defRPr>
            </a:lvl5pPr>
          </a:lstStyle>
          <a:p>
            <a:pPr lvl="0"/>
            <a:r>
              <a:rPr lang="en-US"/>
              <a:t>Slide subtitle goes here text lorem ipsum dolor consectetur adipiscing elit, sed do eiusmod consectetur adipiscing elit</a:t>
            </a:r>
          </a:p>
          <a:p>
            <a:pPr lvl="0"/>
            <a:r>
              <a:rPr lang="en-US"/>
              <a:t>asdsa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ADD679B-0745-D775-149B-CA8FDCBE6FE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43674" y="646960"/>
            <a:ext cx="5199581" cy="363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 typeface="+mj-lt"/>
              <a:buNone/>
              <a:defRPr sz="1800" b="0" i="0" spc="71" baseline="0">
                <a:latin typeface="Barlow Medium" pitchFamily="2" charset="77"/>
              </a:defRPr>
            </a:lvl1pPr>
            <a:lvl2pPr>
              <a:defRPr sz="1200" b="0" i="0" spc="80" baseline="0">
                <a:latin typeface="Source Sans 3 Bold" panose="020B0503030403020204" pitchFamily="34" charset="0"/>
              </a:defRPr>
            </a:lvl2pPr>
            <a:lvl3pPr>
              <a:buFont typeface="+mj-lt"/>
              <a:buAutoNum type="alphaLcPeriod"/>
              <a:defRPr sz="1200" b="0" i="0" spc="80" baseline="0">
                <a:latin typeface="Source Sans 3 Light" panose="020B0403030403020204" pitchFamily="34" charset="0"/>
              </a:defRPr>
            </a:lvl3pPr>
            <a:lvl4pPr marL="1657309" indent="-285744">
              <a:buFont typeface="+mj-lt"/>
              <a:buAutoNum type="romanLcPeriod"/>
              <a:defRPr sz="1200" b="0" i="0" spc="80" baseline="0">
                <a:latin typeface="Source Sans 3 Light" panose="020B0403030403020204" pitchFamily="34" charset="0"/>
              </a:defRPr>
            </a:lvl4pPr>
            <a:lvl5pPr>
              <a:defRPr sz="1200" b="0" i="0" spc="71" baseline="0">
                <a:latin typeface="Source Sans 3 Light" panose="020B0403030403020204" pitchFamily="34" charset="0"/>
              </a:defRPr>
            </a:lvl5pPr>
          </a:lstStyle>
          <a:p>
            <a:pPr lvl="0"/>
            <a:r>
              <a:rPr lang="en-US"/>
              <a:t>Slide title goes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ECF506-BE12-41F2-9E27-B471196F7239}"/>
              </a:ext>
            </a:extLst>
          </p:cNvPr>
          <p:cNvCxnSpPr>
            <a:cxnSpLocks/>
          </p:cNvCxnSpPr>
          <p:nvPr userDrawn="1"/>
        </p:nvCxnSpPr>
        <p:spPr>
          <a:xfrm>
            <a:off x="540091" y="541812"/>
            <a:ext cx="188048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5772471E-7B52-23B0-95F5-0C505DF676D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3672" y="930611"/>
            <a:ext cx="5199581" cy="363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200" b="0" i="0" spc="71" baseline="0">
                <a:solidFill>
                  <a:schemeClr val="tx1"/>
                </a:solidFill>
                <a:latin typeface="Source Sans 3 Light" panose="020B0403030403020204" pitchFamily="34" charset="0"/>
              </a:defRPr>
            </a:lvl1pPr>
            <a:lvl2pPr marL="457189" indent="0">
              <a:buNone/>
              <a:defRPr sz="1200" b="0" i="0" spc="71" baseline="0">
                <a:latin typeface="Source Sans 3 Bold" panose="020B0503030403020204" pitchFamily="34" charset="0"/>
              </a:defRPr>
            </a:lvl2pPr>
            <a:lvl3pPr marL="914377" indent="0">
              <a:buNone/>
              <a:defRPr sz="1200" b="0" i="0" spc="71" baseline="0">
                <a:latin typeface="Source Sans 3 Bold" panose="020B0503030403020204" pitchFamily="34" charset="0"/>
              </a:defRPr>
            </a:lvl3pPr>
            <a:lvl4pPr marL="1371566" indent="0">
              <a:buNone/>
              <a:defRPr sz="1200" b="0" i="0" spc="71" baseline="0">
                <a:latin typeface="Source Sans 3 Bold" panose="020B0503030403020204" pitchFamily="34" charset="0"/>
              </a:defRPr>
            </a:lvl4pPr>
            <a:lvl5pPr marL="1828754" indent="0">
              <a:buNone/>
              <a:defRPr sz="1200" b="0" i="0" spc="71" baseline="0">
                <a:latin typeface="Source Sans 3 Bold" panose="020B0503030403020204" pitchFamily="34" charset="0"/>
              </a:defRPr>
            </a:lvl5pPr>
          </a:lstStyle>
          <a:p>
            <a:pPr lvl="0"/>
            <a:r>
              <a:rPr lang="en-US"/>
              <a:t>Slide subtitle goes here</a:t>
            </a:r>
          </a:p>
        </p:txBody>
      </p:sp>
      <p:sp>
        <p:nvSpPr>
          <p:cNvPr id="11" name="Table Placeholder 4">
            <a:extLst>
              <a:ext uri="{FF2B5EF4-FFF2-40B4-BE49-F238E27FC236}">
                <a16:creationId xmlns:a16="http://schemas.microsoft.com/office/drawing/2014/main" id="{7A708EBB-D404-FEC1-1261-135D87B45FF0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43674" y="1359335"/>
            <a:ext cx="7533527" cy="46458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3765269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item_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 descr="A black and white logo&#10;&#10;AI-generated content may be incorrect.">
            <a:extLst>
              <a:ext uri="{FF2B5EF4-FFF2-40B4-BE49-F238E27FC236}">
                <a16:creationId xmlns:a16="http://schemas.microsoft.com/office/drawing/2014/main" id="{66E3AB73-2B2F-E624-4318-62788DA72A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247" y="42701"/>
            <a:ext cx="1265757" cy="600895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5ED4723-533F-673B-D35B-D8EBB38AFFE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17625" y="670706"/>
            <a:ext cx="7834523" cy="3191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Font typeface="+mj-lt"/>
              <a:buNone/>
              <a:defRPr sz="1800" b="0" i="0" spc="0" baseline="0">
                <a:solidFill>
                  <a:srgbClr val="2B2C2B"/>
                </a:solidFill>
                <a:latin typeface="Source Sans 3" panose="020B0503030403020204" pitchFamily="34" charset="0"/>
              </a:defRPr>
            </a:lvl1pPr>
            <a:lvl2pPr>
              <a:defRPr sz="1200" b="0" i="0" spc="80" baseline="0">
                <a:latin typeface="Source Sans 3" panose="020B0503030403020204" pitchFamily="34" charset="0"/>
              </a:defRPr>
            </a:lvl2pPr>
            <a:lvl3pPr>
              <a:buFont typeface="+mj-lt"/>
              <a:buAutoNum type="alphaLcPeriod"/>
              <a:defRPr sz="1200" b="0" i="0" spc="80" baseline="0">
                <a:latin typeface="Source Sans 3 Light" panose="020B0403030403020204" pitchFamily="34" charset="0"/>
              </a:defRPr>
            </a:lvl3pPr>
            <a:lvl4pPr marL="1657350" indent="-285750">
              <a:buFont typeface="+mj-lt"/>
              <a:buAutoNum type="romanLcPeriod"/>
              <a:defRPr sz="1200" b="0" i="0" spc="80" baseline="0">
                <a:latin typeface="Source Sans 3 Light" panose="020B0403030403020204" pitchFamily="34" charset="0"/>
              </a:defRPr>
            </a:lvl4pPr>
            <a:lvl5pPr>
              <a:defRPr sz="1200" b="0" i="0" spc="70" baseline="0">
                <a:latin typeface="Source Sans 3 Light" panose="020B0403030403020204" pitchFamily="34" charset="0"/>
              </a:defRPr>
            </a:lvl5pPr>
          </a:lstStyle>
          <a:p>
            <a:pPr lvl="0"/>
            <a:r>
              <a:rPr lang="en-US"/>
              <a:t>Lorem ipsum dolor consectetur adipiscing elit, sed do eiusmod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204D75-41AE-C233-6C9F-17CB8B62F84D}"/>
              </a:ext>
            </a:extLst>
          </p:cNvPr>
          <p:cNvCxnSpPr>
            <a:cxnSpLocks/>
          </p:cNvCxnSpPr>
          <p:nvPr userDrawn="1"/>
        </p:nvCxnSpPr>
        <p:spPr>
          <a:xfrm>
            <a:off x="515112" y="519960"/>
            <a:ext cx="254236" cy="0"/>
          </a:xfrm>
          <a:prstGeom prst="line">
            <a:avLst/>
          </a:prstGeom>
          <a:ln w="50800">
            <a:solidFill>
              <a:srgbClr val="2B2C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F053E2D-78AA-5C13-CF3A-84B07B47789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17625" y="933258"/>
            <a:ext cx="7424896" cy="395831"/>
          </a:xfrm>
          <a:prstGeom prst="rect">
            <a:avLst/>
          </a:prstGeom>
        </p:spPr>
        <p:txBody>
          <a:bodyPr lIns="0" tIns="0" r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 b="0" i="0" spc="70" baseline="0">
                <a:solidFill>
                  <a:srgbClr val="2B2C2B"/>
                </a:solidFill>
                <a:latin typeface="Source Sans 3 Light" panose="020B0403030403020204" pitchFamily="34" charset="0"/>
              </a:defRPr>
            </a:lvl1pPr>
            <a:lvl2pPr marL="457200" indent="0">
              <a:buNone/>
              <a:defRPr sz="1200" b="0" i="0" spc="70" baseline="0">
                <a:latin typeface="Source Sans 3" panose="020B0503030403020204" pitchFamily="34" charset="0"/>
              </a:defRPr>
            </a:lvl2pPr>
            <a:lvl3pPr marL="914400" indent="0">
              <a:buNone/>
              <a:defRPr sz="1200" b="0" i="0" spc="70" baseline="0">
                <a:latin typeface="Source Sans 3" panose="020B0503030403020204" pitchFamily="34" charset="0"/>
              </a:defRPr>
            </a:lvl3pPr>
            <a:lvl4pPr marL="1371600" indent="0">
              <a:buNone/>
              <a:defRPr sz="1200" b="0" i="0" spc="70" baseline="0">
                <a:latin typeface="Source Sans 3" panose="020B0503030403020204" pitchFamily="34" charset="0"/>
              </a:defRPr>
            </a:lvl4pPr>
            <a:lvl5pPr marL="1828800" indent="0">
              <a:buNone/>
              <a:defRPr sz="1200" b="0" i="0" spc="70" baseline="0">
                <a:latin typeface="Source Sans 3" panose="020B0503030403020204" pitchFamily="34" charset="0"/>
              </a:defRPr>
            </a:lvl5pPr>
          </a:lstStyle>
          <a:p>
            <a:r>
              <a:rPr lang="en-US"/>
              <a:t>Slide subtitle goes here text lorem ipsum dolor consectetur.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E51D219-769E-AA7D-F2E5-62CF85CED7D7}"/>
              </a:ext>
            </a:extLst>
          </p:cNvPr>
          <p:cNvSpPr txBox="1">
            <a:spLocks/>
          </p:cNvSpPr>
          <p:nvPr userDrawn="1"/>
        </p:nvSpPr>
        <p:spPr>
          <a:xfrm>
            <a:off x="9388334" y="6470612"/>
            <a:ext cx="2623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000000-1234-1234-1234-123412341234}" type="slidenum">
              <a:rPr lang="en" b="0" i="0" smtClean="0">
                <a:solidFill>
                  <a:schemeClr val="accent6">
                    <a:lumMod val="10000"/>
                  </a:schemeClr>
                </a:solidFill>
                <a:latin typeface="Source Sans 3 Medium" panose="020B0503030403020204" pitchFamily="34" charset="0"/>
              </a:rPr>
              <a:pPr/>
              <a:t>‹#›</a:t>
            </a:fld>
            <a:endParaRPr lang="en" b="0" i="0">
              <a:solidFill>
                <a:schemeClr val="accent6">
                  <a:lumMod val="10000"/>
                </a:schemeClr>
              </a:solidFill>
              <a:latin typeface="Source Sans 3 Medium" panose="020B0503030403020204" pitchFamily="34" charset="0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2730D45-F5E5-F0AE-5F06-8858885A1BB9}"/>
              </a:ext>
            </a:extLst>
          </p:cNvPr>
          <p:cNvSpPr txBox="1">
            <a:spLocks/>
          </p:cNvSpPr>
          <p:nvPr userDrawn="1"/>
        </p:nvSpPr>
        <p:spPr>
          <a:xfrm>
            <a:off x="11063078" y="6621230"/>
            <a:ext cx="663633" cy="167256"/>
          </a:xfrm>
          <a:prstGeom prst="rect">
            <a:avLst/>
          </a:prstGeom>
        </p:spPr>
        <p:txBody>
          <a:bodyPr lIns="0" tIns="0" r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spc="70" baseline="0">
                <a:solidFill>
                  <a:schemeClr val="tx1"/>
                </a:solidFill>
                <a:latin typeface="Source Sans 3 Light" panose="020B0403030403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 spc="70" baseline="0">
                <a:solidFill>
                  <a:schemeClr val="tx1"/>
                </a:solidFill>
                <a:latin typeface="Source Sans 3" panose="020B0503030403020204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 spc="70" baseline="0">
                <a:solidFill>
                  <a:schemeClr val="tx1"/>
                </a:solidFill>
                <a:latin typeface="Source Sans 3" panose="020B0503030403020204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 spc="70" baseline="0">
                <a:solidFill>
                  <a:schemeClr val="tx1"/>
                </a:solidFill>
                <a:latin typeface="Source Sans 3" panose="020B0503030403020204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 spc="70" baseline="0">
                <a:solidFill>
                  <a:schemeClr val="tx1"/>
                </a:solidFill>
                <a:latin typeface="Source Sans 3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600" spc="250">
                <a:solidFill>
                  <a:srgbClr val="2B2B2B"/>
                </a:solidFill>
                <a:latin typeface="Barlow Condensed Light" pitchFamily="2" charset="77"/>
              </a:rPr>
              <a:t>PAGE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311C4B7A-95D8-3101-A03D-AC5D51EC6238}"/>
              </a:ext>
            </a:extLst>
          </p:cNvPr>
          <p:cNvSpPr>
            <a:spLocks noGrp="1"/>
          </p:cNvSpPr>
          <p:nvPr>
            <p:ph sz="quarter" idx="52"/>
          </p:nvPr>
        </p:nvSpPr>
        <p:spPr>
          <a:xfrm>
            <a:off x="517625" y="1362543"/>
            <a:ext cx="11209086" cy="482723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pc="50" baseline="0"/>
            </a:lvl1pPr>
            <a:lvl2pPr>
              <a:defRPr spc="50" baseline="0"/>
            </a:lvl2pPr>
            <a:lvl3pPr>
              <a:defRPr spc="50" baseline="0"/>
            </a:lvl3pPr>
            <a:lvl4pPr>
              <a:defRPr spc="50" baseline="0"/>
            </a:lvl4pPr>
            <a:lvl5pPr>
              <a:defRPr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4441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5BE92E-F4FF-ED6A-EDE3-D3FF89604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776" y="365125"/>
            <a:ext cx="11089342" cy="8271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77A81-D6D1-FF8D-236B-750AC8903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776" y="1398494"/>
            <a:ext cx="11089342" cy="4966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E3EB-C30E-D076-6DF7-642792E578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5822" y="6492875"/>
            <a:ext cx="4114800" cy="291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7F845-981E-ED58-F499-4105EC07F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07822" y="6492875"/>
            <a:ext cx="2743200" cy="291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5FE65-3E8C-4DBB-9B31-D6F7E5C3D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538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61F14-578E-6E64-AA08-B53B79FAA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6" descr="Construction of Synchronous Motor | Electrical4U">
            <a:extLst>
              <a:ext uri="{FF2B5EF4-FFF2-40B4-BE49-F238E27FC236}">
                <a16:creationId xmlns:a16="http://schemas.microsoft.com/office/drawing/2014/main" id="{89A8287E-48FB-60D7-C9CC-2EB01573D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519711" y="2457998"/>
            <a:ext cx="1648489" cy="1648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06E939FF-3F93-2616-B74F-5DEBF2283D7D}"/>
              </a:ext>
            </a:extLst>
          </p:cNvPr>
          <p:cNvGrpSpPr/>
          <p:nvPr/>
        </p:nvGrpSpPr>
        <p:grpSpPr>
          <a:xfrm>
            <a:off x="5573347" y="2375873"/>
            <a:ext cx="3255693" cy="2846579"/>
            <a:chOff x="6360345" y="1405924"/>
            <a:chExt cx="3780346" cy="3305303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E3ECEAF4-326E-29C6-FF18-44FBB3CDBAAE}"/>
                </a:ext>
              </a:extLst>
            </p:cNvPr>
            <p:cNvSpPr/>
            <p:nvPr/>
          </p:nvSpPr>
          <p:spPr>
            <a:xfrm>
              <a:off x="7048636" y="2427972"/>
              <a:ext cx="438912" cy="42062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accent2"/>
                  </a:solidFill>
                </a:rPr>
                <a:t>~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217F030-0846-7D1C-058B-1DDC723E5D41}"/>
                </a:ext>
              </a:extLst>
            </p:cNvPr>
            <p:cNvSpPr/>
            <p:nvPr/>
          </p:nvSpPr>
          <p:spPr>
            <a:xfrm>
              <a:off x="6609724" y="3260076"/>
              <a:ext cx="438912" cy="42062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accent2"/>
                  </a:solidFill>
                </a:rPr>
                <a:t>~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65D17FF-B723-2BBE-D526-0C2EB4B0E09D}"/>
                </a:ext>
              </a:extLst>
            </p:cNvPr>
            <p:cNvSpPr/>
            <p:nvPr/>
          </p:nvSpPr>
          <p:spPr>
            <a:xfrm>
              <a:off x="7487548" y="3260076"/>
              <a:ext cx="438912" cy="42062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accent2"/>
                  </a:solidFill>
                </a:rPr>
                <a:t>~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2AA5A9A-8ECA-153D-811A-C8DF51934242}"/>
                </a:ext>
              </a:extLst>
            </p:cNvPr>
            <p:cNvCxnSpPr>
              <a:stCxn id="56" idx="7"/>
            </p:cNvCxnSpPr>
            <p:nvPr/>
          </p:nvCxnSpPr>
          <p:spPr>
            <a:xfrm flipV="1">
              <a:off x="6984359" y="3152747"/>
              <a:ext cx="283733" cy="1689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95B9E55-4F01-6DE1-7FE6-CBA88A91EB60}"/>
                </a:ext>
              </a:extLst>
            </p:cNvPr>
            <p:cNvCxnSpPr>
              <a:stCxn id="57" idx="1"/>
            </p:cNvCxnSpPr>
            <p:nvPr/>
          </p:nvCxnSpPr>
          <p:spPr>
            <a:xfrm flipH="1" flipV="1">
              <a:off x="7268092" y="3152747"/>
              <a:ext cx="283733" cy="1689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CB62162-8E38-DE4A-586E-BCB9BC38A2E7}"/>
                </a:ext>
              </a:extLst>
            </p:cNvPr>
            <p:cNvCxnSpPr>
              <a:endCxn id="55" idx="4"/>
            </p:cNvCxnSpPr>
            <p:nvPr/>
          </p:nvCxnSpPr>
          <p:spPr>
            <a:xfrm flipV="1">
              <a:off x="7268092" y="2848596"/>
              <a:ext cx="0" cy="30415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D65152CA-A870-4BF2-CDE7-BCF08596B849}"/>
                </a:ext>
              </a:extLst>
            </p:cNvPr>
            <p:cNvCxnSpPr>
              <a:stCxn id="55" idx="0"/>
            </p:cNvCxnSpPr>
            <p:nvPr/>
          </p:nvCxnSpPr>
          <p:spPr>
            <a:xfrm flipV="1">
              <a:off x="7268092" y="2039112"/>
              <a:ext cx="0" cy="38886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Straight Connector 1026">
              <a:extLst>
                <a:ext uri="{FF2B5EF4-FFF2-40B4-BE49-F238E27FC236}">
                  <a16:creationId xmlns:a16="http://schemas.microsoft.com/office/drawing/2014/main" id="{11CBF37E-580F-2F26-D9EA-2E36FB38D9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68092" y="2039112"/>
              <a:ext cx="133641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1031">
              <a:extLst>
                <a:ext uri="{FF2B5EF4-FFF2-40B4-BE49-F238E27FC236}">
                  <a16:creationId xmlns:a16="http://schemas.microsoft.com/office/drawing/2014/main" id="{640C8432-F83A-D983-BA8B-0D21C5626E35}"/>
                </a:ext>
              </a:extLst>
            </p:cNvPr>
            <p:cNvCxnSpPr>
              <a:cxnSpLocks/>
              <a:endCxn id="57" idx="5"/>
            </p:cNvCxnSpPr>
            <p:nvPr/>
          </p:nvCxnSpPr>
          <p:spPr>
            <a:xfrm flipH="1" flipV="1">
              <a:off x="7862183" y="3619101"/>
              <a:ext cx="367417" cy="2213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AFE3B470-BB61-0656-8E54-DC1644F6692C}"/>
                </a:ext>
              </a:extLst>
            </p:cNvPr>
            <p:cNvCxnSpPr>
              <a:cxnSpLocks/>
              <a:endCxn id="56" idx="3"/>
            </p:cNvCxnSpPr>
            <p:nvPr/>
          </p:nvCxnSpPr>
          <p:spPr>
            <a:xfrm flipV="1">
              <a:off x="6360345" y="3619101"/>
              <a:ext cx="313656" cy="2213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1037">
              <a:extLst>
                <a:ext uri="{FF2B5EF4-FFF2-40B4-BE49-F238E27FC236}">
                  <a16:creationId xmlns:a16="http://schemas.microsoft.com/office/drawing/2014/main" id="{D387B04D-4E96-A20D-0E6C-E1AAA6FC4A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6990" y="3840480"/>
              <a:ext cx="0" cy="3598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1040">
              <a:extLst>
                <a:ext uri="{FF2B5EF4-FFF2-40B4-BE49-F238E27FC236}">
                  <a16:creationId xmlns:a16="http://schemas.microsoft.com/office/drawing/2014/main" id="{0714EE43-C22E-E7F6-33FE-B9C4B5732C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6990" y="4200306"/>
              <a:ext cx="223751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1045">
              <a:extLst>
                <a:ext uri="{FF2B5EF4-FFF2-40B4-BE49-F238E27FC236}">
                  <a16:creationId xmlns:a16="http://schemas.microsoft.com/office/drawing/2014/main" id="{4DFA5692-6D3D-FAED-F06D-495FC85F2F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9600" y="3843690"/>
              <a:ext cx="132588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4928CCE-F098-39D9-DCCB-5B08AA62A9FF}"/>
                </a:ext>
              </a:extLst>
            </p:cNvPr>
            <p:cNvSpPr/>
            <p:nvPr/>
          </p:nvSpPr>
          <p:spPr>
            <a:xfrm>
              <a:off x="7551825" y="1970532"/>
              <a:ext cx="832100" cy="13716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B9D33C9-692F-BE07-C6F1-3B266A88ECAB}"/>
                </a:ext>
              </a:extLst>
            </p:cNvPr>
            <p:cNvSpPr/>
            <p:nvPr/>
          </p:nvSpPr>
          <p:spPr>
            <a:xfrm>
              <a:off x="8461653" y="3760671"/>
              <a:ext cx="832100" cy="13716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109AAB-4692-8C2D-2EB6-D258E76E4076}"/>
                </a:ext>
              </a:extLst>
            </p:cNvPr>
            <p:cNvSpPr/>
            <p:nvPr/>
          </p:nvSpPr>
          <p:spPr>
            <a:xfrm>
              <a:off x="7014833" y="4129222"/>
              <a:ext cx="832100" cy="13716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0148CBC-F22E-47E2-03CE-607416E6C033}"/>
                </a:ext>
              </a:extLst>
            </p:cNvPr>
            <p:cNvSpPr txBox="1"/>
            <p:nvPr/>
          </p:nvSpPr>
          <p:spPr>
            <a:xfrm>
              <a:off x="7048636" y="1405924"/>
              <a:ext cx="2139969" cy="393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Electrical model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806747A-F3D7-8B4B-0EA8-1BBB10BA0380}"/>
                </a:ext>
              </a:extLst>
            </p:cNvPr>
            <p:cNvSpPr txBox="1"/>
            <p:nvPr/>
          </p:nvSpPr>
          <p:spPr>
            <a:xfrm>
              <a:off x="8476489" y="2049677"/>
              <a:ext cx="832101" cy="393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chemeClr val="accent1"/>
                  </a:solidFill>
                </a:rPr>
                <a:t>i</a:t>
              </a:r>
              <a:r>
                <a:rPr lang="en-US" sz="1600" i="1" baseline="-25000" dirty="0">
                  <a:solidFill>
                    <a:schemeClr val="accent1"/>
                  </a:solidFill>
                </a:rPr>
                <a:t>ref</a:t>
              </a:r>
              <a:r>
                <a:rPr lang="en-US" sz="1600" i="1" dirty="0">
                  <a:solidFill>
                    <a:schemeClr val="accent1"/>
                  </a:solidFill>
                </a:rPr>
                <a:t>[a]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D315A8A-8923-C7F7-633D-C2A0DC68C802}"/>
                </a:ext>
              </a:extLst>
            </p:cNvPr>
            <p:cNvSpPr txBox="1"/>
            <p:nvPr/>
          </p:nvSpPr>
          <p:spPr>
            <a:xfrm>
              <a:off x="9308590" y="3391339"/>
              <a:ext cx="832101" cy="393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chemeClr val="accent1"/>
                  </a:solidFill>
                </a:rPr>
                <a:t>i</a:t>
              </a:r>
              <a:r>
                <a:rPr lang="en-US" sz="1600" i="1" baseline="-25000" dirty="0">
                  <a:solidFill>
                    <a:schemeClr val="accent1"/>
                  </a:solidFill>
                </a:rPr>
                <a:t>ref</a:t>
              </a:r>
              <a:r>
                <a:rPr lang="en-US" sz="1600" i="1" dirty="0">
                  <a:solidFill>
                    <a:schemeClr val="accent1"/>
                  </a:solidFill>
                </a:rPr>
                <a:t>[b]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2BA2E51-A31E-1C74-E7BA-A40BB8033BB2}"/>
                </a:ext>
              </a:extLst>
            </p:cNvPr>
            <p:cNvSpPr txBox="1"/>
            <p:nvPr/>
          </p:nvSpPr>
          <p:spPr>
            <a:xfrm>
              <a:off x="8188453" y="4318115"/>
              <a:ext cx="832101" cy="393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chemeClr val="accent1"/>
                  </a:solidFill>
                </a:rPr>
                <a:t>i</a:t>
              </a:r>
              <a:r>
                <a:rPr lang="en-US" sz="1600" i="1" baseline="-25000" dirty="0">
                  <a:solidFill>
                    <a:schemeClr val="accent1"/>
                  </a:solidFill>
                </a:rPr>
                <a:t>ref</a:t>
              </a:r>
              <a:r>
                <a:rPr lang="en-US" sz="1600" i="1" dirty="0">
                  <a:solidFill>
                    <a:schemeClr val="accent1"/>
                  </a:solidFill>
                </a:rPr>
                <a:t>[c]</a:t>
              </a:r>
            </a:p>
          </p:txBody>
        </p:sp>
      </p:grp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0C672456-7C72-A044-B018-EBA932AAB68D}"/>
              </a:ext>
            </a:extLst>
          </p:cNvPr>
          <p:cNvGrpSpPr/>
          <p:nvPr/>
        </p:nvGrpSpPr>
        <p:grpSpPr>
          <a:xfrm>
            <a:off x="9219405" y="2734305"/>
            <a:ext cx="2428149" cy="1607126"/>
            <a:chOff x="3256454" y="5021523"/>
            <a:chExt cx="2819443" cy="1866113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DD537E6-AFF8-3FC2-3911-816A70EE2C26}"/>
                </a:ext>
              </a:extLst>
            </p:cNvPr>
            <p:cNvGrpSpPr/>
            <p:nvPr/>
          </p:nvGrpSpPr>
          <p:grpSpPr>
            <a:xfrm>
              <a:off x="3256454" y="5021523"/>
              <a:ext cx="2819443" cy="1402316"/>
              <a:chOff x="6082869" y="2105603"/>
              <a:chExt cx="4040185" cy="2216729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42971BC1-42B9-D70C-19ED-44CBA21763FD}"/>
                  </a:ext>
                </a:extLst>
              </p:cNvPr>
              <p:cNvGrpSpPr/>
              <p:nvPr/>
            </p:nvGrpSpPr>
            <p:grpSpPr>
              <a:xfrm>
                <a:off x="6687128" y="2655165"/>
                <a:ext cx="822034" cy="1152237"/>
                <a:chOff x="6691460" y="2655165"/>
                <a:chExt cx="849745" cy="1152237"/>
              </a:xfrm>
            </p:grpSpPr>
            <p:sp>
              <p:nvSpPr>
                <p:cNvPr id="1024" name="Flowchart: Decision 1023">
                  <a:extLst>
                    <a:ext uri="{FF2B5EF4-FFF2-40B4-BE49-F238E27FC236}">
                      <a16:creationId xmlns:a16="http://schemas.microsoft.com/office/drawing/2014/main" id="{184B2B9D-E6E7-0CD8-ECE5-B5F5043C7D14}"/>
                    </a:ext>
                  </a:extLst>
                </p:cNvPr>
                <p:cNvSpPr/>
                <p:nvPr/>
              </p:nvSpPr>
              <p:spPr>
                <a:xfrm>
                  <a:off x="6691460" y="2655165"/>
                  <a:ext cx="849745" cy="1152237"/>
                </a:xfrm>
                <a:prstGeom prst="flowChartDecision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cxnSp>
              <p:nvCxnSpPr>
                <p:cNvPr id="1026" name="Straight Arrow Connector 1025">
                  <a:extLst>
                    <a:ext uri="{FF2B5EF4-FFF2-40B4-BE49-F238E27FC236}">
                      <a16:creationId xmlns:a16="http://schemas.microsoft.com/office/drawing/2014/main" id="{E3555928-07FA-E5A3-042B-52265DF6B85E}"/>
                    </a:ext>
                  </a:extLst>
                </p:cNvPr>
                <p:cNvCxnSpPr/>
                <p:nvPr/>
              </p:nvCxnSpPr>
              <p:spPr>
                <a:xfrm flipV="1">
                  <a:off x="7116332" y="2931681"/>
                  <a:ext cx="0" cy="59112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3FEF71FA-217A-7964-43D3-BC5C8D3157E0}"/>
                  </a:ext>
                </a:extLst>
              </p:cNvPr>
              <p:cNvGrpSpPr/>
              <p:nvPr/>
            </p:nvGrpSpPr>
            <p:grpSpPr>
              <a:xfrm>
                <a:off x="7841671" y="3608968"/>
                <a:ext cx="434111" cy="277090"/>
                <a:chOff x="4100945" y="3306618"/>
                <a:chExt cx="434111" cy="277090"/>
              </a:xfrm>
            </p:grpSpPr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CB151A46-6267-54C0-6E1A-76ECC64134BD}"/>
                    </a:ext>
                  </a:extLst>
                </p:cNvPr>
                <p:cNvCxnSpPr/>
                <p:nvPr/>
              </p:nvCxnSpPr>
              <p:spPr>
                <a:xfrm>
                  <a:off x="4100945" y="3306618"/>
                  <a:ext cx="434110" cy="0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62" name="Arc 61">
                  <a:extLst>
                    <a:ext uri="{FF2B5EF4-FFF2-40B4-BE49-F238E27FC236}">
                      <a16:creationId xmlns:a16="http://schemas.microsoft.com/office/drawing/2014/main" id="{E5933F3A-76E2-76F9-D346-B5FD09845775}"/>
                    </a:ext>
                  </a:extLst>
                </p:cNvPr>
                <p:cNvSpPr/>
                <p:nvPr/>
              </p:nvSpPr>
              <p:spPr>
                <a:xfrm>
                  <a:off x="4100946" y="3392057"/>
                  <a:ext cx="434110" cy="191651"/>
                </a:xfrm>
                <a:prstGeom prst="arc">
                  <a:avLst>
                    <a:gd name="adj1" fmla="val 10753069"/>
                    <a:gd name="adj2" fmla="val 0"/>
                  </a:avLst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7D0FA367-7FB4-0479-CAA0-EA5B9F52B46F}"/>
                  </a:ext>
                </a:extLst>
              </p:cNvPr>
              <p:cNvGrpSpPr/>
              <p:nvPr/>
            </p:nvGrpSpPr>
            <p:grpSpPr>
              <a:xfrm>
                <a:off x="8802252" y="3221757"/>
                <a:ext cx="434111" cy="277090"/>
                <a:chOff x="4100945" y="3306618"/>
                <a:chExt cx="434111" cy="277090"/>
              </a:xfrm>
            </p:grpSpPr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DDC024C7-3139-CE38-F504-EF4F5385C788}"/>
                    </a:ext>
                  </a:extLst>
                </p:cNvPr>
                <p:cNvCxnSpPr/>
                <p:nvPr/>
              </p:nvCxnSpPr>
              <p:spPr>
                <a:xfrm>
                  <a:off x="4100945" y="3306618"/>
                  <a:ext cx="434110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Arc 57">
                  <a:extLst>
                    <a:ext uri="{FF2B5EF4-FFF2-40B4-BE49-F238E27FC236}">
                      <a16:creationId xmlns:a16="http://schemas.microsoft.com/office/drawing/2014/main" id="{9EC51364-674B-4EB7-B52E-800F5EB7CCC0}"/>
                    </a:ext>
                  </a:extLst>
                </p:cNvPr>
                <p:cNvSpPr/>
                <p:nvPr/>
              </p:nvSpPr>
              <p:spPr>
                <a:xfrm>
                  <a:off x="4100946" y="3392057"/>
                  <a:ext cx="434110" cy="191651"/>
                </a:xfrm>
                <a:prstGeom prst="arc">
                  <a:avLst>
                    <a:gd name="adj1" fmla="val 10753069"/>
                    <a:gd name="adj2" fmla="val 0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7D5E4BE0-9754-9D65-23CF-DB68EE001A9C}"/>
                  </a:ext>
                </a:extLst>
              </p:cNvPr>
              <p:cNvCxnSpPr/>
              <p:nvPr/>
            </p:nvCxnSpPr>
            <p:spPr>
              <a:xfrm flipV="1">
                <a:off x="9019307" y="2105603"/>
                <a:ext cx="0" cy="1116154"/>
              </a:xfrm>
              <a:prstGeom prst="line">
                <a:avLst/>
              </a:prstGeom>
              <a:ln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CC03A5A3-86EE-E569-0F55-2EB983AB6B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07096" y="2114839"/>
                <a:ext cx="3015958" cy="0"/>
              </a:xfrm>
              <a:prstGeom prst="line">
                <a:avLst/>
              </a:prstGeom>
              <a:ln>
                <a:tailEnd type="diamon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C91A871A-D177-9EC5-C319-5ECA4DE77F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07096" y="4313093"/>
                <a:ext cx="2914359" cy="9239"/>
              </a:xfrm>
              <a:prstGeom prst="line">
                <a:avLst/>
              </a:prstGeom>
              <a:ln>
                <a:tailEnd type="diamon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EB7B79B0-F659-0661-24AD-4F08AFE7E4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19307" y="3307196"/>
                <a:ext cx="0" cy="1015136"/>
              </a:xfrm>
              <a:prstGeom prst="line">
                <a:avLst/>
              </a:prstGeom>
              <a:ln>
                <a:head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87779348-864A-646B-C5EE-510607AF3CCF}"/>
                  </a:ext>
                </a:extLst>
              </p:cNvPr>
              <p:cNvCxnSpPr>
                <a:cxnSpLocks/>
                <a:stCxn id="1024" idx="2"/>
              </p:cNvCxnSpPr>
              <p:nvPr/>
            </p:nvCxnSpPr>
            <p:spPr>
              <a:xfrm>
                <a:off x="7098145" y="3807402"/>
                <a:ext cx="0" cy="51493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45BCBE5C-6A58-2353-BAC1-383636F828CB}"/>
                  </a:ext>
                </a:extLst>
              </p:cNvPr>
              <p:cNvCxnSpPr>
                <a:cxnSpLocks/>
                <a:endCxn id="1024" idx="0"/>
              </p:cNvCxnSpPr>
              <p:nvPr/>
            </p:nvCxnSpPr>
            <p:spPr>
              <a:xfrm>
                <a:off x="7098145" y="2105603"/>
                <a:ext cx="0" cy="54956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D246EC40-6F92-07E9-4B5D-2F8E9BACCAE2}"/>
                  </a:ext>
                </a:extLst>
              </p:cNvPr>
              <p:cNvGrpSpPr/>
              <p:nvPr/>
            </p:nvGrpSpPr>
            <p:grpSpPr>
              <a:xfrm rot="16200000">
                <a:off x="7892227" y="2897714"/>
                <a:ext cx="326664" cy="169164"/>
                <a:chOff x="4521709" y="2816352"/>
                <a:chExt cx="2024480" cy="745236"/>
              </a:xfrm>
            </p:grpSpPr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E9E08D06-4D83-06AD-477B-AFB4C806F283}"/>
                    </a:ext>
                  </a:extLst>
                </p:cNvPr>
                <p:cNvCxnSpPr/>
                <p:nvPr/>
              </p:nvCxnSpPr>
              <p:spPr>
                <a:xfrm flipV="1">
                  <a:off x="4718304" y="2816352"/>
                  <a:ext cx="393192" cy="745236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B63B4728-8EDA-CA35-1B46-271C4F0863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111496" y="2816352"/>
                  <a:ext cx="422453" cy="745236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6AFEF1A8-CA00-CA8F-0658-319D18A6890A}"/>
                    </a:ext>
                  </a:extLst>
                </p:cNvPr>
                <p:cNvCxnSpPr/>
                <p:nvPr/>
              </p:nvCxnSpPr>
              <p:spPr>
                <a:xfrm flipV="1">
                  <a:off x="5533949" y="2816352"/>
                  <a:ext cx="393192" cy="745236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9854B3E9-8BEA-DE42-929D-CDCF9CDADE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27141" y="2816352"/>
                  <a:ext cx="422453" cy="745236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F2D9288F-3340-3E3B-E1D8-5208701892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49594" y="3188969"/>
                  <a:ext cx="196595" cy="372618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EB4775C7-7D39-CC9C-FB7E-5980F7A3D6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21709" y="3188970"/>
                  <a:ext cx="212198" cy="372618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628872B-7B86-A1FA-8739-6CBB7D92F5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58726" y="3135900"/>
                <a:ext cx="0" cy="473068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55D60AF-808A-E79F-892F-E2B04F0C39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559" y="2114839"/>
                <a:ext cx="0" cy="704124"/>
              </a:xfrm>
              <a:prstGeom prst="line">
                <a:avLst/>
              </a:prstGeom>
              <a:ln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B2B4254E-2FE4-1584-0451-5268FE73BF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050939" y="3694407"/>
                <a:ext cx="4620" cy="618686"/>
              </a:xfrm>
              <a:prstGeom prst="line">
                <a:avLst/>
              </a:prstGeom>
              <a:ln>
                <a:head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DDE8016-EDA3-7FAC-C5AC-B030CF7B6506}"/>
                  </a:ext>
                </a:extLst>
              </p:cNvPr>
              <p:cNvSpPr txBox="1"/>
              <p:nvPr/>
            </p:nvSpPr>
            <p:spPr>
              <a:xfrm>
                <a:off x="6082869" y="3283651"/>
                <a:ext cx="615674" cy="5649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i="1" dirty="0">
                    <a:solidFill>
                      <a:schemeClr val="accent2"/>
                    </a:solidFill>
                  </a:rPr>
                  <a:t>i</a:t>
                </a:r>
                <a:r>
                  <a:rPr lang="en-US" sz="1400" i="1" baseline="-25000" dirty="0">
                    <a:solidFill>
                      <a:schemeClr val="accent2"/>
                    </a:solidFill>
                  </a:rPr>
                  <a:t>ref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5A2EF79-41F2-5C65-7C4E-F2D8805A22EB}"/>
                  </a:ext>
                </a:extLst>
              </p:cNvPr>
              <p:cNvSpPr txBox="1"/>
              <p:nvPr/>
            </p:nvSpPr>
            <p:spPr>
              <a:xfrm>
                <a:off x="8202174" y="2732852"/>
                <a:ext cx="510902" cy="4660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i="1" dirty="0">
                    <a:solidFill>
                      <a:schemeClr val="accent2"/>
                    </a:solidFill>
                  </a:rPr>
                  <a:t>r</a:t>
                </a:r>
                <a:r>
                  <a:rPr lang="en-US" sz="1050" i="1" baseline="-25000" dirty="0">
                    <a:solidFill>
                      <a:schemeClr val="accent2"/>
                    </a:solidFill>
                  </a:rPr>
                  <a:t>d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E26C1B4-8B50-2C6D-24F6-2148BD1F937E}"/>
                  </a:ext>
                </a:extLst>
              </p:cNvPr>
              <p:cNvSpPr txBox="1"/>
              <p:nvPr/>
            </p:nvSpPr>
            <p:spPr>
              <a:xfrm>
                <a:off x="8301179" y="3535534"/>
                <a:ext cx="693600" cy="4660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i="1" dirty="0">
                    <a:solidFill>
                      <a:schemeClr val="accent2"/>
                    </a:solidFill>
                  </a:rPr>
                  <a:t>C</a:t>
                </a:r>
                <a:r>
                  <a:rPr lang="en-US" sz="1050" i="1" baseline="-25000" dirty="0">
                    <a:solidFill>
                      <a:schemeClr val="accent2"/>
                    </a:solidFill>
                  </a:rPr>
                  <a:t>d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CABA1B2-98D3-540B-BE01-7E2929EDAEA6}"/>
                  </a:ext>
                </a:extLst>
              </p:cNvPr>
              <p:cNvSpPr txBox="1"/>
              <p:nvPr/>
            </p:nvSpPr>
            <p:spPr>
              <a:xfrm>
                <a:off x="9315729" y="3118889"/>
                <a:ext cx="584508" cy="4660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i="1" dirty="0">
                    <a:solidFill>
                      <a:schemeClr val="accent1"/>
                    </a:solidFill>
                  </a:rPr>
                  <a:t>C</a:t>
                </a:r>
                <a:r>
                  <a:rPr lang="en-US" sz="1050" i="1" baseline="-25000" dirty="0">
                    <a:solidFill>
                      <a:schemeClr val="accent1"/>
                    </a:solidFill>
                  </a:rPr>
                  <a:t>x</a:t>
                </a:r>
              </a:p>
            </p:txBody>
          </p:sp>
        </p:grpSp>
        <p:sp>
          <p:nvSpPr>
            <p:cNvPr id="1033" name="TextBox 1032">
              <a:extLst>
                <a:ext uri="{FF2B5EF4-FFF2-40B4-BE49-F238E27FC236}">
                  <a16:creationId xmlns:a16="http://schemas.microsoft.com/office/drawing/2014/main" id="{0889CD88-D5E0-F591-9A01-30B94793DDDB}"/>
                </a:ext>
              </a:extLst>
            </p:cNvPr>
            <p:cNvSpPr txBox="1"/>
            <p:nvPr/>
          </p:nvSpPr>
          <p:spPr>
            <a:xfrm>
              <a:off x="3734519" y="6494524"/>
              <a:ext cx="2139969" cy="393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Circuit controls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EC8C333-9A74-A315-3B1E-5A79E6736685}"/>
              </a:ext>
            </a:extLst>
          </p:cNvPr>
          <p:cNvGrpSpPr/>
          <p:nvPr/>
        </p:nvGrpSpPr>
        <p:grpSpPr>
          <a:xfrm>
            <a:off x="370615" y="1978815"/>
            <a:ext cx="4507333" cy="1950076"/>
            <a:chOff x="503313" y="1105220"/>
            <a:chExt cx="5233686" cy="226432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F020050-5AC9-C65F-7833-DB6D078D620A}"/>
                </a:ext>
              </a:extLst>
            </p:cNvPr>
            <p:cNvSpPr/>
            <p:nvPr/>
          </p:nvSpPr>
          <p:spPr>
            <a:xfrm>
              <a:off x="1879620" y="1292252"/>
              <a:ext cx="438912" cy="42062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809B860-3106-A7D6-D459-8A83A4E637CF}"/>
                </a:ext>
              </a:extLst>
            </p:cNvPr>
            <p:cNvCxnSpPr>
              <a:cxnSpLocks/>
              <a:endCxn id="4" idx="2"/>
            </p:cNvCxnSpPr>
            <p:nvPr/>
          </p:nvCxnSpPr>
          <p:spPr>
            <a:xfrm>
              <a:off x="864636" y="1502562"/>
              <a:ext cx="1014984" cy="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6C05599-26FC-A5C4-D148-DC25F975F767}"/>
                </a:ext>
              </a:extLst>
            </p:cNvPr>
            <p:cNvCxnSpPr>
              <a:cxnSpLocks/>
              <a:endCxn id="4" idx="3"/>
            </p:cNvCxnSpPr>
            <p:nvPr/>
          </p:nvCxnSpPr>
          <p:spPr>
            <a:xfrm flipV="1">
              <a:off x="1614309" y="1651277"/>
              <a:ext cx="329588" cy="42735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EAC4956-6AB8-DAF7-E5DA-93F63D7E9B99}"/>
                </a:ext>
              </a:extLst>
            </p:cNvPr>
            <p:cNvCxnSpPr>
              <a:cxnSpLocks/>
              <a:stCxn id="4" idx="6"/>
              <a:endCxn id="19" idx="1"/>
            </p:cNvCxnSpPr>
            <p:nvPr/>
          </p:nvCxnSpPr>
          <p:spPr>
            <a:xfrm>
              <a:off x="2318532" y="1502564"/>
              <a:ext cx="9330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8E43E0C1-9AA3-B00A-AC47-3914895C0D93}"/>
                    </a:ext>
                  </a:extLst>
                </p:cNvPr>
                <p:cNvSpPr/>
                <p:nvPr/>
              </p:nvSpPr>
              <p:spPr>
                <a:xfrm>
                  <a:off x="3251618" y="1219100"/>
                  <a:ext cx="850392" cy="566928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1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10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1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11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𝑖𝑛𝑒𝑟𝑡𝑖𝑎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1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oMath>
                    </m:oMathPara>
                  </a14:m>
                  <a:endParaRPr lang="en-US" sz="11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8E43E0C1-9AA3-B00A-AC47-3914895C0D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1618" y="1219100"/>
                  <a:ext cx="850392" cy="56692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5F5ADCF8-59F0-37C7-AD64-85D10FC9A6D7}"/>
                </a:ext>
              </a:extLst>
            </p:cNvPr>
            <p:cNvSpPr/>
            <p:nvPr/>
          </p:nvSpPr>
          <p:spPr>
            <a:xfrm rot="16200000">
              <a:off x="4083522" y="2101494"/>
              <a:ext cx="804668" cy="758953"/>
            </a:xfrm>
            <a:prstGeom prst="triangl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54EC8E8-05F7-565B-A522-BCF1D847735A}"/>
                    </a:ext>
                  </a:extLst>
                </p:cNvPr>
                <p:cNvSpPr txBox="1"/>
                <p:nvPr/>
              </p:nvSpPr>
              <p:spPr>
                <a:xfrm>
                  <a:off x="4232144" y="2325062"/>
                  <a:ext cx="758952" cy="3382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𝑑𝑎𝑚𝑝</m:t>
                            </m:r>
                          </m:sub>
                        </m:sSub>
                      </m:oMath>
                    </m:oMathPara>
                  </a14:m>
                  <a:endParaRPr lang="en-US" sz="12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54EC8E8-05F7-565B-A522-BCF1D84773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144" y="2325062"/>
                  <a:ext cx="758952" cy="33824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172E23FC-1D9A-D481-F83B-A2DFD25017E9}"/>
                </a:ext>
              </a:extLst>
            </p:cNvPr>
            <p:cNvCxnSpPr>
              <a:cxnSpLocks/>
              <a:endCxn id="4" idx="5"/>
            </p:cNvCxnSpPr>
            <p:nvPr/>
          </p:nvCxnSpPr>
          <p:spPr>
            <a:xfrm flipH="1" flipV="1">
              <a:off x="2254255" y="1651277"/>
              <a:ext cx="379879" cy="8296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3784D28-433A-08C3-7845-FCF66B0A23E9}"/>
                </a:ext>
              </a:extLst>
            </p:cNvPr>
            <p:cNvCxnSpPr>
              <a:cxnSpLocks/>
              <a:stCxn id="33" idx="0"/>
              <a:endCxn id="1030" idx="3"/>
            </p:cNvCxnSpPr>
            <p:nvPr/>
          </p:nvCxnSpPr>
          <p:spPr>
            <a:xfrm flipH="1">
              <a:off x="3714823" y="2480971"/>
              <a:ext cx="391557" cy="1613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A24EC40-D462-EF3E-7F59-C717D3924032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4102010" y="1502564"/>
              <a:ext cx="16349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34F8BE8-57DB-F1F1-254E-51DD4C3FA8FC}"/>
                </a:ext>
              </a:extLst>
            </p:cNvPr>
            <p:cNvCxnSpPr/>
            <p:nvPr/>
          </p:nvCxnSpPr>
          <p:spPr>
            <a:xfrm>
              <a:off x="5295102" y="1502562"/>
              <a:ext cx="0" cy="9784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AFAF5D4E-36F4-7DF9-A360-772D48318FDD}"/>
                </a:ext>
              </a:extLst>
            </p:cNvPr>
            <p:cNvCxnSpPr>
              <a:cxnSpLocks/>
              <a:endCxn id="33" idx="3"/>
            </p:cNvCxnSpPr>
            <p:nvPr/>
          </p:nvCxnSpPr>
          <p:spPr>
            <a:xfrm flipH="1">
              <a:off x="4865333" y="2480970"/>
              <a:ext cx="42976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88AB054-E58D-36E3-CAD4-CD9449D06F98}"/>
                </a:ext>
              </a:extLst>
            </p:cNvPr>
            <p:cNvSpPr txBox="1"/>
            <p:nvPr/>
          </p:nvSpPr>
          <p:spPr>
            <a:xfrm>
              <a:off x="4997923" y="1126485"/>
              <a:ext cx="640077" cy="393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 dirty="0" err="1">
                  <a:solidFill>
                    <a:schemeClr val="accent1"/>
                  </a:solidFill>
                </a:rPr>
                <a:t>f</a:t>
              </a:r>
              <a:r>
                <a:rPr lang="en-US" sz="1600" i="1" baseline="-25000" dirty="0" err="1">
                  <a:solidFill>
                    <a:schemeClr val="accent1"/>
                  </a:solidFill>
                </a:rPr>
                <a:t>rotor</a:t>
              </a:r>
              <a:endParaRPr lang="en-US" sz="1600" i="1" baseline="-25000" dirty="0">
                <a:solidFill>
                  <a:schemeClr val="accent1"/>
                </a:solidFill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5B4908D-471C-FA38-2824-4ED86295F649}"/>
                </a:ext>
              </a:extLst>
            </p:cNvPr>
            <p:cNvSpPr txBox="1"/>
            <p:nvPr/>
          </p:nvSpPr>
          <p:spPr>
            <a:xfrm>
              <a:off x="503313" y="1105220"/>
              <a:ext cx="1178909" cy="393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 dirty="0" err="1">
                  <a:solidFill>
                    <a:schemeClr val="accent1"/>
                  </a:solidFill>
                </a:rPr>
                <a:t>p</a:t>
              </a:r>
              <a:r>
                <a:rPr lang="en-US" sz="1600" i="1" baseline="-25000" dirty="0" err="1">
                  <a:solidFill>
                    <a:schemeClr val="accent1"/>
                  </a:solidFill>
                </a:rPr>
                <a:t>mechanical</a:t>
              </a:r>
              <a:endParaRPr lang="en-US" sz="1600" i="1" baseline="-25000" dirty="0">
                <a:solidFill>
                  <a:schemeClr val="accent1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DC18436-1F08-F9B2-2574-AE077A15519C}"/>
                </a:ext>
              </a:extLst>
            </p:cNvPr>
            <p:cNvSpPr txBox="1"/>
            <p:nvPr/>
          </p:nvSpPr>
          <p:spPr>
            <a:xfrm>
              <a:off x="864637" y="2018063"/>
              <a:ext cx="1005571" cy="393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 dirty="0" err="1">
                  <a:solidFill>
                    <a:schemeClr val="accent1"/>
                  </a:solidFill>
                </a:rPr>
                <a:t>p</a:t>
              </a:r>
              <a:r>
                <a:rPr lang="en-US" sz="1600" i="1" baseline="-25000" dirty="0" err="1">
                  <a:solidFill>
                    <a:schemeClr val="accent1"/>
                  </a:solidFill>
                </a:rPr>
                <a:t>electrical</a:t>
              </a:r>
              <a:endParaRPr lang="en-US" sz="1600" i="1" baseline="-25000" dirty="0">
                <a:solidFill>
                  <a:schemeClr val="accent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A060DF9-381B-C914-E269-76E64FCF623E}"/>
                </a:ext>
              </a:extLst>
            </p:cNvPr>
            <p:cNvSpPr txBox="1"/>
            <p:nvPr/>
          </p:nvSpPr>
          <p:spPr>
            <a:xfrm>
              <a:off x="1634747" y="1157852"/>
              <a:ext cx="347871" cy="393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1"/>
                  </a:solidFill>
                </a:rPr>
                <a:t>+</a:t>
              </a:r>
              <a:endParaRPr lang="en-US" sz="1600" baseline="-25000" dirty="0">
                <a:solidFill>
                  <a:schemeClr val="accent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329A080-949F-19AF-4CF0-22DC9A20C4FE}"/>
                </a:ext>
              </a:extLst>
            </p:cNvPr>
            <p:cNvSpPr txBox="1"/>
            <p:nvPr/>
          </p:nvSpPr>
          <p:spPr>
            <a:xfrm>
              <a:off x="1862879" y="1622434"/>
              <a:ext cx="347871" cy="393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1"/>
                  </a:solidFill>
                </a:rPr>
                <a:t>_</a:t>
              </a:r>
              <a:endParaRPr lang="en-US" sz="1600" baseline="-25000" dirty="0">
                <a:solidFill>
                  <a:schemeClr val="accent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E6B2981-6E5F-33A4-7401-9CB1D3C1DAC3}"/>
                </a:ext>
              </a:extLst>
            </p:cNvPr>
            <p:cNvSpPr txBox="1"/>
            <p:nvPr/>
          </p:nvSpPr>
          <p:spPr>
            <a:xfrm>
              <a:off x="2331715" y="1456495"/>
              <a:ext cx="347871" cy="393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1"/>
                  </a:solidFill>
                </a:rPr>
                <a:t>_</a:t>
              </a:r>
              <a:endParaRPr lang="en-US" sz="1600" baseline="-25000" dirty="0">
                <a:solidFill>
                  <a:schemeClr val="accent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F247B03-257F-B2E2-91B9-CB17D3327124}"/>
                </a:ext>
              </a:extLst>
            </p:cNvPr>
            <p:cNvSpPr txBox="1"/>
            <p:nvPr/>
          </p:nvSpPr>
          <p:spPr>
            <a:xfrm>
              <a:off x="2113501" y="2976437"/>
              <a:ext cx="2139969" cy="393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Mechanical model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0" name="Rectangle 1029">
                  <a:extLst>
                    <a:ext uri="{FF2B5EF4-FFF2-40B4-BE49-F238E27FC236}">
                      <a16:creationId xmlns:a16="http://schemas.microsoft.com/office/drawing/2014/main" id="{D743534A-67E0-5EFB-32D2-040306608A9C}"/>
                    </a:ext>
                  </a:extLst>
                </p:cNvPr>
                <p:cNvSpPr/>
                <p:nvPr/>
              </p:nvSpPr>
              <p:spPr>
                <a:xfrm>
                  <a:off x="2979138" y="2272272"/>
                  <a:ext cx="735685" cy="420624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11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𝑃𝐹</m:t>
                        </m:r>
                      </m:oMath>
                    </m:oMathPara>
                  </a14:m>
                  <a:endParaRPr lang="en-US" sz="11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030" name="Rectangle 1029">
                  <a:extLst>
                    <a:ext uri="{FF2B5EF4-FFF2-40B4-BE49-F238E27FC236}">
                      <a16:creationId xmlns:a16="http://schemas.microsoft.com/office/drawing/2014/main" id="{D743534A-67E0-5EFB-32D2-040306608A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138" y="2272272"/>
                  <a:ext cx="735685" cy="42062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44" name="Straight Connector 1043">
              <a:extLst>
                <a:ext uri="{FF2B5EF4-FFF2-40B4-BE49-F238E27FC236}">
                  <a16:creationId xmlns:a16="http://schemas.microsoft.com/office/drawing/2014/main" id="{B7398740-A438-698B-7D56-CB16C6A70707}"/>
                </a:ext>
              </a:extLst>
            </p:cNvPr>
            <p:cNvCxnSpPr>
              <a:cxnSpLocks/>
              <a:stCxn id="1030" idx="1"/>
            </p:cNvCxnSpPr>
            <p:nvPr/>
          </p:nvCxnSpPr>
          <p:spPr>
            <a:xfrm flipH="1" flipV="1">
              <a:off x="2629293" y="2480970"/>
              <a:ext cx="349845" cy="16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8" name="Right Brace 1027">
            <a:extLst>
              <a:ext uri="{FF2B5EF4-FFF2-40B4-BE49-F238E27FC236}">
                <a16:creationId xmlns:a16="http://schemas.microsoft.com/office/drawing/2014/main" id="{4A99443E-4997-110C-3BE1-18AC0D720FB2}"/>
              </a:ext>
            </a:extLst>
          </p:cNvPr>
          <p:cNvSpPr/>
          <p:nvPr/>
        </p:nvSpPr>
        <p:spPr>
          <a:xfrm>
            <a:off x="8904594" y="2798647"/>
            <a:ext cx="248568" cy="1977225"/>
          </a:xfrm>
          <a:prstGeom prst="rightBrace">
            <a:avLst>
              <a:gd name="adj1" fmla="val 8333"/>
              <a:gd name="adj2" fmla="val 27291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4DDFF932-2C95-52F8-0401-E39AD008C96A}"/>
              </a:ext>
            </a:extLst>
          </p:cNvPr>
          <p:cNvCxnSpPr>
            <a:cxnSpLocks/>
            <a:stCxn id="1028" idx="1"/>
            <a:endCxn id="1024" idx="1"/>
          </p:cNvCxnSpPr>
          <p:nvPr/>
        </p:nvCxnSpPr>
        <p:spPr>
          <a:xfrm>
            <a:off x="9153162" y="3338251"/>
            <a:ext cx="429402" cy="9337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933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1E51-51CE-3E07-B6D9-ED31C7E76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6" descr="Construction of Synchronous Motor | Electrical4U">
            <a:extLst>
              <a:ext uri="{FF2B5EF4-FFF2-40B4-BE49-F238E27FC236}">
                <a16:creationId xmlns:a16="http://schemas.microsoft.com/office/drawing/2014/main" id="{52D8BB6A-B93A-F461-92E7-95E9CAA38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720161" y="1097574"/>
            <a:ext cx="1914142" cy="1914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8D089D42-D499-7476-BEFE-7A86E5703484}"/>
              </a:ext>
            </a:extLst>
          </p:cNvPr>
          <p:cNvGrpSpPr/>
          <p:nvPr/>
        </p:nvGrpSpPr>
        <p:grpSpPr>
          <a:xfrm>
            <a:off x="1248748" y="618554"/>
            <a:ext cx="4659002" cy="2264751"/>
            <a:chOff x="580510" y="1932344"/>
            <a:chExt cx="4659002" cy="226475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8BA71C2-8E6F-614F-DE62-DBB5C60DBF51}"/>
                </a:ext>
              </a:extLst>
            </p:cNvPr>
            <p:cNvSpPr/>
            <p:nvPr/>
          </p:nvSpPr>
          <p:spPr>
            <a:xfrm>
              <a:off x="1956816" y="2606042"/>
              <a:ext cx="438912" cy="42062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9D54623-0D91-D084-E726-A1C26F63E10E}"/>
                </a:ext>
              </a:extLst>
            </p:cNvPr>
            <p:cNvCxnSpPr>
              <a:cxnSpLocks/>
              <a:endCxn id="4" idx="2"/>
            </p:cNvCxnSpPr>
            <p:nvPr/>
          </p:nvCxnSpPr>
          <p:spPr>
            <a:xfrm>
              <a:off x="941832" y="2816352"/>
              <a:ext cx="1014984" cy="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D9BD1DA-4CAC-4BD7-473B-27CC71A20DAD}"/>
                </a:ext>
              </a:extLst>
            </p:cNvPr>
            <p:cNvCxnSpPr>
              <a:cxnSpLocks/>
              <a:endCxn id="4" idx="3"/>
            </p:cNvCxnSpPr>
            <p:nvPr/>
          </p:nvCxnSpPr>
          <p:spPr>
            <a:xfrm flipV="1">
              <a:off x="1691505" y="2965067"/>
              <a:ext cx="329588" cy="42735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F5E8057-0839-85D1-E89F-E127FEDDAABF}"/>
                </a:ext>
              </a:extLst>
            </p:cNvPr>
            <p:cNvCxnSpPr>
              <a:cxnSpLocks/>
              <a:stCxn id="4" idx="6"/>
              <a:endCxn id="19" idx="1"/>
            </p:cNvCxnSpPr>
            <p:nvPr/>
          </p:nvCxnSpPr>
          <p:spPr>
            <a:xfrm>
              <a:off x="2395728" y="2816354"/>
              <a:ext cx="8138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E277C29E-AC2E-FB46-57C3-CE82F0BCEE7A}"/>
                    </a:ext>
                  </a:extLst>
                </p:cNvPr>
                <p:cNvSpPr/>
                <p:nvPr/>
              </p:nvSpPr>
              <p:spPr>
                <a:xfrm>
                  <a:off x="3209544" y="2532890"/>
                  <a:ext cx="850392" cy="566928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20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𝑖𝑛𝑒𝑟𝑡𝑖𝑎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2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oMath>
                    </m:oMathPara>
                  </a14:m>
                  <a:endParaRPr lang="en-US" sz="12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F21EDDDC-FD30-312A-25AF-6E95636B8C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9544" y="2532890"/>
                  <a:ext cx="850392" cy="56692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347C4DCF-5304-0758-18D8-CC53ECBB28D3}"/>
                </a:ext>
              </a:extLst>
            </p:cNvPr>
            <p:cNvSpPr/>
            <p:nvPr/>
          </p:nvSpPr>
          <p:spPr>
            <a:xfrm rot="16200000">
              <a:off x="3186687" y="3415284"/>
              <a:ext cx="804668" cy="758953"/>
            </a:xfrm>
            <a:prstGeom prst="triangl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903164D8-2228-6A8F-D928-59FD5DF5C4E0}"/>
                    </a:ext>
                  </a:extLst>
                </p:cNvPr>
                <p:cNvSpPr txBox="1"/>
                <p:nvPr/>
              </p:nvSpPr>
              <p:spPr>
                <a:xfrm>
                  <a:off x="3300984" y="3632569"/>
                  <a:ext cx="758952" cy="3243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𝑑𝑎𝑚𝑝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2580410F-321B-B56C-7650-F134913F5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0984" y="3632569"/>
                  <a:ext cx="758952" cy="324384"/>
                </a:xfrm>
                <a:prstGeom prst="rect">
                  <a:avLst/>
                </a:prstGeom>
                <a:blipFill>
                  <a:blip r:embed="rId5"/>
                  <a:stretch>
                    <a:fillRect b="-18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9637B8D-751D-BB26-EEF5-6DAA10055AED}"/>
                </a:ext>
              </a:extLst>
            </p:cNvPr>
            <p:cNvCxnSpPr>
              <a:cxnSpLocks/>
              <a:endCxn id="4" idx="5"/>
            </p:cNvCxnSpPr>
            <p:nvPr/>
          </p:nvCxnSpPr>
          <p:spPr>
            <a:xfrm flipH="1" flipV="1">
              <a:off x="2331451" y="2965067"/>
              <a:ext cx="375038" cy="8296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EEC171B-4D43-4171-F758-B4E0EE80FE7F}"/>
                </a:ext>
              </a:extLst>
            </p:cNvPr>
            <p:cNvCxnSpPr>
              <a:stCxn id="33" idx="0"/>
            </p:cNvCxnSpPr>
            <p:nvPr/>
          </p:nvCxnSpPr>
          <p:spPr>
            <a:xfrm flipH="1" flipV="1">
              <a:off x="2706489" y="3794760"/>
              <a:ext cx="503056" cy="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E47944C6-65E7-0152-9D2D-3B7A6D47D2E0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4059936" y="2816354"/>
              <a:ext cx="11795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817324E-AC40-4207-9F5A-597E235CC857}"/>
                </a:ext>
              </a:extLst>
            </p:cNvPr>
            <p:cNvCxnSpPr/>
            <p:nvPr/>
          </p:nvCxnSpPr>
          <p:spPr>
            <a:xfrm>
              <a:off x="4626864" y="2816352"/>
              <a:ext cx="0" cy="9784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5D90FDED-5335-488A-BF48-BC240F642B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68498" y="3794760"/>
              <a:ext cx="6583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D32E83C-9274-5C63-78F0-8E330BB88E68}"/>
                </a:ext>
              </a:extLst>
            </p:cNvPr>
            <p:cNvSpPr txBox="1"/>
            <p:nvPr/>
          </p:nvSpPr>
          <p:spPr>
            <a:xfrm>
              <a:off x="4329685" y="2440275"/>
              <a:ext cx="6400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err="1">
                  <a:solidFill>
                    <a:schemeClr val="accent1"/>
                  </a:solidFill>
                </a:rPr>
                <a:t>f</a:t>
              </a:r>
              <a:r>
                <a:rPr lang="en-US" i="1" baseline="-25000" dirty="0" err="1">
                  <a:solidFill>
                    <a:schemeClr val="accent1"/>
                  </a:solidFill>
                </a:rPr>
                <a:t>rotor</a:t>
              </a:r>
              <a:endParaRPr lang="en-US" i="1" baseline="-25000" dirty="0">
                <a:solidFill>
                  <a:schemeClr val="accent1"/>
                </a:solidFill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2DC826D-C2C5-0A07-6FC2-6B61AA579481}"/>
                </a:ext>
              </a:extLst>
            </p:cNvPr>
            <p:cNvSpPr txBox="1"/>
            <p:nvPr/>
          </p:nvSpPr>
          <p:spPr>
            <a:xfrm>
              <a:off x="580510" y="2419009"/>
              <a:ext cx="10925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err="1">
                  <a:solidFill>
                    <a:schemeClr val="accent1"/>
                  </a:solidFill>
                </a:rPr>
                <a:t>p</a:t>
              </a:r>
              <a:r>
                <a:rPr lang="en-US" i="1" baseline="-25000" dirty="0" err="1">
                  <a:solidFill>
                    <a:schemeClr val="accent1"/>
                  </a:solidFill>
                </a:rPr>
                <a:t>mechanical</a:t>
              </a:r>
              <a:endParaRPr lang="en-US" i="1" baseline="-25000" dirty="0">
                <a:solidFill>
                  <a:schemeClr val="accent1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4F72F28-165A-F07B-BF77-9C9B20C84179}"/>
                </a:ext>
              </a:extLst>
            </p:cNvPr>
            <p:cNvSpPr txBox="1"/>
            <p:nvPr/>
          </p:nvSpPr>
          <p:spPr>
            <a:xfrm>
              <a:off x="941833" y="3331853"/>
              <a:ext cx="10055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 err="1">
                  <a:solidFill>
                    <a:schemeClr val="accent1"/>
                  </a:solidFill>
                </a:rPr>
                <a:t>p</a:t>
              </a:r>
              <a:r>
                <a:rPr lang="en-US" i="1" baseline="-25000" dirty="0" err="1">
                  <a:solidFill>
                    <a:schemeClr val="accent1"/>
                  </a:solidFill>
                </a:rPr>
                <a:t>electrical</a:t>
              </a:r>
              <a:endParaRPr lang="en-US" i="1" baseline="-25000" dirty="0">
                <a:solidFill>
                  <a:schemeClr val="accent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B2C0F51-6B3B-D75B-6C33-10A942566944}"/>
                </a:ext>
              </a:extLst>
            </p:cNvPr>
            <p:cNvSpPr txBox="1"/>
            <p:nvPr/>
          </p:nvSpPr>
          <p:spPr>
            <a:xfrm>
              <a:off x="1711943" y="2471642"/>
              <a:ext cx="3478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+</a:t>
              </a:r>
              <a:endParaRPr lang="en-US" baseline="-25000" dirty="0">
                <a:solidFill>
                  <a:schemeClr val="accent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52C3B53-DA63-0E22-164D-73392D46C141}"/>
                </a:ext>
              </a:extLst>
            </p:cNvPr>
            <p:cNvSpPr txBox="1"/>
            <p:nvPr/>
          </p:nvSpPr>
          <p:spPr>
            <a:xfrm>
              <a:off x="1940075" y="2936224"/>
              <a:ext cx="3478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_</a:t>
              </a:r>
              <a:endParaRPr lang="en-US" baseline="-25000" dirty="0">
                <a:solidFill>
                  <a:schemeClr val="accent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C4C1CD4-B02D-2C90-0E5F-4FAA58F75DE6}"/>
                </a:ext>
              </a:extLst>
            </p:cNvPr>
            <p:cNvSpPr txBox="1"/>
            <p:nvPr/>
          </p:nvSpPr>
          <p:spPr>
            <a:xfrm>
              <a:off x="2408911" y="2770285"/>
              <a:ext cx="3478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_</a:t>
              </a:r>
              <a:endParaRPr lang="en-US" baseline="-25000" dirty="0">
                <a:solidFill>
                  <a:schemeClr val="accent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B353978-C517-A4E8-BDC3-31D6F81ACD75}"/>
                </a:ext>
              </a:extLst>
            </p:cNvPr>
            <p:cNvSpPr txBox="1"/>
            <p:nvPr/>
          </p:nvSpPr>
          <p:spPr>
            <a:xfrm>
              <a:off x="1751269" y="1932344"/>
              <a:ext cx="21399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Mechanical model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DF70E0D-AA17-FB0E-7580-AACC376101E0}"/>
              </a:ext>
            </a:extLst>
          </p:cNvPr>
          <p:cNvGrpSpPr/>
          <p:nvPr/>
        </p:nvGrpSpPr>
        <p:grpSpPr>
          <a:xfrm>
            <a:off x="7126545" y="867069"/>
            <a:ext cx="3780346" cy="3281524"/>
            <a:chOff x="6360345" y="1405924"/>
            <a:chExt cx="3780346" cy="3281524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A7A529F-8ABB-D925-A137-4D716FCA5020}"/>
                </a:ext>
              </a:extLst>
            </p:cNvPr>
            <p:cNvSpPr/>
            <p:nvPr/>
          </p:nvSpPr>
          <p:spPr>
            <a:xfrm>
              <a:off x="7048636" y="2427972"/>
              <a:ext cx="438912" cy="42062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~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FBA4374-1D97-F412-94C2-AA9BDA9FB9D8}"/>
                </a:ext>
              </a:extLst>
            </p:cNvPr>
            <p:cNvSpPr/>
            <p:nvPr/>
          </p:nvSpPr>
          <p:spPr>
            <a:xfrm>
              <a:off x="6609724" y="3260076"/>
              <a:ext cx="438912" cy="42062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~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6183C8D6-876B-6591-4284-CC354DB6FC2D}"/>
                </a:ext>
              </a:extLst>
            </p:cNvPr>
            <p:cNvSpPr/>
            <p:nvPr/>
          </p:nvSpPr>
          <p:spPr>
            <a:xfrm>
              <a:off x="7487548" y="3260076"/>
              <a:ext cx="438912" cy="42062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~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8FA6A5E-DC19-9469-3720-71982663525B}"/>
                </a:ext>
              </a:extLst>
            </p:cNvPr>
            <p:cNvCxnSpPr>
              <a:stCxn id="56" idx="7"/>
            </p:cNvCxnSpPr>
            <p:nvPr/>
          </p:nvCxnSpPr>
          <p:spPr>
            <a:xfrm flipV="1">
              <a:off x="6984359" y="3152747"/>
              <a:ext cx="283733" cy="1689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0DB8BD0-4F9A-3123-6F03-85B2B16BABF1}"/>
                </a:ext>
              </a:extLst>
            </p:cNvPr>
            <p:cNvCxnSpPr>
              <a:stCxn id="57" idx="1"/>
            </p:cNvCxnSpPr>
            <p:nvPr/>
          </p:nvCxnSpPr>
          <p:spPr>
            <a:xfrm flipH="1" flipV="1">
              <a:off x="7268092" y="3152747"/>
              <a:ext cx="283733" cy="1689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391A43D-8756-ECC9-72D0-875C6E0AB482}"/>
                </a:ext>
              </a:extLst>
            </p:cNvPr>
            <p:cNvCxnSpPr>
              <a:endCxn id="55" idx="4"/>
            </p:cNvCxnSpPr>
            <p:nvPr/>
          </p:nvCxnSpPr>
          <p:spPr>
            <a:xfrm flipV="1">
              <a:off x="7268092" y="2848596"/>
              <a:ext cx="0" cy="30415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CA387E3C-E67C-4984-3B82-56A65BC5871D}"/>
                </a:ext>
              </a:extLst>
            </p:cNvPr>
            <p:cNvCxnSpPr>
              <a:stCxn id="55" idx="0"/>
            </p:cNvCxnSpPr>
            <p:nvPr/>
          </p:nvCxnSpPr>
          <p:spPr>
            <a:xfrm flipV="1">
              <a:off x="7268092" y="2039112"/>
              <a:ext cx="0" cy="38886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Straight Connector 1026">
              <a:extLst>
                <a:ext uri="{FF2B5EF4-FFF2-40B4-BE49-F238E27FC236}">
                  <a16:creationId xmlns:a16="http://schemas.microsoft.com/office/drawing/2014/main" id="{C8F5138B-5A8D-DAAD-E6A4-F8F8933321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68092" y="2039112"/>
              <a:ext cx="133641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1031">
              <a:extLst>
                <a:ext uri="{FF2B5EF4-FFF2-40B4-BE49-F238E27FC236}">
                  <a16:creationId xmlns:a16="http://schemas.microsoft.com/office/drawing/2014/main" id="{7BC98BDD-A7B9-8A73-C522-AC4480944C12}"/>
                </a:ext>
              </a:extLst>
            </p:cNvPr>
            <p:cNvCxnSpPr>
              <a:cxnSpLocks/>
              <a:endCxn id="57" idx="5"/>
            </p:cNvCxnSpPr>
            <p:nvPr/>
          </p:nvCxnSpPr>
          <p:spPr>
            <a:xfrm flipH="1" flipV="1">
              <a:off x="7862183" y="3619101"/>
              <a:ext cx="367417" cy="2213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374D3416-1472-6D23-6A38-A855B29F4872}"/>
                </a:ext>
              </a:extLst>
            </p:cNvPr>
            <p:cNvCxnSpPr>
              <a:cxnSpLocks/>
              <a:endCxn id="56" idx="3"/>
            </p:cNvCxnSpPr>
            <p:nvPr/>
          </p:nvCxnSpPr>
          <p:spPr>
            <a:xfrm flipV="1">
              <a:off x="6360345" y="3619101"/>
              <a:ext cx="313656" cy="2213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1037">
              <a:extLst>
                <a:ext uri="{FF2B5EF4-FFF2-40B4-BE49-F238E27FC236}">
                  <a16:creationId xmlns:a16="http://schemas.microsoft.com/office/drawing/2014/main" id="{8E0DC948-B797-FF7A-B63B-68A519A9F2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6990" y="3840480"/>
              <a:ext cx="0" cy="3598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1040">
              <a:extLst>
                <a:ext uri="{FF2B5EF4-FFF2-40B4-BE49-F238E27FC236}">
                  <a16:creationId xmlns:a16="http://schemas.microsoft.com/office/drawing/2014/main" id="{1806FEBB-92B5-07CF-AF33-A3828C2EEA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6990" y="4200306"/>
              <a:ext cx="223751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1045">
              <a:extLst>
                <a:ext uri="{FF2B5EF4-FFF2-40B4-BE49-F238E27FC236}">
                  <a16:creationId xmlns:a16="http://schemas.microsoft.com/office/drawing/2014/main" id="{30CC50AD-9829-A596-4BF5-74BDA0224F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9600" y="3843690"/>
              <a:ext cx="132588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765A5B2-5C62-2759-52DF-524AB9B4ABA4}"/>
                </a:ext>
              </a:extLst>
            </p:cNvPr>
            <p:cNvSpPr/>
            <p:nvPr/>
          </p:nvSpPr>
          <p:spPr>
            <a:xfrm>
              <a:off x="7551825" y="1970532"/>
              <a:ext cx="832100" cy="13716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723E328-35FA-21D5-D655-87565F1FA3A0}"/>
                </a:ext>
              </a:extLst>
            </p:cNvPr>
            <p:cNvSpPr/>
            <p:nvPr/>
          </p:nvSpPr>
          <p:spPr>
            <a:xfrm>
              <a:off x="8461653" y="3760671"/>
              <a:ext cx="832100" cy="13716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BC0BB86-A682-37AF-DD92-34CF80479445}"/>
                </a:ext>
              </a:extLst>
            </p:cNvPr>
            <p:cNvSpPr/>
            <p:nvPr/>
          </p:nvSpPr>
          <p:spPr>
            <a:xfrm>
              <a:off x="7014833" y="4129222"/>
              <a:ext cx="832100" cy="13716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493E40C-0DE5-1BA4-19D2-D25FA46DD263}"/>
                </a:ext>
              </a:extLst>
            </p:cNvPr>
            <p:cNvSpPr txBox="1"/>
            <p:nvPr/>
          </p:nvSpPr>
          <p:spPr>
            <a:xfrm>
              <a:off x="7048636" y="1405924"/>
              <a:ext cx="21399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Electrical model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20B8790-85B1-0A2D-682E-B671844C619D}"/>
                </a:ext>
              </a:extLst>
            </p:cNvPr>
            <p:cNvSpPr txBox="1"/>
            <p:nvPr/>
          </p:nvSpPr>
          <p:spPr>
            <a:xfrm>
              <a:off x="8476489" y="2049677"/>
              <a:ext cx="8321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1"/>
                  </a:solidFill>
                </a:rPr>
                <a:t>i</a:t>
              </a:r>
              <a:r>
                <a:rPr lang="en-US" i="1" baseline="-25000" dirty="0">
                  <a:solidFill>
                    <a:schemeClr val="accent1"/>
                  </a:solidFill>
                </a:rPr>
                <a:t>ref</a:t>
              </a:r>
              <a:r>
                <a:rPr lang="en-US" i="1" dirty="0">
                  <a:solidFill>
                    <a:schemeClr val="accent1"/>
                  </a:solidFill>
                </a:rPr>
                <a:t>[a]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FD962CE-EB4E-CAF0-1383-50FA179EF439}"/>
                </a:ext>
              </a:extLst>
            </p:cNvPr>
            <p:cNvSpPr txBox="1"/>
            <p:nvPr/>
          </p:nvSpPr>
          <p:spPr>
            <a:xfrm>
              <a:off x="9308590" y="3391339"/>
              <a:ext cx="8321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1"/>
                  </a:solidFill>
                </a:rPr>
                <a:t>i</a:t>
              </a:r>
              <a:r>
                <a:rPr lang="en-US" i="1" baseline="-25000" dirty="0">
                  <a:solidFill>
                    <a:schemeClr val="accent1"/>
                  </a:solidFill>
                </a:rPr>
                <a:t>ref</a:t>
              </a:r>
              <a:r>
                <a:rPr lang="en-US" i="1" dirty="0">
                  <a:solidFill>
                    <a:schemeClr val="accent1"/>
                  </a:solidFill>
                </a:rPr>
                <a:t>[b]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E8466E3-9EAF-5374-2F90-E769F66F4442}"/>
                </a:ext>
              </a:extLst>
            </p:cNvPr>
            <p:cNvSpPr txBox="1"/>
            <p:nvPr/>
          </p:nvSpPr>
          <p:spPr>
            <a:xfrm>
              <a:off x="8188453" y="4318116"/>
              <a:ext cx="8321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1"/>
                  </a:solidFill>
                </a:rPr>
                <a:t>i</a:t>
              </a:r>
              <a:r>
                <a:rPr lang="en-US" i="1" baseline="-25000" dirty="0">
                  <a:solidFill>
                    <a:schemeClr val="accent1"/>
                  </a:solidFill>
                </a:rPr>
                <a:t>ref</a:t>
              </a:r>
              <a:r>
                <a:rPr lang="en-US" i="1" dirty="0">
                  <a:solidFill>
                    <a:schemeClr val="accent1"/>
                  </a:solidFill>
                </a:rPr>
                <a:t>[c]</a:t>
              </a:r>
            </a:p>
          </p:txBody>
        </p:sp>
      </p:grpSp>
      <p:sp>
        <p:nvSpPr>
          <p:cNvPr id="1029" name="Freeform: Shape 1028">
            <a:extLst>
              <a:ext uri="{FF2B5EF4-FFF2-40B4-BE49-F238E27FC236}">
                <a16:creationId xmlns:a16="http://schemas.microsoft.com/office/drawing/2014/main" id="{1D5A8752-93CC-4AD6-7B41-2BC1E178BC9B}"/>
              </a:ext>
            </a:extLst>
          </p:cNvPr>
          <p:cNvSpPr/>
          <p:nvPr/>
        </p:nvSpPr>
        <p:spPr>
          <a:xfrm>
            <a:off x="3647201" y="3526394"/>
            <a:ext cx="3318869" cy="797708"/>
          </a:xfrm>
          <a:custGeom>
            <a:avLst/>
            <a:gdLst>
              <a:gd name="connsiteX0" fmla="*/ 2472912 w 2472912"/>
              <a:gd name="connsiteY0" fmla="*/ 111371 h 1164316"/>
              <a:gd name="connsiteX1" fmla="*/ 2251239 w 2472912"/>
              <a:gd name="connsiteY1" fmla="*/ 249916 h 1164316"/>
              <a:gd name="connsiteX2" fmla="*/ 1383021 w 2472912"/>
              <a:gd name="connsiteY2" fmla="*/ 28244 h 1164316"/>
              <a:gd name="connsiteX3" fmla="*/ 136112 w 2472912"/>
              <a:gd name="connsiteY3" fmla="*/ 129844 h 1164316"/>
              <a:gd name="connsiteX4" fmla="*/ 89930 w 2472912"/>
              <a:gd name="connsiteY4" fmla="*/ 1164316 h 1164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2912" h="1164316">
                <a:moveTo>
                  <a:pt x="2472912" y="111371"/>
                </a:moveTo>
                <a:cubicBezTo>
                  <a:pt x="2452899" y="187570"/>
                  <a:pt x="2432887" y="263770"/>
                  <a:pt x="2251239" y="249916"/>
                </a:cubicBezTo>
                <a:cubicBezTo>
                  <a:pt x="2069591" y="236062"/>
                  <a:pt x="1735542" y="48256"/>
                  <a:pt x="1383021" y="28244"/>
                </a:cubicBezTo>
                <a:cubicBezTo>
                  <a:pt x="1030500" y="8232"/>
                  <a:pt x="351627" y="-59501"/>
                  <a:pt x="136112" y="129844"/>
                </a:cubicBezTo>
                <a:cubicBezTo>
                  <a:pt x="-79403" y="319189"/>
                  <a:pt x="5263" y="741752"/>
                  <a:pt x="89930" y="1164316"/>
                </a:cubicBezTo>
              </a:path>
            </a:pathLst>
          </a:custGeom>
          <a:ln w="19050">
            <a:prstDash val="sysDot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168A2405-199E-3F65-1034-41A30675E54E}"/>
              </a:ext>
            </a:extLst>
          </p:cNvPr>
          <p:cNvGrpSpPr/>
          <p:nvPr/>
        </p:nvGrpSpPr>
        <p:grpSpPr>
          <a:xfrm>
            <a:off x="6057331" y="5001586"/>
            <a:ext cx="2755003" cy="1842321"/>
            <a:chOff x="3338732" y="5021523"/>
            <a:chExt cx="2755003" cy="1842321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A18A67E-01B8-8370-A933-E1500BECEB15}"/>
                </a:ext>
              </a:extLst>
            </p:cNvPr>
            <p:cNvGrpSpPr/>
            <p:nvPr/>
          </p:nvGrpSpPr>
          <p:grpSpPr>
            <a:xfrm>
              <a:off x="3338732" y="5021523"/>
              <a:ext cx="2737166" cy="1402316"/>
              <a:chOff x="6200770" y="2105603"/>
              <a:chExt cx="3922284" cy="2216729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761BAF7-AD53-0E88-C6FE-79AC4BC82891}"/>
                  </a:ext>
                </a:extLst>
              </p:cNvPr>
              <p:cNvGrpSpPr/>
              <p:nvPr/>
            </p:nvGrpSpPr>
            <p:grpSpPr>
              <a:xfrm>
                <a:off x="6687128" y="2655165"/>
                <a:ext cx="822034" cy="1152237"/>
                <a:chOff x="6691460" y="2655165"/>
                <a:chExt cx="849745" cy="1152237"/>
              </a:xfrm>
            </p:grpSpPr>
            <p:sp>
              <p:nvSpPr>
                <p:cNvPr id="1024" name="Flowchart: Decision 1023">
                  <a:extLst>
                    <a:ext uri="{FF2B5EF4-FFF2-40B4-BE49-F238E27FC236}">
                      <a16:creationId xmlns:a16="http://schemas.microsoft.com/office/drawing/2014/main" id="{8BC3B7BF-62DB-3E16-EC19-12BB99C9B84D}"/>
                    </a:ext>
                  </a:extLst>
                </p:cNvPr>
                <p:cNvSpPr/>
                <p:nvPr/>
              </p:nvSpPr>
              <p:spPr>
                <a:xfrm>
                  <a:off x="6691460" y="2655165"/>
                  <a:ext cx="849745" cy="1152237"/>
                </a:xfrm>
                <a:prstGeom prst="flowChartDecision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  <p:cxnSp>
              <p:nvCxnSpPr>
                <p:cNvPr id="1026" name="Straight Arrow Connector 1025">
                  <a:extLst>
                    <a:ext uri="{FF2B5EF4-FFF2-40B4-BE49-F238E27FC236}">
                      <a16:creationId xmlns:a16="http://schemas.microsoft.com/office/drawing/2014/main" id="{D5C850E8-10E2-AF72-CB54-B6CB69809D03}"/>
                    </a:ext>
                  </a:extLst>
                </p:cNvPr>
                <p:cNvCxnSpPr/>
                <p:nvPr/>
              </p:nvCxnSpPr>
              <p:spPr>
                <a:xfrm flipV="1">
                  <a:off x="7116332" y="2931681"/>
                  <a:ext cx="0" cy="59112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42EE59ED-AA9E-5C5A-33F2-806D3E170612}"/>
                  </a:ext>
                </a:extLst>
              </p:cNvPr>
              <p:cNvGrpSpPr/>
              <p:nvPr/>
            </p:nvGrpSpPr>
            <p:grpSpPr>
              <a:xfrm>
                <a:off x="7841671" y="3608968"/>
                <a:ext cx="434111" cy="277090"/>
                <a:chOff x="4100945" y="3306618"/>
                <a:chExt cx="434111" cy="277090"/>
              </a:xfrm>
            </p:grpSpPr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0BFC60CD-2668-CEA6-BB44-91ED359C526D}"/>
                    </a:ext>
                  </a:extLst>
                </p:cNvPr>
                <p:cNvCxnSpPr/>
                <p:nvPr/>
              </p:nvCxnSpPr>
              <p:spPr>
                <a:xfrm>
                  <a:off x="4100945" y="3306618"/>
                  <a:ext cx="434110" cy="0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62" name="Arc 61">
                  <a:extLst>
                    <a:ext uri="{FF2B5EF4-FFF2-40B4-BE49-F238E27FC236}">
                      <a16:creationId xmlns:a16="http://schemas.microsoft.com/office/drawing/2014/main" id="{4E797A3F-0D7E-1829-7E39-C3CB0B5CE151}"/>
                    </a:ext>
                  </a:extLst>
                </p:cNvPr>
                <p:cNvSpPr/>
                <p:nvPr/>
              </p:nvSpPr>
              <p:spPr>
                <a:xfrm>
                  <a:off x="4100946" y="3392057"/>
                  <a:ext cx="434110" cy="191651"/>
                </a:xfrm>
                <a:prstGeom prst="arc">
                  <a:avLst>
                    <a:gd name="adj1" fmla="val 10753069"/>
                    <a:gd name="adj2" fmla="val 0"/>
                  </a:avLst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CDB3B02E-6363-F5FF-7EC2-CC354DAA763F}"/>
                  </a:ext>
                </a:extLst>
              </p:cNvPr>
              <p:cNvGrpSpPr/>
              <p:nvPr/>
            </p:nvGrpSpPr>
            <p:grpSpPr>
              <a:xfrm>
                <a:off x="8802252" y="3221757"/>
                <a:ext cx="434111" cy="277090"/>
                <a:chOff x="4100945" y="3306618"/>
                <a:chExt cx="434111" cy="277090"/>
              </a:xfrm>
            </p:grpSpPr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15734EB7-3F0A-71F5-3C8A-1217E63C6865}"/>
                    </a:ext>
                  </a:extLst>
                </p:cNvPr>
                <p:cNvCxnSpPr/>
                <p:nvPr/>
              </p:nvCxnSpPr>
              <p:spPr>
                <a:xfrm>
                  <a:off x="4100945" y="3306618"/>
                  <a:ext cx="434110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Arc 57">
                  <a:extLst>
                    <a:ext uri="{FF2B5EF4-FFF2-40B4-BE49-F238E27FC236}">
                      <a16:creationId xmlns:a16="http://schemas.microsoft.com/office/drawing/2014/main" id="{D4435D61-FAC4-102A-1D43-20B7B315283F}"/>
                    </a:ext>
                  </a:extLst>
                </p:cNvPr>
                <p:cNvSpPr/>
                <p:nvPr/>
              </p:nvSpPr>
              <p:spPr>
                <a:xfrm>
                  <a:off x="4100946" y="3392057"/>
                  <a:ext cx="434110" cy="191651"/>
                </a:xfrm>
                <a:prstGeom prst="arc">
                  <a:avLst>
                    <a:gd name="adj1" fmla="val 10753069"/>
                    <a:gd name="adj2" fmla="val 0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/>
                </a:p>
              </p:txBody>
            </p:sp>
          </p:grp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19A38105-B80F-E6B7-195F-E61B045E09CC}"/>
                  </a:ext>
                </a:extLst>
              </p:cNvPr>
              <p:cNvCxnSpPr/>
              <p:nvPr/>
            </p:nvCxnSpPr>
            <p:spPr>
              <a:xfrm flipV="1">
                <a:off x="9019307" y="2105603"/>
                <a:ext cx="0" cy="1116154"/>
              </a:xfrm>
              <a:prstGeom prst="line">
                <a:avLst/>
              </a:prstGeom>
              <a:ln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B0B7B5B4-D575-4069-022A-19912EA5F3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07096" y="2114839"/>
                <a:ext cx="3015958" cy="0"/>
              </a:xfrm>
              <a:prstGeom prst="line">
                <a:avLst/>
              </a:prstGeom>
              <a:ln>
                <a:tailEnd type="diamon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FF31F9C-16F7-1A38-23AD-22B07E9554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07096" y="4313093"/>
                <a:ext cx="2914359" cy="9239"/>
              </a:xfrm>
              <a:prstGeom prst="line">
                <a:avLst/>
              </a:prstGeom>
              <a:ln>
                <a:tailEnd type="diamon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36C685E6-72DE-E241-8573-F0FE31E622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19307" y="3307196"/>
                <a:ext cx="0" cy="1015136"/>
              </a:xfrm>
              <a:prstGeom prst="line">
                <a:avLst/>
              </a:prstGeom>
              <a:ln>
                <a:head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0D123E88-328D-34DC-752C-AFBC4CADA6F9}"/>
                  </a:ext>
                </a:extLst>
              </p:cNvPr>
              <p:cNvCxnSpPr>
                <a:cxnSpLocks/>
                <a:stCxn id="1024" idx="2"/>
              </p:cNvCxnSpPr>
              <p:nvPr/>
            </p:nvCxnSpPr>
            <p:spPr>
              <a:xfrm>
                <a:off x="7098145" y="3807402"/>
                <a:ext cx="0" cy="51493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F08563A-9184-BF9E-56B0-7EFCEED008F5}"/>
                  </a:ext>
                </a:extLst>
              </p:cNvPr>
              <p:cNvCxnSpPr>
                <a:cxnSpLocks/>
                <a:endCxn id="1024" idx="0"/>
              </p:cNvCxnSpPr>
              <p:nvPr/>
            </p:nvCxnSpPr>
            <p:spPr>
              <a:xfrm>
                <a:off x="7098145" y="2105603"/>
                <a:ext cx="0" cy="54956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900D83C3-8420-5C41-5D5B-9DEF367D7D8E}"/>
                  </a:ext>
                </a:extLst>
              </p:cNvPr>
              <p:cNvGrpSpPr/>
              <p:nvPr/>
            </p:nvGrpSpPr>
            <p:grpSpPr>
              <a:xfrm rot="16200000">
                <a:off x="7892227" y="2897714"/>
                <a:ext cx="326664" cy="169164"/>
                <a:chOff x="4521709" y="2816352"/>
                <a:chExt cx="2024480" cy="745236"/>
              </a:xfrm>
            </p:grpSpPr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3510CCD8-EA5B-8ED8-2B44-D5A6D819E699}"/>
                    </a:ext>
                  </a:extLst>
                </p:cNvPr>
                <p:cNvCxnSpPr/>
                <p:nvPr/>
              </p:nvCxnSpPr>
              <p:spPr>
                <a:xfrm flipV="1">
                  <a:off x="4718304" y="2816352"/>
                  <a:ext cx="393192" cy="745236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F639A86C-0B15-9907-512A-187F9B8DFF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111496" y="2816352"/>
                  <a:ext cx="422453" cy="745236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02E40C94-1899-F283-A1BE-EE7D889261A5}"/>
                    </a:ext>
                  </a:extLst>
                </p:cNvPr>
                <p:cNvCxnSpPr/>
                <p:nvPr/>
              </p:nvCxnSpPr>
              <p:spPr>
                <a:xfrm flipV="1">
                  <a:off x="5533949" y="2816352"/>
                  <a:ext cx="393192" cy="745236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6B96309F-C9DF-2AE0-B75B-7AB2238FFE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27141" y="2816352"/>
                  <a:ext cx="422453" cy="745236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26896A99-658E-5AB7-4D90-6145851FD7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49594" y="3188969"/>
                  <a:ext cx="196595" cy="372618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56FD7AA7-36A6-3D75-92FB-286EAA716B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21709" y="3188970"/>
                  <a:ext cx="212198" cy="372618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8A2D3013-3719-7C5D-D5AD-74C8D7F1E6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58726" y="3135900"/>
                <a:ext cx="0" cy="473068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427C138B-C1EC-39D7-96A6-DA7D83D8D1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55559" y="2114839"/>
                <a:ext cx="0" cy="704124"/>
              </a:xfrm>
              <a:prstGeom prst="line">
                <a:avLst/>
              </a:prstGeom>
              <a:ln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BF8A654D-72B0-86AC-54C7-D030B887158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050939" y="3694407"/>
                <a:ext cx="4620" cy="618686"/>
              </a:xfrm>
              <a:prstGeom prst="line">
                <a:avLst/>
              </a:prstGeom>
              <a:ln>
                <a:head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4F813F2-187C-2A3D-2D58-0108D5CA6C51}"/>
                  </a:ext>
                </a:extLst>
              </p:cNvPr>
              <p:cNvSpPr txBox="1"/>
              <p:nvPr/>
            </p:nvSpPr>
            <p:spPr>
              <a:xfrm>
                <a:off x="6200770" y="2951234"/>
                <a:ext cx="510902" cy="413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i="1" dirty="0">
                    <a:solidFill>
                      <a:schemeClr val="accent2"/>
                    </a:solidFill>
                  </a:rPr>
                  <a:t>i</a:t>
                </a:r>
                <a:r>
                  <a:rPr lang="en-US" sz="1100" i="1" baseline="-25000" dirty="0">
                    <a:solidFill>
                      <a:schemeClr val="accent2"/>
                    </a:solidFill>
                  </a:rPr>
                  <a:t>ref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A5E5F54-62D1-82A6-55E2-2275A534941C}"/>
                  </a:ext>
                </a:extLst>
              </p:cNvPr>
              <p:cNvSpPr txBox="1"/>
              <p:nvPr/>
            </p:nvSpPr>
            <p:spPr>
              <a:xfrm>
                <a:off x="8202174" y="2732853"/>
                <a:ext cx="510902" cy="413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i="1" dirty="0">
                    <a:solidFill>
                      <a:schemeClr val="accent2"/>
                    </a:solidFill>
                  </a:rPr>
                  <a:t>r</a:t>
                </a:r>
                <a:r>
                  <a:rPr lang="en-US" sz="1100" i="1" baseline="-25000" dirty="0">
                    <a:solidFill>
                      <a:schemeClr val="accent2"/>
                    </a:solidFill>
                  </a:rPr>
                  <a:t>d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01778EE-F020-FEB6-86BA-9572224B249A}"/>
                  </a:ext>
                </a:extLst>
              </p:cNvPr>
              <p:cNvSpPr txBox="1"/>
              <p:nvPr/>
            </p:nvSpPr>
            <p:spPr>
              <a:xfrm>
                <a:off x="8301181" y="3535533"/>
                <a:ext cx="510902" cy="413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i="1" dirty="0">
                    <a:solidFill>
                      <a:schemeClr val="accent2"/>
                    </a:solidFill>
                  </a:rPr>
                  <a:t>C</a:t>
                </a:r>
                <a:r>
                  <a:rPr lang="en-US" sz="1100" i="1" baseline="-25000" dirty="0">
                    <a:solidFill>
                      <a:schemeClr val="accent2"/>
                    </a:solidFill>
                  </a:rPr>
                  <a:t>d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B94C9F9-8C00-37FF-77D2-321195662C61}"/>
                  </a:ext>
                </a:extLst>
              </p:cNvPr>
              <p:cNvSpPr txBox="1"/>
              <p:nvPr/>
            </p:nvSpPr>
            <p:spPr>
              <a:xfrm>
                <a:off x="9315730" y="3118889"/>
                <a:ext cx="510902" cy="413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i="1" dirty="0">
                    <a:solidFill>
                      <a:schemeClr val="accent1"/>
                    </a:solidFill>
                  </a:rPr>
                  <a:t>C</a:t>
                </a:r>
                <a:r>
                  <a:rPr lang="en-US" sz="1100" i="1" baseline="-25000" dirty="0">
                    <a:solidFill>
                      <a:schemeClr val="accent1"/>
                    </a:solidFill>
                  </a:rPr>
                  <a:t>x</a:t>
                </a:r>
              </a:p>
            </p:txBody>
          </p:sp>
        </p:grpSp>
        <p:sp>
          <p:nvSpPr>
            <p:cNvPr id="1033" name="TextBox 1032">
              <a:extLst>
                <a:ext uri="{FF2B5EF4-FFF2-40B4-BE49-F238E27FC236}">
                  <a16:creationId xmlns:a16="http://schemas.microsoft.com/office/drawing/2014/main" id="{7E785B01-3160-81D7-356A-6012C80F0F79}"/>
                </a:ext>
              </a:extLst>
            </p:cNvPr>
            <p:cNvSpPr txBox="1"/>
            <p:nvPr/>
          </p:nvSpPr>
          <p:spPr>
            <a:xfrm>
              <a:off x="3953766" y="6494512"/>
              <a:ext cx="21399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Circuit controls</a:t>
              </a:r>
            </a:p>
          </p:txBody>
        </p:sp>
      </p:grpSp>
      <p:grpSp>
        <p:nvGrpSpPr>
          <p:cNvPr id="1069" name="Group 1068">
            <a:extLst>
              <a:ext uri="{FF2B5EF4-FFF2-40B4-BE49-F238E27FC236}">
                <a16:creationId xmlns:a16="http://schemas.microsoft.com/office/drawing/2014/main" id="{CB0B1E7E-A1FE-E267-246A-594825E7F79F}"/>
              </a:ext>
            </a:extLst>
          </p:cNvPr>
          <p:cNvGrpSpPr/>
          <p:nvPr/>
        </p:nvGrpSpPr>
        <p:grpSpPr>
          <a:xfrm>
            <a:off x="2187070" y="4365842"/>
            <a:ext cx="3428654" cy="1586782"/>
            <a:chOff x="1978444" y="4199417"/>
            <a:chExt cx="3428654" cy="1586782"/>
          </a:xfrm>
        </p:grpSpPr>
        <p:sp>
          <p:nvSpPr>
            <p:cNvPr id="1028" name="Oval 1027">
              <a:extLst>
                <a:ext uri="{FF2B5EF4-FFF2-40B4-BE49-F238E27FC236}">
                  <a16:creationId xmlns:a16="http://schemas.microsoft.com/office/drawing/2014/main" id="{02ECDC96-CC85-C6A8-A472-466670F5BDDC}"/>
                </a:ext>
              </a:extLst>
            </p:cNvPr>
            <p:cNvSpPr/>
            <p:nvPr/>
          </p:nvSpPr>
          <p:spPr>
            <a:xfrm>
              <a:off x="2088528" y="4767622"/>
              <a:ext cx="503958" cy="491316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accent2"/>
                  </a:solidFill>
                </a:rPr>
                <a:t>~</a:t>
              </a:r>
              <a:endParaRPr lang="en-US" sz="1000" dirty="0">
                <a:solidFill>
                  <a:schemeClr val="accent2"/>
                </a:solidFill>
              </a:endParaRPr>
            </a:p>
          </p:txBody>
        </p:sp>
        <p:cxnSp>
          <p:nvCxnSpPr>
            <p:cNvPr id="1030" name="Straight Connector 1029">
              <a:extLst>
                <a:ext uri="{FF2B5EF4-FFF2-40B4-BE49-F238E27FC236}">
                  <a16:creationId xmlns:a16="http://schemas.microsoft.com/office/drawing/2014/main" id="{7CA654A7-A5E9-C743-C866-5A75546B1C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40506" y="4289186"/>
              <a:ext cx="20827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6" name="Group 1035">
              <a:extLst>
                <a:ext uri="{FF2B5EF4-FFF2-40B4-BE49-F238E27FC236}">
                  <a16:creationId xmlns:a16="http://schemas.microsoft.com/office/drawing/2014/main" id="{BAD811D7-04A8-7E66-8106-D691EF04150B}"/>
                </a:ext>
              </a:extLst>
            </p:cNvPr>
            <p:cNvGrpSpPr/>
            <p:nvPr/>
          </p:nvGrpSpPr>
          <p:grpSpPr>
            <a:xfrm>
              <a:off x="2559275" y="4199417"/>
              <a:ext cx="879303" cy="179538"/>
              <a:chOff x="6830568" y="2084592"/>
              <a:chExt cx="1209158" cy="246888"/>
            </a:xfrm>
          </p:grpSpPr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51E2E8A9-0C1C-D365-6A30-E59347C50C10}"/>
                  </a:ext>
                </a:extLst>
              </p:cNvPr>
              <p:cNvGrpSpPr/>
              <p:nvPr/>
            </p:nvGrpSpPr>
            <p:grpSpPr>
              <a:xfrm>
                <a:off x="6830568" y="2084592"/>
                <a:ext cx="683640" cy="246888"/>
                <a:chOff x="2551176" y="3154680"/>
                <a:chExt cx="2880360" cy="768096"/>
              </a:xfrm>
            </p:grpSpPr>
            <p:sp>
              <p:nvSpPr>
                <p:cNvPr id="1050" name="Arc 1049">
                  <a:extLst>
                    <a:ext uri="{FF2B5EF4-FFF2-40B4-BE49-F238E27FC236}">
                      <a16:creationId xmlns:a16="http://schemas.microsoft.com/office/drawing/2014/main" id="{F64BF64C-1293-0A26-B9B8-B4A7EC0E63E7}"/>
                    </a:ext>
                  </a:extLst>
                </p:cNvPr>
                <p:cNvSpPr/>
                <p:nvPr/>
              </p:nvSpPr>
              <p:spPr>
                <a:xfrm>
                  <a:off x="2551176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051" name="Arc 1050">
                  <a:extLst>
                    <a:ext uri="{FF2B5EF4-FFF2-40B4-BE49-F238E27FC236}">
                      <a16:creationId xmlns:a16="http://schemas.microsoft.com/office/drawing/2014/main" id="{BB58841B-0463-A8DC-6623-82B92D188D03}"/>
                    </a:ext>
                  </a:extLst>
                </p:cNvPr>
                <p:cNvSpPr/>
                <p:nvPr/>
              </p:nvSpPr>
              <p:spPr>
                <a:xfrm>
                  <a:off x="3255264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052" name="Arc 1051">
                  <a:extLst>
                    <a:ext uri="{FF2B5EF4-FFF2-40B4-BE49-F238E27FC236}">
                      <a16:creationId xmlns:a16="http://schemas.microsoft.com/office/drawing/2014/main" id="{24AF6B2C-2EBC-39B0-90AD-A723F45EDA6D}"/>
                    </a:ext>
                  </a:extLst>
                </p:cNvPr>
                <p:cNvSpPr/>
                <p:nvPr/>
              </p:nvSpPr>
              <p:spPr>
                <a:xfrm>
                  <a:off x="3959352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1053" name="Arc 1052">
                  <a:extLst>
                    <a:ext uri="{FF2B5EF4-FFF2-40B4-BE49-F238E27FC236}">
                      <a16:creationId xmlns:a16="http://schemas.microsoft.com/office/drawing/2014/main" id="{A5242D81-01B1-D7A2-8E8C-C7A2DEE4B7C7}"/>
                    </a:ext>
                  </a:extLst>
                </p:cNvPr>
                <p:cNvSpPr/>
                <p:nvPr/>
              </p:nvSpPr>
              <p:spPr>
                <a:xfrm>
                  <a:off x="4663440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</p:grpSp>
          <p:grpSp>
            <p:nvGrpSpPr>
              <p:cNvPr id="1039" name="Group 1038">
                <a:extLst>
                  <a:ext uri="{FF2B5EF4-FFF2-40B4-BE49-F238E27FC236}">
                    <a16:creationId xmlns:a16="http://schemas.microsoft.com/office/drawing/2014/main" id="{4396BFD9-EA3C-F49D-1ED0-D96AE23423B1}"/>
                  </a:ext>
                </a:extLst>
              </p:cNvPr>
              <p:cNvGrpSpPr/>
              <p:nvPr/>
            </p:nvGrpSpPr>
            <p:grpSpPr>
              <a:xfrm>
                <a:off x="7713062" y="2123454"/>
                <a:ext cx="326664" cy="169164"/>
                <a:chOff x="4521709" y="2816352"/>
                <a:chExt cx="2024480" cy="745236"/>
              </a:xfrm>
            </p:grpSpPr>
            <p:cxnSp>
              <p:nvCxnSpPr>
                <p:cNvPr id="1043" name="Straight Connector 1042">
                  <a:extLst>
                    <a:ext uri="{FF2B5EF4-FFF2-40B4-BE49-F238E27FC236}">
                      <a16:creationId xmlns:a16="http://schemas.microsoft.com/office/drawing/2014/main" id="{C5AF6F6B-046A-0845-CE4E-35B72E866C83}"/>
                    </a:ext>
                  </a:extLst>
                </p:cNvPr>
                <p:cNvCxnSpPr/>
                <p:nvPr/>
              </p:nvCxnSpPr>
              <p:spPr>
                <a:xfrm flipV="1">
                  <a:off x="4718304" y="2816352"/>
                  <a:ext cx="393192" cy="74523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4" name="Straight Connector 1043">
                  <a:extLst>
                    <a:ext uri="{FF2B5EF4-FFF2-40B4-BE49-F238E27FC236}">
                      <a16:creationId xmlns:a16="http://schemas.microsoft.com/office/drawing/2014/main" id="{977BC9F7-7B2C-8275-3BEB-8CE7628C1A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111496" y="2816352"/>
                  <a:ext cx="422453" cy="74523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5" name="Straight Connector 1044">
                  <a:extLst>
                    <a:ext uri="{FF2B5EF4-FFF2-40B4-BE49-F238E27FC236}">
                      <a16:creationId xmlns:a16="http://schemas.microsoft.com/office/drawing/2014/main" id="{BA293EAC-58FE-223D-8148-432FBB73D986}"/>
                    </a:ext>
                  </a:extLst>
                </p:cNvPr>
                <p:cNvCxnSpPr/>
                <p:nvPr/>
              </p:nvCxnSpPr>
              <p:spPr>
                <a:xfrm flipV="1">
                  <a:off x="5533949" y="2816352"/>
                  <a:ext cx="393192" cy="74523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7" name="Straight Connector 1046">
                  <a:extLst>
                    <a:ext uri="{FF2B5EF4-FFF2-40B4-BE49-F238E27FC236}">
                      <a16:creationId xmlns:a16="http://schemas.microsoft.com/office/drawing/2014/main" id="{84BEBE0D-7C1F-31AF-A437-D53BC103FE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27141" y="2816352"/>
                  <a:ext cx="422453" cy="74523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8" name="Straight Connector 1047">
                  <a:extLst>
                    <a:ext uri="{FF2B5EF4-FFF2-40B4-BE49-F238E27FC236}">
                      <a16:creationId xmlns:a16="http://schemas.microsoft.com/office/drawing/2014/main" id="{311B94B5-368F-AFB8-7530-9453E8D6DB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49594" y="3188969"/>
                  <a:ext cx="196595" cy="37261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9" name="Straight Connector 1048">
                  <a:extLst>
                    <a:ext uri="{FF2B5EF4-FFF2-40B4-BE49-F238E27FC236}">
                      <a16:creationId xmlns:a16="http://schemas.microsoft.com/office/drawing/2014/main" id="{1826DF93-4CA2-0226-FD1D-C0DC87C6A2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21709" y="3188970"/>
                  <a:ext cx="212198" cy="37261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40" name="Straight Connector 1039">
                <a:extLst>
                  <a:ext uri="{FF2B5EF4-FFF2-40B4-BE49-F238E27FC236}">
                    <a16:creationId xmlns:a16="http://schemas.microsoft.com/office/drawing/2014/main" id="{8658ED4F-5A1D-B637-0FEE-C818A75B4E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03223" y="2208036"/>
                <a:ext cx="209839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54" name="Straight Connector 1053">
              <a:extLst>
                <a:ext uri="{FF2B5EF4-FFF2-40B4-BE49-F238E27FC236}">
                  <a16:creationId xmlns:a16="http://schemas.microsoft.com/office/drawing/2014/main" id="{58045244-7310-9B0D-5C18-0BC628217D11}"/>
                </a:ext>
              </a:extLst>
            </p:cNvPr>
            <p:cNvCxnSpPr>
              <a:cxnSpLocks/>
              <a:stCxn id="1028" idx="0"/>
            </p:cNvCxnSpPr>
            <p:nvPr/>
          </p:nvCxnSpPr>
          <p:spPr>
            <a:xfrm flipV="1">
              <a:off x="2340507" y="4289186"/>
              <a:ext cx="0" cy="47843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6" name="Oval 1055">
              <a:extLst>
                <a:ext uri="{FF2B5EF4-FFF2-40B4-BE49-F238E27FC236}">
                  <a16:creationId xmlns:a16="http://schemas.microsoft.com/office/drawing/2014/main" id="{8C132B79-D1F6-7478-CA8D-714B2A039EB4}"/>
                </a:ext>
              </a:extLst>
            </p:cNvPr>
            <p:cNvSpPr/>
            <p:nvPr/>
          </p:nvSpPr>
          <p:spPr>
            <a:xfrm>
              <a:off x="4221479" y="4809527"/>
              <a:ext cx="503957" cy="491315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057" name="Straight Connector 1056">
              <a:extLst>
                <a:ext uri="{FF2B5EF4-FFF2-40B4-BE49-F238E27FC236}">
                  <a16:creationId xmlns:a16="http://schemas.microsoft.com/office/drawing/2014/main" id="{75D7198D-1233-3CBC-F109-E361791B28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38575" y="4297015"/>
              <a:ext cx="1555786" cy="0"/>
            </a:xfrm>
            <a:prstGeom prst="line">
              <a:avLst/>
            </a:prstGeom>
            <a:ln>
              <a:headEnd type="diamond" w="lg" len="lg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1057">
              <a:extLst>
                <a:ext uri="{FF2B5EF4-FFF2-40B4-BE49-F238E27FC236}">
                  <a16:creationId xmlns:a16="http://schemas.microsoft.com/office/drawing/2014/main" id="{64E910B5-2DBE-F79A-D02E-65AA66D969CE}"/>
                </a:ext>
              </a:extLst>
            </p:cNvPr>
            <p:cNvCxnSpPr>
              <a:cxnSpLocks/>
              <a:endCxn id="1056" idx="0"/>
            </p:cNvCxnSpPr>
            <p:nvPr/>
          </p:nvCxnSpPr>
          <p:spPr>
            <a:xfrm>
              <a:off x="4473457" y="4297015"/>
              <a:ext cx="0" cy="5125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Arrow Connector 1058">
              <a:extLst>
                <a:ext uri="{FF2B5EF4-FFF2-40B4-BE49-F238E27FC236}">
                  <a16:creationId xmlns:a16="http://schemas.microsoft.com/office/drawing/2014/main" id="{59393735-DBC2-11EC-5D20-C8DF4FB87708}"/>
                </a:ext>
              </a:extLst>
            </p:cNvPr>
            <p:cNvCxnSpPr/>
            <p:nvPr/>
          </p:nvCxnSpPr>
          <p:spPr>
            <a:xfrm>
              <a:off x="4473457" y="4932372"/>
              <a:ext cx="0" cy="292904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60" name="Straight Arrow Connector 1059">
              <a:extLst>
                <a:ext uri="{FF2B5EF4-FFF2-40B4-BE49-F238E27FC236}">
                  <a16:creationId xmlns:a16="http://schemas.microsoft.com/office/drawing/2014/main" id="{34D3CA73-E20B-ACD6-A7E2-F587897F1267}"/>
                </a:ext>
              </a:extLst>
            </p:cNvPr>
            <p:cNvCxnSpPr>
              <a:cxnSpLocks/>
            </p:cNvCxnSpPr>
            <p:nvPr/>
          </p:nvCxnSpPr>
          <p:spPr>
            <a:xfrm>
              <a:off x="3832013" y="4454059"/>
              <a:ext cx="38946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Arrow Connector 1060">
              <a:extLst>
                <a:ext uri="{FF2B5EF4-FFF2-40B4-BE49-F238E27FC236}">
                  <a16:creationId xmlns:a16="http://schemas.microsoft.com/office/drawing/2014/main" id="{4847EBB5-B669-D1CE-2BAF-758F137ED930}"/>
                </a:ext>
              </a:extLst>
            </p:cNvPr>
            <p:cNvCxnSpPr>
              <a:cxnSpLocks/>
            </p:cNvCxnSpPr>
            <p:nvPr/>
          </p:nvCxnSpPr>
          <p:spPr>
            <a:xfrm>
              <a:off x="4767398" y="4465453"/>
              <a:ext cx="4044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2" name="TextBox 1061">
              <a:extLst>
                <a:ext uri="{FF2B5EF4-FFF2-40B4-BE49-F238E27FC236}">
                  <a16:creationId xmlns:a16="http://schemas.microsoft.com/office/drawing/2014/main" id="{29562A50-D4B0-2FC8-6B5E-542468EED93C}"/>
                </a:ext>
              </a:extLst>
            </p:cNvPr>
            <p:cNvSpPr txBox="1"/>
            <p:nvPr/>
          </p:nvSpPr>
          <p:spPr>
            <a:xfrm>
              <a:off x="3618451" y="4478146"/>
              <a:ext cx="6930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i</a:t>
              </a:r>
              <a:r>
                <a:rPr lang="en-US" sz="1400" baseline="-25000" dirty="0"/>
                <a:t>machine</a:t>
              </a:r>
            </a:p>
          </p:txBody>
        </p:sp>
        <p:sp>
          <p:nvSpPr>
            <p:cNvPr id="1063" name="TextBox 1062">
              <a:extLst>
                <a:ext uri="{FF2B5EF4-FFF2-40B4-BE49-F238E27FC236}">
                  <a16:creationId xmlns:a16="http://schemas.microsoft.com/office/drawing/2014/main" id="{26174CB4-A2FD-F4DA-BA4B-FCB54B4F600E}"/>
                </a:ext>
              </a:extLst>
            </p:cNvPr>
            <p:cNvSpPr txBox="1"/>
            <p:nvPr/>
          </p:nvSpPr>
          <p:spPr>
            <a:xfrm>
              <a:off x="4767398" y="4454058"/>
              <a:ext cx="6397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i</a:t>
              </a:r>
              <a:r>
                <a:rPr lang="en-US" sz="1400" baseline="-25000" dirty="0"/>
                <a:t>ref</a:t>
              </a:r>
            </a:p>
          </p:txBody>
        </p:sp>
        <p:sp>
          <p:nvSpPr>
            <p:cNvPr id="1064" name="TextBox 1063">
              <a:extLst>
                <a:ext uri="{FF2B5EF4-FFF2-40B4-BE49-F238E27FC236}">
                  <a16:creationId xmlns:a16="http://schemas.microsoft.com/office/drawing/2014/main" id="{19E9FC49-8646-A276-9EC0-3A2AA80FCA0D}"/>
                </a:ext>
              </a:extLst>
            </p:cNvPr>
            <p:cNvSpPr txBox="1"/>
            <p:nvPr/>
          </p:nvSpPr>
          <p:spPr>
            <a:xfrm>
              <a:off x="4003737" y="5225276"/>
              <a:ext cx="6397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C00000"/>
                  </a:solidFill>
                </a:rPr>
                <a:t>i</a:t>
              </a:r>
              <a:r>
                <a:rPr lang="en-US" sz="1400" baseline="-25000" dirty="0">
                  <a:solidFill>
                    <a:srgbClr val="C00000"/>
                  </a:solidFill>
                </a:rPr>
                <a:t>excess</a:t>
              </a:r>
            </a:p>
          </p:txBody>
        </p:sp>
        <p:sp>
          <p:nvSpPr>
            <p:cNvPr id="1067" name="TextBox 1066">
              <a:extLst>
                <a:ext uri="{FF2B5EF4-FFF2-40B4-BE49-F238E27FC236}">
                  <a16:creationId xmlns:a16="http://schemas.microsoft.com/office/drawing/2014/main" id="{058F481A-8208-2E88-DF53-AE87A71180D0}"/>
                </a:ext>
              </a:extLst>
            </p:cNvPr>
            <p:cNvSpPr txBox="1"/>
            <p:nvPr/>
          </p:nvSpPr>
          <p:spPr>
            <a:xfrm>
              <a:off x="1978444" y="5416867"/>
              <a:ext cx="21399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Current-limiting</a:t>
              </a:r>
            </a:p>
          </p:txBody>
        </p:sp>
      </p:grpSp>
      <p:sp>
        <p:nvSpPr>
          <p:cNvPr id="1068" name="Freeform: Shape 1067">
            <a:extLst>
              <a:ext uri="{FF2B5EF4-FFF2-40B4-BE49-F238E27FC236}">
                <a16:creationId xmlns:a16="http://schemas.microsoft.com/office/drawing/2014/main" id="{E3FFD20F-055B-FFD4-7D3A-776135320A7B}"/>
              </a:ext>
            </a:extLst>
          </p:cNvPr>
          <p:cNvSpPr/>
          <p:nvPr/>
        </p:nvSpPr>
        <p:spPr>
          <a:xfrm>
            <a:off x="5321061" y="4463440"/>
            <a:ext cx="1066624" cy="1179156"/>
          </a:xfrm>
          <a:custGeom>
            <a:avLst/>
            <a:gdLst>
              <a:gd name="connsiteX0" fmla="*/ 0 w 636105"/>
              <a:gd name="connsiteY0" fmla="*/ 8179 h 1280388"/>
              <a:gd name="connsiteX1" fmla="*/ 387626 w 636105"/>
              <a:gd name="connsiteY1" fmla="*/ 107570 h 1280388"/>
              <a:gd name="connsiteX2" fmla="*/ 427383 w 636105"/>
              <a:gd name="connsiteY2" fmla="*/ 763553 h 1280388"/>
              <a:gd name="connsiteX3" fmla="*/ 636105 w 636105"/>
              <a:gd name="connsiteY3" fmla="*/ 1280388 h 1280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6105" h="1280388">
                <a:moveTo>
                  <a:pt x="0" y="8179"/>
                </a:moveTo>
                <a:cubicBezTo>
                  <a:pt x="158197" y="-5074"/>
                  <a:pt x="316395" y="-18326"/>
                  <a:pt x="387626" y="107570"/>
                </a:cubicBezTo>
                <a:cubicBezTo>
                  <a:pt x="458857" y="233466"/>
                  <a:pt x="385970" y="568083"/>
                  <a:pt x="427383" y="763553"/>
                </a:cubicBezTo>
                <a:cubicBezTo>
                  <a:pt x="468796" y="959023"/>
                  <a:pt x="552450" y="1119705"/>
                  <a:pt x="636105" y="1280388"/>
                </a:cubicBezTo>
              </a:path>
            </a:pathLst>
          </a:custGeom>
          <a:ln w="19050">
            <a:prstDash val="sysDot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607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778757F-BCE7-811E-9F33-17D0288C3E14}"/>
              </a:ext>
            </a:extLst>
          </p:cNvPr>
          <p:cNvGrpSpPr/>
          <p:nvPr/>
        </p:nvGrpSpPr>
        <p:grpSpPr>
          <a:xfrm>
            <a:off x="7588883" y="833922"/>
            <a:ext cx="3737550" cy="3031627"/>
            <a:chOff x="7588883" y="833922"/>
            <a:chExt cx="3737550" cy="3031627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C38549C-6B8F-93C4-5C2A-2B9B5D085AC4}"/>
                </a:ext>
              </a:extLst>
            </p:cNvPr>
            <p:cNvSpPr/>
            <p:nvPr/>
          </p:nvSpPr>
          <p:spPr>
            <a:xfrm>
              <a:off x="8278808" y="1715558"/>
              <a:ext cx="438912" cy="42062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~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BD7C16D0-47D2-CD65-AF16-75E226597D82}"/>
                </a:ext>
              </a:extLst>
            </p:cNvPr>
            <p:cNvSpPr/>
            <p:nvPr/>
          </p:nvSpPr>
          <p:spPr>
            <a:xfrm>
              <a:off x="7839896" y="2547662"/>
              <a:ext cx="438912" cy="42062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~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7767397-0694-0CD0-8469-F952991FBB36}"/>
                </a:ext>
              </a:extLst>
            </p:cNvPr>
            <p:cNvSpPr/>
            <p:nvPr/>
          </p:nvSpPr>
          <p:spPr>
            <a:xfrm>
              <a:off x="8717720" y="2547662"/>
              <a:ext cx="438912" cy="420624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~</a:t>
              </a: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E720A07-2955-BDE4-621C-BE931FC81701}"/>
                </a:ext>
              </a:extLst>
            </p:cNvPr>
            <p:cNvCxnSpPr>
              <a:stCxn id="41" idx="7"/>
            </p:cNvCxnSpPr>
            <p:nvPr/>
          </p:nvCxnSpPr>
          <p:spPr>
            <a:xfrm flipV="1">
              <a:off x="8214531" y="2440333"/>
              <a:ext cx="283733" cy="1689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92F7BDE-EEAA-B45E-AC83-4CC8D482998E}"/>
                </a:ext>
              </a:extLst>
            </p:cNvPr>
            <p:cNvCxnSpPr>
              <a:stCxn id="42" idx="1"/>
            </p:cNvCxnSpPr>
            <p:nvPr/>
          </p:nvCxnSpPr>
          <p:spPr>
            <a:xfrm flipH="1" flipV="1">
              <a:off x="8498264" y="2440333"/>
              <a:ext cx="283733" cy="1689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81066F7-F2E9-2DB9-5983-AA60E367A0C7}"/>
                </a:ext>
              </a:extLst>
            </p:cNvPr>
            <p:cNvCxnSpPr>
              <a:endCxn id="40" idx="4"/>
            </p:cNvCxnSpPr>
            <p:nvPr/>
          </p:nvCxnSpPr>
          <p:spPr>
            <a:xfrm flipV="1">
              <a:off x="8498264" y="2136182"/>
              <a:ext cx="0" cy="30415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766E06A-35E4-7382-0AD2-2C247B652851}"/>
                </a:ext>
              </a:extLst>
            </p:cNvPr>
            <p:cNvCxnSpPr>
              <a:stCxn id="40" idx="0"/>
            </p:cNvCxnSpPr>
            <p:nvPr/>
          </p:nvCxnSpPr>
          <p:spPr>
            <a:xfrm flipV="1">
              <a:off x="8498264" y="1326698"/>
              <a:ext cx="0" cy="38886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8F0AA59-D7A6-9968-F264-55DAFE54BB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98264" y="1326698"/>
              <a:ext cx="453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E52F750-EE17-FE9F-0543-F4657A114E6C}"/>
                </a:ext>
              </a:extLst>
            </p:cNvPr>
            <p:cNvCxnSpPr>
              <a:cxnSpLocks/>
              <a:endCxn id="42" idx="5"/>
            </p:cNvCxnSpPr>
            <p:nvPr/>
          </p:nvCxnSpPr>
          <p:spPr>
            <a:xfrm flipH="1" flipV="1">
              <a:off x="9092355" y="2906687"/>
              <a:ext cx="367417" cy="2107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2242E93-7970-BD44-1755-D1995535278E}"/>
                </a:ext>
              </a:extLst>
            </p:cNvPr>
            <p:cNvCxnSpPr>
              <a:cxnSpLocks/>
              <a:endCxn id="41" idx="3"/>
            </p:cNvCxnSpPr>
            <p:nvPr/>
          </p:nvCxnSpPr>
          <p:spPr>
            <a:xfrm flipV="1">
              <a:off x="7590517" y="2906687"/>
              <a:ext cx="313656" cy="2213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6BE8C50-2468-17FC-93D4-D97DBB7EC9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7162" y="3128066"/>
              <a:ext cx="0" cy="3598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69E88F9F-D47F-E815-CA65-DFD699D77C13}"/>
                </a:ext>
              </a:extLst>
            </p:cNvPr>
            <p:cNvGrpSpPr/>
            <p:nvPr/>
          </p:nvGrpSpPr>
          <p:grpSpPr>
            <a:xfrm>
              <a:off x="8952182" y="1203254"/>
              <a:ext cx="1418997" cy="246888"/>
              <a:chOff x="6830568" y="2084592"/>
              <a:chExt cx="1418997" cy="246888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25C800C3-C9A8-4BE5-CDF8-B8B5C062B184}"/>
                  </a:ext>
                </a:extLst>
              </p:cNvPr>
              <p:cNvGrpSpPr/>
              <p:nvPr/>
            </p:nvGrpSpPr>
            <p:grpSpPr>
              <a:xfrm>
                <a:off x="6830568" y="2084592"/>
                <a:ext cx="683640" cy="246888"/>
                <a:chOff x="2551176" y="3154680"/>
                <a:chExt cx="2880360" cy="768096"/>
              </a:xfrm>
            </p:grpSpPr>
            <p:sp>
              <p:nvSpPr>
                <p:cNvPr id="7" name="Arc 6">
                  <a:extLst>
                    <a:ext uri="{FF2B5EF4-FFF2-40B4-BE49-F238E27FC236}">
                      <a16:creationId xmlns:a16="http://schemas.microsoft.com/office/drawing/2014/main" id="{F93DCE65-E25A-78AD-358D-ECFBBE342E70}"/>
                    </a:ext>
                  </a:extLst>
                </p:cNvPr>
                <p:cNvSpPr/>
                <p:nvPr/>
              </p:nvSpPr>
              <p:spPr>
                <a:xfrm>
                  <a:off x="2551176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Arc 8">
                  <a:extLst>
                    <a:ext uri="{FF2B5EF4-FFF2-40B4-BE49-F238E27FC236}">
                      <a16:creationId xmlns:a16="http://schemas.microsoft.com/office/drawing/2014/main" id="{C3C1FDC8-CAA2-3BD4-DA6F-8694F514BBDA}"/>
                    </a:ext>
                  </a:extLst>
                </p:cNvPr>
                <p:cNvSpPr/>
                <p:nvPr/>
              </p:nvSpPr>
              <p:spPr>
                <a:xfrm>
                  <a:off x="3255264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Arc 9">
                  <a:extLst>
                    <a:ext uri="{FF2B5EF4-FFF2-40B4-BE49-F238E27FC236}">
                      <a16:creationId xmlns:a16="http://schemas.microsoft.com/office/drawing/2014/main" id="{765F564C-A22C-7C4E-A9BB-8BA5829E52C1}"/>
                    </a:ext>
                  </a:extLst>
                </p:cNvPr>
                <p:cNvSpPr/>
                <p:nvPr/>
              </p:nvSpPr>
              <p:spPr>
                <a:xfrm>
                  <a:off x="3959352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Arc 10">
                  <a:extLst>
                    <a:ext uri="{FF2B5EF4-FFF2-40B4-BE49-F238E27FC236}">
                      <a16:creationId xmlns:a16="http://schemas.microsoft.com/office/drawing/2014/main" id="{AF715A5D-BAB7-2024-F9FC-31F0DAC7802C}"/>
                    </a:ext>
                  </a:extLst>
                </p:cNvPr>
                <p:cNvSpPr/>
                <p:nvPr/>
              </p:nvSpPr>
              <p:spPr>
                <a:xfrm>
                  <a:off x="4663440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EA223D06-8F03-B7E7-59DE-2C0BA0F2A2B0}"/>
                  </a:ext>
                </a:extLst>
              </p:cNvPr>
              <p:cNvGrpSpPr/>
              <p:nvPr/>
            </p:nvGrpSpPr>
            <p:grpSpPr>
              <a:xfrm>
                <a:off x="7713062" y="2123454"/>
                <a:ext cx="326664" cy="169164"/>
                <a:chOff x="4521709" y="2816352"/>
                <a:chExt cx="2024480" cy="745236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14621918-64AF-BFE1-0628-A5FE3C3C3AB6}"/>
                    </a:ext>
                  </a:extLst>
                </p:cNvPr>
                <p:cNvCxnSpPr/>
                <p:nvPr/>
              </p:nvCxnSpPr>
              <p:spPr>
                <a:xfrm flipV="1">
                  <a:off x="4718304" y="2816352"/>
                  <a:ext cx="393192" cy="74523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8AE1D5F4-5E46-FDE6-B29D-CC593729F7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111496" y="2816352"/>
                  <a:ext cx="422453" cy="74523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6F19DAEC-DBE0-E918-F6DF-4AF8EAAF74C0}"/>
                    </a:ext>
                  </a:extLst>
                </p:cNvPr>
                <p:cNvCxnSpPr/>
                <p:nvPr/>
              </p:nvCxnSpPr>
              <p:spPr>
                <a:xfrm flipV="1">
                  <a:off x="5533949" y="2816352"/>
                  <a:ext cx="393192" cy="74523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4E5EF673-A3AB-7174-54B9-69A7220997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27141" y="2816352"/>
                  <a:ext cx="422453" cy="74523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692FEF01-B3DD-DCBB-562A-2E610E1FCE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49594" y="3188969"/>
                  <a:ext cx="196595" cy="37261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1F3FCAF8-749D-9A78-41C7-33ED0EFEF5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21709" y="3188970"/>
                  <a:ext cx="212198" cy="37261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DCABF7A-E5E9-00CB-7095-74A4EEEBA0C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03223" y="2208036"/>
                <a:ext cx="209839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D8224CF6-C72C-E15E-C9E4-DB3FEF882F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39726" y="2208036"/>
                <a:ext cx="209839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744A658-3611-7361-193F-CB1354B3EC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53518" y="3108188"/>
              <a:ext cx="453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2D49048-7402-D3B2-F005-F96B1BC1839C}"/>
                </a:ext>
              </a:extLst>
            </p:cNvPr>
            <p:cNvGrpSpPr/>
            <p:nvPr/>
          </p:nvGrpSpPr>
          <p:grpSpPr>
            <a:xfrm>
              <a:off x="9907436" y="3004622"/>
              <a:ext cx="1418997" cy="246888"/>
              <a:chOff x="9907436" y="3004622"/>
              <a:chExt cx="1418997" cy="246888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5339B73A-3BCC-7B0C-5BAE-00735193BFF3}"/>
                  </a:ext>
                </a:extLst>
              </p:cNvPr>
              <p:cNvGrpSpPr/>
              <p:nvPr/>
            </p:nvGrpSpPr>
            <p:grpSpPr>
              <a:xfrm>
                <a:off x="9907436" y="3004622"/>
                <a:ext cx="683640" cy="246888"/>
                <a:chOff x="2551176" y="3154680"/>
                <a:chExt cx="2880360" cy="768096"/>
              </a:xfrm>
            </p:grpSpPr>
            <p:sp>
              <p:nvSpPr>
                <p:cNvPr id="78" name="Arc 77">
                  <a:extLst>
                    <a:ext uri="{FF2B5EF4-FFF2-40B4-BE49-F238E27FC236}">
                      <a16:creationId xmlns:a16="http://schemas.microsoft.com/office/drawing/2014/main" id="{03E540C8-7E25-C2EE-4395-A83261CDA9D8}"/>
                    </a:ext>
                  </a:extLst>
                </p:cNvPr>
                <p:cNvSpPr/>
                <p:nvPr/>
              </p:nvSpPr>
              <p:spPr>
                <a:xfrm>
                  <a:off x="2551176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Arc 78">
                  <a:extLst>
                    <a:ext uri="{FF2B5EF4-FFF2-40B4-BE49-F238E27FC236}">
                      <a16:creationId xmlns:a16="http://schemas.microsoft.com/office/drawing/2014/main" id="{E9545DEC-B9E4-DC8B-5AD6-05EC047BECA4}"/>
                    </a:ext>
                  </a:extLst>
                </p:cNvPr>
                <p:cNvSpPr/>
                <p:nvPr/>
              </p:nvSpPr>
              <p:spPr>
                <a:xfrm>
                  <a:off x="3255264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Arc 79">
                  <a:extLst>
                    <a:ext uri="{FF2B5EF4-FFF2-40B4-BE49-F238E27FC236}">
                      <a16:creationId xmlns:a16="http://schemas.microsoft.com/office/drawing/2014/main" id="{532B1279-62D7-8C70-D26C-02DDA32AC264}"/>
                    </a:ext>
                  </a:extLst>
                </p:cNvPr>
                <p:cNvSpPr/>
                <p:nvPr/>
              </p:nvSpPr>
              <p:spPr>
                <a:xfrm>
                  <a:off x="3959352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Arc 80">
                  <a:extLst>
                    <a:ext uri="{FF2B5EF4-FFF2-40B4-BE49-F238E27FC236}">
                      <a16:creationId xmlns:a16="http://schemas.microsoft.com/office/drawing/2014/main" id="{9D7F229E-756C-EBEB-6A03-ED64313E042E}"/>
                    </a:ext>
                  </a:extLst>
                </p:cNvPr>
                <p:cNvSpPr/>
                <p:nvPr/>
              </p:nvSpPr>
              <p:spPr>
                <a:xfrm>
                  <a:off x="4663440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1E2C1CE6-72CD-8EA7-4606-AAA717688E9F}"/>
                  </a:ext>
                </a:extLst>
              </p:cNvPr>
              <p:cNvGrpSpPr/>
              <p:nvPr/>
            </p:nvGrpSpPr>
            <p:grpSpPr>
              <a:xfrm>
                <a:off x="10789930" y="3013667"/>
                <a:ext cx="326664" cy="169164"/>
                <a:chOff x="4521709" y="2816352"/>
                <a:chExt cx="2024480" cy="745236"/>
              </a:xfrm>
            </p:grpSpPr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1E5070FF-BD4A-BED2-F6BD-DFB07921F221}"/>
                    </a:ext>
                  </a:extLst>
                </p:cNvPr>
                <p:cNvCxnSpPr/>
                <p:nvPr/>
              </p:nvCxnSpPr>
              <p:spPr>
                <a:xfrm flipV="1">
                  <a:off x="4718304" y="2816352"/>
                  <a:ext cx="393192" cy="74523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1138F2B5-3A28-42AB-8B1A-8FBBC44747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111496" y="2816352"/>
                  <a:ext cx="422453" cy="74523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F3880A6B-EFB3-3E84-4224-9782F3E15611}"/>
                    </a:ext>
                  </a:extLst>
                </p:cNvPr>
                <p:cNvCxnSpPr/>
                <p:nvPr/>
              </p:nvCxnSpPr>
              <p:spPr>
                <a:xfrm flipV="1">
                  <a:off x="5533949" y="2816352"/>
                  <a:ext cx="393192" cy="74523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6695991F-059F-4A36-FEBB-14DCC4B805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27141" y="2816352"/>
                  <a:ext cx="422453" cy="74523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61BB12B0-89BC-064E-B8BA-C86ECE8ABF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49594" y="3188969"/>
                  <a:ext cx="196595" cy="37261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44209364-3A93-FA7B-529E-4BC63923BE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21709" y="3188970"/>
                  <a:ext cx="212198" cy="37261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5A96FD33-A8F7-B769-7BA7-1148ECB569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90030" y="3118127"/>
                <a:ext cx="209839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E8EE756E-63CA-F535-B38E-0401A77507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116594" y="3098249"/>
                <a:ext cx="209839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A30F2928-8610-0CCE-56CF-A83229B4B3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88883" y="3476424"/>
              <a:ext cx="453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FD3631BB-8792-BEA6-FCF1-B2DACEC6932A}"/>
                </a:ext>
              </a:extLst>
            </p:cNvPr>
            <p:cNvGrpSpPr/>
            <p:nvPr/>
          </p:nvGrpSpPr>
          <p:grpSpPr>
            <a:xfrm>
              <a:off x="8042801" y="3352980"/>
              <a:ext cx="1418997" cy="246888"/>
              <a:chOff x="6830568" y="2084592"/>
              <a:chExt cx="1418997" cy="246888"/>
            </a:xfrm>
          </p:grpSpPr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58D2AD93-582B-1081-B2EC-0D0FF07DA45A}"/>
                  </a:ext>
                </a:extLst>
              </p:cNvPr>
              <p:cNvGrpSpPr/>
              <p:nvPr/>
            </p:nvGrpSpPr>
            <p:grpSpPr>
              <a:xfrm>
                <a:off x="6830568" y="2084592"/>
                <a:ext cx="683640" cy="246888"/>
                <a:chOff x="2551176" y="3154680"/>
                <a:chExt cx="2880360" cy="768096"/>
              </a:xfrm>
            </p:grpSpPr>
            <p:sp>
              <p:nvSpPr>
                <p:cNvPr id="94" name="Arc 93">
                  <a:extLst>
                    <a:ext uri="{FF2B5EF4-FFF2-40B4-BE49-F238E27FC236}">
                      <a16:creationId xmlns:a16="http://schemas.microsoft.com/office/drawing/2014/main" id="{B3CBC0F7-C0C5-FEDE-E008-14C2AD90951A}"/>
                    </a:ext>
                  </a:extLst>
                </p:cNvPr>
                <p:cNvSpPr/>
                <p:nvPr/>
              </p:nvSpPr>
              <p:spPr>
                <a:xfrm>
                  <a:off x="2551176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Arc 94">
                  <a:extLst>
                    <a:ext uri="{FF2B5EF4-FFF2-40B4-BE49-F238E27FC236}">
                      <a16:creationId xmlns:a16="http://schemas.microsoft.com/office/drawing/2014/main" id="{D3F94AD6-7937-A610-901D-AB78799290E5}"/>
                    </a:ext>
                  </a:extLst>
                </p:cNvPr>
                <p:cNvSpPr/>
                <p:nvPr/>
              </p:nvSpPr>
              <p:spPr>
                <a:xfrm>
                  <a:off x="3255264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Arc 95">
                  <a:extLst>
                    <a:ext uri="{FF2B5EF4-FFF2-40B4-BE49-F238E27FC236}">
                      <a16:creationId xmlns:a16="http://schemas.microsoft.com/office/drawing/2014/main" id="{A0A8BA5B-E008-4A85-343D-F0846D7ABAA6}"/>
                    </a:ext>
                  </a:extLst>
                </p:cNvPr>
                <p:cNvSpPr/>
                <p:nvPr/>
              </p:nvSpPr>
              <p:spPr>
                <a:xfrm>
                  <a:off x="3959352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Arc 96">
                  <a:extLst>
                    <a:ext uri="{FF2B5EF4-FFF2-40B4-BE49-F238E27FC236}">
                      <a16:creationId xmlns:a16="http://schemas.microsoft.com/office/drawing/2014/main" id="{82C545E8-8BF3-3E84-DCC7-36B1BE2F7D9C}"/>
                    </a:ext>
                  </a:extLst>
                </p:cNvPr>
                <p:cNvSpPr/>
                <p:nvPr/>
              </p:nvSpPr>
              <p:spPr>
                <a:xfrm>
                  <a:off x="4663440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2706B5DC-747B-E557-1D2D-9201B32052C3}"/>
                  </a:ext>
                </a:extLst>
              </p:cNvPr>
              <p:cNvGrpSpPr/>
              <p:nvPr/>
            </p:nvGrpSpPr>
            <p:grpSpPr>
              <a:xfrm>
                <a:off x="7713062" y="2123454"/>
                <a:ext cx="326664" cy="169164"/>
                <a:chOff x="4521709" y="2816352"/>
                <a:chExt cx="2024480" cy="745236"/>
              </a:xfrm>
            </p:grpSpPr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5FBC868B-11AE-E090-587D-749526164EF4}"/>
                    </a:ext>
                  </a:extLst>
                </p:cNvPr>
                <p:cNvCxnSpPr/>
                <p:nvPr/>
              </p:nvCxnSpPr>
              <p:spPr>
                <a:xfrm flipV="1">
                  <a:off x="4718304" y="2816352"/>
                  <a:ext cx="393192" cy="74523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19AB5B90-D957-E959-4F94-BF5F43132B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111496" y="2816352"/>
                  <a:ext cx="422453" cy="74523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CE746138-4277-7EE1-9870-34B370445B68}"/>
                    </a:ext>
                  </a:extLst>
                </p:cNvPr>
                <p:cNvCxnSpPr/>
                <p:nvPr/>
              </p:nvCxnSpPr>
              <p:spPr>
                <a:xfrm flipV="1">
                  <a:off x="5533949" y="2816352"/>
                  <a:ext cx="393192" cy="74523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6FD0B065-CB71-8F49-08DF-61565A189C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27141" y="2816352"/>
                  <a:ext cx="422453" cy="74523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595975FD-4B53-FBCE-F4EF-58814BF9C1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49594" y="3188969"/>
                  <a:ext cx="196595" cy="37261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3A1E0C6A-AA99-6E05-9A5C-9F9476511F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21709" y="3188970"/>
                  <a:ext cx="212198" cy="37261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BE3C6ED8-CB1B-FA0F-2659-CC4677681F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03223" y="2208036"/>
                <a:ext cx="209839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3013A488-6EAA-F481-AC30-ED8ACB450B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39726" y="2208036"/>
                <a:ext cx="209839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08424B33-3480-B137-2629-2BE319EB6D28}"/>
                </a:ext>
              </a:extLst>
            </p:cNvPr>
            <p:cNvGrpSpPr/>
            <p:nvPr/>
          </p:nvGrpSpPr>
          <p:grpSpPr>
            <a:xfrm>
              <a:off x="9264513" y="2213543"/>
              <a:ext cx="326664" cy="169164"/>
              <a:chOff x="4521709" y="2816352"/>
              <a:chExt cx="2024480" cy="745236"/>
            </a:xfrm>
          </p:grpSpPr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EDE5BDE4-BAE6-E660-E217-E330FA3B8595}"/>
                  </a:ext>
                </a:extLst>
              </p:cNvPr>
              <p:cNvCxnSpPr/>
              <p:nvPr/>
            </p:nvCxnSpPr>
            <p:spPr>
              <a:xfrm flipV="1">
                <a:off x="4718304" y="2816352"/>
                <a:ext cx="393192" cy="745236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3819F75D-CB5A-90A1-A063-C963C0BE007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111496" y="2816352"/>
                <a:ext cx="422453" cy="745236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F578F691-E4BF-5715-253E-EB418971750F}"/>
                  </a:ext>
                </a:extLst>
              </p:cNvPr>
              <p:cNvCxnSpPr/>
              <p:nvPr/>
            </p:nvCxnSpPr>
            <p:spPr>
              <a:xfrm flipV="1">
                <a:off x="5533949" y="2816352"/>
                <a:ext cx="393192" cy="745236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55A1D55F-795D-03BF-6A24-6F32DD4275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27141" y="2816352"/>
                <a:ext cx="422453" cy="745236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80FFDB7B-FF01-4BE9-4E4B-B4D9F28AD8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49594" y="3188969"/>
                <a:ext cx="196595" cy="372618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6D3E90F1-FF74-11EA-DBA5-4C829A50EF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521709" y="3188970"/>
                <a:ext cx="212198" cy="372618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17C3FC78-A4BA-C862-B5D4-D631C0ADE8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54674" y="2298125"/>
              <a:ext cx="209839" cy="0"/>
            </a:xfrm>
            <a:prstGeom prst="line">
              <a:avLst/>
            </a:prstGeom>
            <a:ln>
              <a:solidFill>
                <a:schemeClr val="accent2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AAED60F3-3D0F-758D-F051-788601C067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91177" y="2298125"/>
              <a:ext cx="451045" cy="0"/>
            </a:xfrm>
            <a:prstGeom prst="line">
              <a:avLst/>
            </a:prstGeom>
            <a:ln>
              <a:solidFill>
                <a:schemeClr val="accent2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42A1E891-7C50-0653-1D93-499F202E4A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8264" y="2294123"/>
              <a:ext cx="567440" cy="146210"/>
            </a:xfrm>
            <a:prstGeom prst="line">
              <a:avLst/>
            </a:prstGeom>
            <a:ln>
              <a:solidFill>
                <a:schemeClr val="accent2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E1A94F1-BFFA-84CA-CE90-E30EC79FE5A3}"/>
                </a:ext>
              </a:extLst>
            </p:cNvPr>
            <p:cNvSpPr txBox="1"/>
            <p:nvPr/>
          </p:nvSpPr>
          <p:spPr>
            <a:xfrm>
              <a:off x="9782145" y="1984640"/>
              <a:ext cx="3731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N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9FB0DDF-E2E7-E057-1A66-C78653DF2A76}"/>
                </a:ext>
              </a:extLst>
            </p:cNvPr>
            <p:cNvSpPr txBox="1"/>
            <p:nvPr/>
          </p:nvSpPr>
          <p:spPr>
            <a:xfrm>
              <a:off x="9280548" y="1835067"/>
              <a:ext cx="3731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accent2"/>
                  </a:solidFill>
                </a:rPr>
                <a:t>r</a:t>
              </a:r>
              <a:r>
                <a:rPr lang="en-US" baseline="-25000" dirty="0" err="1">
                  <a:solidFill>
                    <a:schemeClr val="accent2"/>
                  </a:solidFill>
                </a:rPr>
                <a:t>N</a:t>
              </a:r>
              <a:endParaRPr lang="en-US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A3308DF8-9867-71DB-0464-3535E1D11053}"/>
                </a:ext>
              </a:extLst>
            </p:cNvPr>
            <p:cNvSpPr txBox="1"/>
            <p:nvPr/>
          </p:nvSpPr>
          <p:spPr>
            <a:xfrm>
              <a:off x="9855637" y="833922"/>
              <a:ext cx="3731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accent1"/>
                  </a:solidFill>
                </a:rPr>
                <a:t>r</a:t>
              </a:r>
              <a:r>
                <a:rPr lang="en-US" baseline="-25000" dirty="0" err="1">
                  <a:solidFill>
                    <a:schemeClr val="accent1"/>
                  </a:solidFill>
                </a:rPr>
                <a:t>s</a:t>
              </a:r>
              <a:endParaRPr lang="en-US" baseline="-25000" dirty="0">
                <a:solidFill>
                  <a:schemeClr val="accent1"/>
                </a:solidFill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2AC53F8E-0C7A-12F7-A345-63A9D4B31799}"/>
                </a:ext>
              </a:extLst>
            </p:cNvPr>
            <p:cNvSpPr txBox="1"/>
            <p:nvPr/>
          </p:nvSpPr>
          <p:spPr>
            <a:xfrm>
              <a:off x="9088627" y="844229"/>
              <a:ext cx="3731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L</a:t>
              </a:r>
              <a:r>
                <a:rPr lang="en-US" baseline="-25000" dirty="0">
                  <a:solidFill>
                    <a:schemeClr val="accent1"/>
                  </a:solidFill>
                </a:rPr>
                <a:t>s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C52FA141-5CC9-8522-F08C-67F323C8B368}"/>
                </a:ext>
              </a:extLst>
            </p:cNvPr>
            <p:cNvSpPr txBox="1"/>
            <p:nvPr/>
          </p:nvSpPr>
          <p:spPr>
            <a:xfrm>
              <a:off x="10834815" y="3098708"/>
              <a:ext cx="3731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accent1"/>
                  </a:solidFill>
                </a:rPr>
                <a:t>r</a:t>
              </a:r>
              <a:r>
                <a:rPr lang="en-US" baseline="-25000" dirty="0" err="1">
                  <a:solidFill>
                    <a:schemeClr val="accent1"/>
                  </a:solidFill>
                </a:rPr>
                <a:t>s</a:t>
              </a:r>
              <a:endParaRPr lang="en-US" baseline="-25000" dirty="0">
                <a:solidFill>
                  <a:schemeClr val="accent1"/>
                </a:solidFill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8B676145-A157-67A8-454A-A30108DEECD4}"/>
                </a:ext>
              </a:extLst>
            </p:cNvPr>
            <p:cNvSpPr txBox="1"/>
            <p:nvPr/>
          </p:nvSpPr>
          <p:spPr>
            <a:xfrm>
              <a:off x="10067805" y="3138832"/>
              <a:ext cx="3731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L</a:t>
              </a:r>
              <a:r>
                <a:rPr lang="en-US" baseline="-25000" dirty="0">
                  <a:solidFill>
                    <a:schemeClr val="accent1"/>
                  </a:solidFill>
                </a:rPr>
                <a:t>s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CD4A25E2-BE0E-86C3-BB31-4EEC5FD111AC}"/>
                </a:ext>
              </a:extLst>
            </p:cNvPr>
            <p:cNvSpPr txBox="1"/>
            <p:nvPr/>
          </p:nvSpPr>
          <p:spPr>
            <a:xfrm>
              <a:off x="8960513" y="3485910"/>
              <a:ext cx="3731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accent1"/>
                  </a:solidFill>
                </a:rPr>
                <a:t>r</a:t>
              </a:r>
              <a:r>
                <a:rPr lang="en-US" baseline="-25000" dirty="0" err="1">
                  <a:solidFill>
                    <a:schemeClr val="accent1"/>
                  </a:solidFill>
                </a:rPr>
                <a:t>s</a:t>
              </a:r>
              <a:endParaRPr lang="en-US" baseline="-25000" dirty="0">
                <a:solidFill>
                  <a:schemeClr val="accent1"/>
                </a:solidFill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918005B7-49CC-6429-90A3-BCE0C418B9EF}"/>
                </a:ext>
              </a:extLst>
            </p:cNvPr>
            <p:cNvSpPr txBox="1"/>
            <p:nvPr/>
          </p:nvSpPr>
          <p:spPr>
            <a:xfrm>
              <a:off x="8193503" y="3496217"/>
              <a:ext cx="3731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L</a:t>
              </a:r>
              <a:r>
                <a:rPr lang="en-US" baseline="-25000" dirty="0">
                  <a:solidFill>
                    <a:schemeClr val="accent1"/>
                  </a:solidFill>
                </a:rPr>
                <a:t>s</a:t>
              </a:r>
            </a:p>
          </p:txBody>
        </p:sp>
      </p:grpSp>
      <p:sp>
        <p:nvSpPr>
          <p:cNvPr id="226" name="Oval 225">
            <a:extLst>
              <a:ext uri="{FF2B5EF4-FFF2-40B4-BE49-F238E27FC236}">
                <a16:creationId xmlns:a16="http://schemas.microsoft.com/office/drawing/2014/main" id="{6D77B501-B8CB-ADD9-4B12-04955B5C3D9F}"/>
              </a:ext>
            </a:extLst>
          </p:cNvPr>
          <p:cNvSpPr/>
          <p:nvPr/>
        </p:nvSpPr>
        <p:spPr>
          <a:xfrm>
            <a:off x="1143019" y="2876820"/>
            <a:ext cx="693009" cy="675625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2"/>
                </a:solidFill>
              </a:rPr>
              <a:t>~</a:t>
            </a:r>
            <a:endParaRPr lang="en-US" sz="1100" dirty="0">
              <a:solidFill>
                <a:schemeClr val="accent2"/>
              </a:solidFill>
            </a:endParaRPr>
          </a:p>
        </p:txBody>
      </p: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5D9C4177-3C0C-710A-38FD-E2FA845F5879}"/>
              </a:ext>
            </a:extLst>
          </p:cNvPr>
          <p:cNvCxnSpPr>
            <a:cxnSpLocks/>
          </p:cNvCxnSpPr>
          <p:nvPr/>
        </p:nvCxnSpPr>
        <p:spPr>
          <a:xfrm flipH="1">
            <a:off x="1489523" y="2218907"/>
            <a:ext cx="286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340C1DEC-588B-8B52-6D46-CA5449B42D38}"/>
              </a:ext>
            </a:extLst>
          </p:cNvPr>
          <p:cNvGrpSpPr/>
          <p:nvPr/>
        </p:nvGrpSpPr>
        <p:grpSpPr>
          <a:xfrm>
            <a:off x="1790356" y="2095463"/>
            <a:ext cx="1418997" cy="246888"/>
            <a:chOff x="6830568" y="2084592"/>
            <a:chExt cx="1418997" cy="246888"/>
          </a:xfrm>
        </p:grpSpPr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8BBC1188-A34D-C545-ACDD-D60704AA0351}"/>
                </a:ext>
              </a:extLst>
            </p:cNvPr>
            <p:cNvGrpSpPr/>
            <p:nvPr/>
          </p:nvGrpSpPr>
          <p:grpSpPr>
            <a:xfrm>
              <a:off x="6830568" y="2084592"/>
              <a:ext cx="683640" cy="246888"/>
              <a:chOff x="2551176" y="3154680"/>
              <a:chExt cx="2880360" cy="768096"/>
            </a:xfrm>
          </p:grpSpPr>
          <p:sp>
            <p:nvSpPr>
              <p:cNvPr id="286" name="Arc 285">
                <a:extLst>
                  <a:ext uri="{FF2B5EF4-FFF2-40B4-BE49-F238E27FC236}">
                    <a16:creationId xmlns:a16="http://schemas.microsoft.com/office/drawing/2014/main" id="{859BCE4C-2CD3-4D34-55B4-7A9A65FF5BD1}"/>
                  </a:ext>
                </a:extLst>
              </p:cNvPr>
              <p:cNvSpPr/>
              <p:nvPr/>
            </p:nvSpPr>
            <p:spPr>
              <a:xfrm>
                <a:off x="2551176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" name="Arc 286">
                <a:extLst>
                  <a:ext uri="{FF2B5EF4-FFF2-40B4-BE49-F238E27FC236}">
                    <a16:creationId xmlns:a16="http://schemas.microsoft.com/office/drawing/2014/main" id="{2436E3BE-3651-03B3-2C40-41FAA74F3B24}"/>
                  </a:ext>
                </a:extLst>
              </p:cNvPr>
              <p:cNvSpPr/>
              <p:nvPr/>
            </p:nvSpPr>
            <p:spPr>
              <a:xfrm>
                <a:off x="3255264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8" name="Arc 287">
                <a:extLst>
                  <a:ext uri="{FF2B5EF4-FFF2-40B4-BE49-F238E27FC236}">
                    <a16:creationId xmlns:a16="http://schemas.microsoft.com/office/drawing/2014/main" id="{BB414C52-3B70-5905-5AD0-310ECF302C66}"/>
                  </a:ext>
                </a:extLst>
              </p:cNvPr>
              <p:cNvSpPr/>
              <p:nvPr/>
            </p:nvSpPr>
            <p:spPr>
              <a:xfrm>
                <a:off x="3959352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9" name="Arc 288">
                <a:extLst>
                  <a:ext uri="{FF2B5EF4-FFF2-40B4-BE49-F238E27FC236}">
                    <a16:creationId xmlns:a16="http://schemas.microsoft.com/office/drawing/2014/main" id="{3E19D179-46FC-D2C2-73EC-7E6988D2128F}"/>
                  </a:ext>
                </a:extLst>
              </p:cNvPr>
              <p:cNvSpPr/>
              <p:nvPr/>
            </p:nvSpPr>
            <p:spPr>
              <a:xfrm>
                <a:off x="4663440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0BF84B33-C4E8-00FD-FD24-9F0AA484CF37}"/>
                </a:ext>
              </a:extLst>
            </p:cNvPr>
            <p:cNvGrpSpPr/>
            <p:nvPr/>
          </p:nvGrpSpPr>
          <p:grpSpPr>
            <a:xfrm>
              <a:off x="7713062" y="2123454"/>
              <a:ext cx="326664" cy="169164"/>
              <a:chOff x="4521709" y="2816352"/>
              <a:chExt cx="2024480" cy="745236"/>
            </a:xfrm>
          </p:grpSpPr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id="{04018964-3B70-0AC1-D1FC-061ABC0F1F2A}"/>
                  </a:ext>
                </a:extLst>
              </p:cNvPr>
              <p:cNvCxnSpPr/>
              <p:nvPr/>
            </p:nvCxnSpPr>
            <p:spPr>
              <a:xfrm flipV="1">
                <a:off x="4718304" y="2816352"/>
                <a:ext cx="393192" cy="74523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45A57995-1439-551D-57B2-F18A763B92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111496" y="2816352"/>
                <a:ext cx="422453" cy="74523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Connector 281">
                <a:extLst>
                  <a:ext uri="{FF2B5EF4-FFF2-40B4-BE49-F238E27FC236}">
                    <a16:creationId xmlns:a16="http://schemas.microsoft.com/office/drawing/2014/main" id="{4AE15434-6056-D1E1-A1EC-9C1A396ED3E0}"/>
                  </a:ext>
                </a:extLst>
              </p:cNvPr>
              <p:cNvCxnSpPr/>
              <p:nvPr/>
            </p:nvCxnSpPr>
            <p:spPr>
              <a:xfrm flipV="1">
                <a:off x="5533949" y="2816352"/>
                <a:ext cx="393192" cy="74523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Connector 282">
                <a:extLst>
                  <a:ext uri="{FF2B5EF4-FFF2-40B4-BE49-F238E27FC236}">
                    <a16:creationId xmlns:a16="http://schemas.microsoft.com/office/drawing/2014/main" id="{CEE259CE-C734-6DF4-F9C9-756380BA979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27141" y="2816352"/>
                <a:ext cx="422453" cy="74523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E510A973-424F-BCE3-171B-0EED03E651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49594" y="3188969"/>
                <a:ext cx="196595" cy="37261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1F4104D4-672A-F0B3-460B-FD05401389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521709" y="3188970"/>
                <a:ext cx="212198" cy="37261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118D9D9A-A22D-9E87-A6D4-C806602630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03223" y="2208036"/>
              <a:ext cx="20983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5241A310-3E50-CEDC-7536-C156A2373C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9726" y="2208036"/>
              <a:ext cx="20983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3D17C0FF-071B-1501-CCBA-B69F177BC600}"/>
              </a:ext>
            </a:extLst>
          </p:cNvPr>
          <p:cNvCxnSpPr>
            <a:cxnSpLocks/>
            <a:stCxn id="226" idx="0"/>
          </p:cNvCxnSpPr>
          <p:nvPr/>
        </p:nvCxnSpPr>
        <p:spPr>
          <a:xfrm flipV="1">
            <a:off x="1489524" y="2218907"/>
            <a:ext cx="0" cy="6579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Oval 313">
            <a:extLst>
              <a:ext uri="{FF2B5EF4-FFF2-40B4-BE49-F238E27FC236}">
                <a16:creationId xmlns:a16="http://schemas.microsoft.com/office/drawing/2014/main" id="{E487B2E1-5E63-0597-254B-0A61590DDAFD}"/>
              </a:ext>
            </a:extLst>
          </p:cNvPr>
          <p:cNvSpPr/>
          <p:nvPr/>
        </p:nvSpPr>
        <p:spPr>
          <a:xfrm>
            <a:off x="4076111" y="2924507"/>
            <a:ext cx="693008" cy="67562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3DF3E89-D6A1-0022-B3EF-85B7D95FAD5C}"/>
              </a:ext>
            </a:extLst>
          </p:cNvPr>
          <p:cNvCxnSpPr>
            <a:cxnSpLocks/>
          </p:cNvCxnSpPr>
          <p:nvPr/>
        </p:nvCxnSpPr>
        <p:spPr>
          <a:xfrm flipH="1">
            <a:off x="3209353" y="2219734"/>
            <a:ext cx="1929575" cy="0"/>
          </a:xfrm>
          <a:prstGeom prst="line">
            <a:avLst/>
          </a:prstGeom>
          <a:ln>
            <a:headEnd type="diamond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7C16AC3-8217-5478-D44E-7388BD80DA22}"/>
              </a:ext>
            </a:extLst>
          </p:cNvPr>
          <p:cNvCxnSpPr>
            <a:cxnSpLocks/>
            <a:endCxn id="314" idx="0"/>
          </p:cNvCxnSpPr>
          <p:nvPr/>
        </p:nvCxnSpPr>
        <p:spPr>
          <a:xfrm>
            <a:off x="4422615" y="2219734"/>
            <a:ext cx="0" cy="7047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F0D0DED-08D6-526A-9E1C-D530DCAEDF48}"/>
              </a:ext>
            </a:extLst>
          </p:cNvPr>
          <p:cNvCxnSpPr/>
          <p:nvPr/>
        </p:nvCxnSpPr>
        <p:spPr>
          <a:xfrm>
            <a:off x="4422615" y="3093435"/>
            <a:ext cx="0" cy="40278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41C7CC3-2F89-BF43-CC75-224076D6E4DF}"/>
              </a:ext>
            </a:extLst>
          </p:cNvPr>
          <p:cNvCxnSpPr>
            <a:cxnSpLocks/>
          </p:cNvCxnSpPr>
          <p:nvPr/>
        </p:nvCxnSpPr>
        <p:spPr>
          <a:xfrm>
            <a:off x="3540544" y="2435690"/>
            <a:ext cx="5355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4F0DC22-0B61-F720-810E-4785917E34AC}"/>
              </a:ext>
            </a:extLst>
          </p:cNvPr>
          <p:cNvCxnSpPr>
            <a:cxnSpLocks/>
          </p:cNvCxnSpPr>
          <p:nvPr/>
        </p:nvCxnSpPr>
        <p:spPr>
          <a:xfrm>
            <a:off x="4826823" y="2451359"/>
            <a:ext cx="5561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5E27A9F-4292-C5A9-162B-32CC733191B6}"/>
              </a:ext>
            </a:extLst>
          </p:cNvPr>
          <p:cNvSpPr txBox="1"/>
          <p:nvPr/>
        </p:nvSpPr>
        <p:spPr>
          <a:xfrm>
            <a:off x="3320252" y="2468814"/>
            <a:ext cx="879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machine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D2D95E-4C73-44C1-408F-069456379510}"/>
              </a:ext>
            </a:extLst>
          </p:cNvPr>
          <p:cNvSpPr txBox="1"/>
          <p:nvPr/>
        </p:nvSpPr>
        <p:spPr>
          <a:xfrm>
            <a:off x="4826823" y="2435690"/>
            <a:ext cx="879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ref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8ACEF2-909E-5824-4AC4-D3AAE9B2535E}"/>
              </a:ext>
            </a:extLst>
          </p:cNvPr>
          <p:cNvSpPr txBox="1"/>
          <p:nvPr/>
        </p:nvSpPr>
        <p:spPr>
          <a:xfrm>
            <a:off x="3776687" y="3496217"/>
            <a:ext cx="879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</a:t>
            </a:r>
            <a:r>
              <a:rPr lang="en-US" baseline="-25000" dirty="0">
                <a:solidFill>
                  <a:srgbClr val="C00000"/>
                </a:solidFill>
              </a:rPr>
              <a:t>excess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2A7A0ED-809C-8E69-D924-804DAEA36D3D}"/>
              </a:ext>
            </a:extLst>
          </p:cNvPr>
          <p:cNvGrpSpPr/>
          <p:nvPr/>
        </p:nvGrpSpPr>
        <p:grpSpPr>
          <a:xfrm>
            <a:off x="3608214" y="4758339"/>
            <a:ext cx="2737166" cy="1402316"/>
            <a:chOff x="6200770" y="2105603"/>
            <a:chExt cx="3922284" cy="2216729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6126C26-AC14-CC73-BF48-BA1B382A0447}"/>
                </a:ext>
              </a:extLst>
            </p:cNvPr>
            <p:cNvGrpSpPr/>
            <p:nvPr/>
          </p:nvGrpSpPr>
          <p:grpSpPr>
            <a:xfrm>
              <a:off x="6687128" y="2655165"/>
              <a:ext cx="822034" cy="1152237"/>
              <a:chOff x="6691460" y="2655165"/>
              <a:chExt cx="849745" cy="1152237"/>
            </a:xfrm>
          </p:grpSpPr>
          <p:sp>
            <p:nvSpPr>
              <p:cNvPr id="122" name="Flowchart: Decision 121">
                <a:extLst>
                  <a:ext uri="{FF2B5EF4-FFF2-40B4-BE49-F238E27FC236}">
                    <a16:creationId xmlns:a16="http://schemas.microsoft.com/office/drawing/2014/main" id="{FF99CB3C-95E2-B870-E9A4-D6288B1D987D}"/>
                  </a:ext>
                </a:extLst>
              </p:cNvPr>
              <p:cNvSpPr/>
              <p:nvPr/>
            </p:nvSpPr>
            <p:spPr>
              <a:xfrm>
                <a:off x="6691460" y="2655165"/>
                <a:ext cx="849745" cy="1152237"/>
              </a:xfrm>
              <a:prstGeom prst="flowChartDecision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5B80E077-A346-6BE6-BA2E-3AA981589791}"/>
                  </a:ext>
                </a:extLst>
              </p:cNvPr>
              <p:cNvCxnSpPr/>
              <p:nvPr/>
            </p:nvCxnSpPr>
            <p:spPr>
              <a:xfrm flipV="1">
                <a:off x="7116332" y="2931681"/>
                <a:ext cx="0" cy="59112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3834A30-676B-ACD1-AAC3-90EBA2A3C6AA}"/>
                </a:ext>
              </a:extLst>
            </p:cNvPr>
            <p:cNvGrpSpPr/>
            <p:nvPr/>
          </p:nvGrpSpPr>
          <p:grpSpPr>
            <a:xfrm>
              <a:off x="7841671" y="3608968"/>
              <a:ext cx="434111" cy="277090"/>
              <a:chOff x="4100945" y="3306618"/>
              <a:chExt cx="434111" cy="277090"/>
            </a:xfrm>
          </p:grpSpPr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9F291EDB-9BD1-734C-11E3-9E4659F1F971}"/>
                  </a:ext>
                </a:extLst>
              </p:cNvPr>
              <p:cNvCxnSpPr/>
              <p:nvPr/>
            </p:nvCxnSpPr>
            <p:spPr>
              <a:xfrm>
                <a:off x="4100945" y="3306618"/>
                <a:ext cx="434110" cy="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21" name="Arc 120">
                <a:extLst>
                  <a:ext uri="{FF2B5EF4-FFF2-40B4-BE49-F238E27FC236}">
                    <a16:creationId xmlns:a16="http://schemas.microsoft.com/office/drawing/2014/main" id="{88B9127B-78C6-B391-9F7C-441927DBCC85}"/>
                  </a:ext>
                </a:extLst>
              </p:cNvPr>
              <p:cNvSpPr/>
              <p:nvPr/>
            </p:nvSpPr>
            <p:spPr>
              <a:xfrm>
                <a:off x="4100946" y="3392057"/>
                <a:ext cx="434110" cy="191651"/>
              </a:xfrm>
              <a:prstGeom prst="arc">
                <a:avLst>
                  <a:gd name="adj1" fmla="val 10753069"/>
                  <a:gd name="adj2" fmla="val 0"/>
                </a:avLst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2DEBCCFD-2A0B-14CA-F2E3-B9E26E6958EF}"/>
                </a:ext>
              </a:extLst>
            </p:cNvPr>
            <p:cNvGrpSpPr/>
            <p:nvPr/>
          </p:nvGrpSpPr>
          <p:grpSpPr>
            <a:xfrm>
              <a:off x="8802252" y="3221757"/>
              <a:ext cx="434111" cy="277090"/>
              <a:chOff x="4100945" y="3306618"/>
              <a:chExt cx="434111" cy="277090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F908CFFE-667E-F003-8106-F6020939C79F}"/>
                  </a:ext>
                </a:extLst>
              </p:cNvPr>
              <p:cNvCxnSpPr/>
              <p:nvPr/>
            </p:nvCxnSpPr>
            <p:spPr>
              <a:xfrm>
                <a:off x="4100945" y="3306618"/>
                <a:ext cx="43411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Arc 118">
                <a:extLst>
                  <a:ext uri="{FF2B5EF4-FFF2-40B4-BE49-F238E27FC236}">
                    <a16:creationId xmlns:a16="http://schemas.microsoft.com/office/drawing/2014/main" id="{3236CD53-BCF6-2C2C-CB05-A8ADB26BFD33}"/>
                  </a:ext>
                </a:extLst>
              </p:cNvPr>
              <p:cNvSpPr/>
              <p:nvPr/>
            </p:nvSpPr>
            <p:spPr>
              <a:xfrm>
                <a:off x="4100946" y="3392057"/>
                <a:ext cx="434110" cy="191651"/>
              </a:xfrm>
              <a:prstGeom prst="arc">
                <a:avLst>
                  <a:gd name="adj1" fmla="val 10753069"/>
                  <a:gd name="adj2" fmla="val 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</p:grp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3ED2EA1-D196-78A8-3D05-E358C5151A7D}"/>
                </a:ext>
              </a:extLst>
            </p:cNvPr>
            <p:cNvCxnSpPr/>
            <p:nvPr/>
          </p:nvCxnSpPr>
          <p:spPr>
            <a:xfrm flipV="1">
              <a:off x="9019307" y="2105603"/>
              <a:ext cx="0" cy="1116154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C5A81F6-FD44-704F-61C3-B172C120AB1A}"/>
                </a:ext>
              </a:extLst>
            </p:cNvPr>
            <p:cNvCxnSpPr>
              <a:cxnSpLocks/>
            </p:cNvCxnSpPr>
            <p:nvPr/>
          </p:nvCxnSpPr>
          <p:spPr>
            <a:xfrm>
              <a:off x="7107096" y="2114839"/>
              <a:ext cx="3015958" cy="0"/>
            </a:xfrm>
            <a:prstGeom prst="line">
              <a:avLst/>
            </a:prstGeom>
            <a:ln>
              <a:tailEnd type="diamon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A9B631F0-EDBB-F12D-D2C3-785561587A57}"/>
                </a:ext>
              </a:extLst>
            </p:cNvPr>
            <p:cNvCxnSpPr>
              <a:cxnSpLocks/>
            </p:cNvCxnSpPr>
            <p:nvPr/>
          </p:nvCxnSpPr>
          <p:spPr>
            <a:xfrm>
              <a:off x="7107096" y="4313093"/>
              <a:ext cx="2914359" cy="9239"/>
            </a:xfrm>
            <a:prstGeom prst="line">
              <a:avLst/>
            </a:prstGeom>
            <a:ln>
              <a:tailEnd type="diamon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DC16DD1-EE99-BCB8-8814-AB7028F715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19307" y="3307196"/>
              <a:ext cx="0" cy="1015136"/>
            </a:xfrm>
            <a:prstGeom prst="line">
              <a:avLst/>
            </a:prstGeom>
            <a:ln>
              <a:head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C8C04308-6EDC-6D76-EFE4-B149B6B92ED4}"/>
                </a:ext>
              </a:extLst>
            </p:cNvPr>
            <p:cNvCxnSpPr>
              <a:cxnSpLocks/>
              <a:stCxn id="122" idx="2"/>
            </p:cNvCxnSpPr>
            <p:nvPr/>
          </p:nvCxnSpPr>
          <p:spPr>
            <a:xfrm>
              <a:off x="7098145" y="3807402"/>
              <a:ext cx="0" cy="5149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5A9F463-3C07-5EFB-8A9F-002ADB667691}"/>
                </a:ext>
              </a:extLst>
            </p:cNvPr>
            <p:cNvCxnSpPr>
              <a:cxnSpLocks/>
              <a:endCxn id="122" idx="0"/>
            </p:cNvCxnSpPr>
            <p:nvPr/>
          </p:nvCxnSpPr>
          <p:spPr>
            <a:xfrm>
              <a:off x="7098145" y="2105603"/>
              <a:ext cx="0" cy="54956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A092ECFD-4E4F-D0F9-27E8-E2EE38FE7390}"/>
                </a:ext>
              </a:extLst>
            </p:cNvPr>
            <p:cNvGrpSpPr/>
            <p:nvPr/>
          </p:nvGrpSpPr>
          <p:grpSpPr>
            <a:xfrm rot="16200000">
              <a:off x="7892227" y="2897714"/>
              <a:ext cx="326664" cy="169164"/>
              <a:chOff x="4521709" y="2816352"/>
              <a:chExt cx="2024480" cy="745236"/>
            </a:xfrm>
          </p:grpSpPr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42CFF84A-F642-9B89-EF08-F689B9649AED}"/>
                  </a:ext>
                </a:extLst>
              </p:cNvPr>
              <p:cNvCxnSpPr/>
              <p:nvPr/>
            </p:nvCxnSpPr>
            <p:spPr>
              <a:xfrm flipV="1">
                <a:off x="4718304" y="2816352"/>
                <a:ext cx="393192" cy="74523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D9B139F0-778C-6CB6-EB9B-0AE792C06C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111496" y="2816352"/>
                <a:ext cx="422453" cy="74523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B795A75C-66B9-F07C-F763-2BF0FC4770C3}"/>
                  </a:ext>
                </a:extLst>
              </p:cNvPr>
              <p:cNvCxnSpPr/>
              <p:nvPr/>
            </p:nvCxnSpPr>
            <p:spPr>
              <a:xfrm flipV="1">
                <a:off x="5533949" y="2816352"/>
                <a:ext cx="393192" cy="74523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E83E3384-1968-4110-89FE-B788F14051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27141" y="2816352"/>
                <a:ext cx="422453" cy="74523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EE3CC977-9439-B620-B538-43E1603F21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49594" y="3188969"/>
                <a:ext cx="196595" cy="372618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8997B8F9-17CB-507E-810A-DD1A446F15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521709" y="3188970"/>
                <a:ext cx="212198" cy="372618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0059CA3-4CDE-179D-27CE-389A838845E1}"/>
                </a:ext>
              </a:extLst>
            </p:cNvPr>
            <p:cNvCxnSpPr>
              <a:cxnSpLocks/>
            </p:cNvCxnSpPr>
            <p:nvPr/>
          </p:nvCxnSpPr>
          <p:spPr>
            <a:xfrm>
              <a:off x="8058726" y="3135900"/>
              <a:ext cx="0" cy="473068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F11B9E2-F65E-5107-7101-E33E9000A6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55559" y="2114839"/>
              <a:ext cx="0" cy="704124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7179669-48C9-DD97-0C91-F47F80FABE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50939" y="3694407"/>
              <a:ext cx="4620" cy="618686"/>
            </a:xfrm>
            <a:prstGeom prst="line">
              <a:avLst/>
            </a:prstGeom>
            <a:ln>
              <a:head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485196E8-4279-08ED-F9EE-92FB83B41E90}"/>
                </a:ext>
              </a:extLst>
            </p:cNvPr>
            <p:cNvSpPr txBox="1"/>
            <p:nvPr/>
          </p:nvSpPr>
          <p:spPr>
            <a:xfrm>
              <a:off x="6200770" y="2951234"/>
              <a:ext cx="510902" cy="413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>
                  <a:solidFill>
                    <a:schemeClr val="accent2"/>
                  </a:solidFill>
                </a:rPr>
                <a:t>i</a:t>
              </a:r>
              <a:r>
                <a:rPr lang="en-US" sz="1100" i="1" baseline="-25000" dirty="0">
                  <a:solidFill>
                    <a:schemeClr val="accent2"/>
                  </a:solidFill>
                </a:rPr>
                <a:t>ref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2B84624-CAEE-01BA-0F03-BE51BB3D622E}"/>
                </a:ext>
              </a:extLst>
            </p:cNvPr>
            <p:cNvSpPr txBox="1"/>
            <p:nvPr/>
          </p:nvSpPr>
          <p:spPr>
            <a:xfrm>
              <a:off x="8202174" y="2732853"/>
              <a:ext cx="510902" cy="413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>
                  <a:solidFill>
                    <a:schemeClr val="accent2"/>
                  </a:solidFill>
                </a:rPr>
                <a:t>r</a:t>
              </a:r>
              <a:r>
                <a:rPr lang="en-US" sz="1100" i="1" baseline="-25000" dirty="0">
                  <a:solidFill>
                    <a:schemeClr val="accent2"/>
                  </a:solidFill>
                </a:rPr>
                <a:t>d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9CA80E97-43BD-0E43-6789-4E21D8CFA90F}"/>
                </a:ext>
              </a:extLst>
            </p:cNvPr>
            <p:cNvSpPr txBox="1"/>
            <p:nvPr/>
          </p:nvSpPr>
          <p:spPr>
            <a:xfrm>
              <a:off x="8301181" y="3535533"/>
              <a:ext cx="510902" cy="413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>
                  <a:solidFill>
                    <a:schemeClr val="accent2"/>
                  </a:solidFill>
                </a:rPr>
                <a:t>C</a:t>
              </a:r>
              <a:r>
                <a:rPr lang="en-US" sz="1100" i="1" baseline="-25000" dirty="0">
                  <a:solidFill>
                    <a:schemeClr val="accent2"/>
                  </a:solidFill>
                </a:rPr>
                <a:t>d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9E3D6C4-9DF6-57F8-5593-7826FCAE585C}"/>
                </a:ext>
              </a:extLst>
            </p:cNvPr>
            <p:cNvSpPr txBox="1"/>
            <p:nvPr/>
          </p:nvSpPr>
          <p:spPr>
            <a:xfrm>
              <a:off x="9315730" y="3118889"/>
              <a:ext cx="510902" cy="413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>
                  <a:solidFill>
                    <a:schemeClr val="accent1"/>
                  </a:solidFill>
                </a:rPr>
                <a:t>C</a:t>
              </a:r>
              <a:r>
                <a:rPr lang="en-US" sz="1100" i="1" baseline="-25000" dirty="0">
                  <a:solidFill>
                    <a:schemeClr val="accent1"/>
                  </a:solidFill>
                </a:rPr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3677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116F765-3843-539E-231A-9DAF21DBBE01}"/>
              </a:ext>
            </a:extLst>
          </p:cNvPr>
          <p:cNvCxnSpPr>
            <a:cxnSpLocks/>
          </p:cNvCxnSpPr>
          <p:nvPr/>
        </p:nvCxnSpPr>
        <p:spPr>
          <a:xfrm flipH="1">
            <a:off x="3861471" y="1775237"/>
            <a:ext cx="4020659" cy="3336259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A1D8C60-92E1-3488-D847-E7E1125CCD3C}"/>
              </a:ext>
            </a:extLst>
          </p:cNvPr>
          <p:cNvCxnSpPr>
            <a:cxnSpLocks/>
          </p:cNvCxnSpPr>
          <p:nvPr/>
        </p:nvCxnSpPr>
        <p:spPr>
          <a:xfrm>
            <a:off x="5897880" y="1682496"/>
            <a:ext cx="0" cy="332841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F58C493-1995-61D1-37CD-918CEDA9C428}"/>
              </a:ext>
            </a:extLst>
          </p:cNvPr>
          <p:cNvCxnSpPr>
            <a:cxnSpLocks/>
          </p:cNvCxnSpPr>
          <p:nvPr/>
        </p:nvCxnSpPr>
        <p:spPr>
          <a:xfrm>
            <a:off x="3712464" y="3429000"/>
            <a:ext cx="427024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8A0586-6B5A-188C-8C29-973EB472A8D0}"/>
              </a:ext>
            </a:extLst>
          </p:cNvPr>
          <p:cNvCxnSpPr>
            <a:cxnSpLocks/>
            <a:stCxn id="10" idx="0"/>
            <a:endCxn id="12" idx="0"/>
          </p:cNvCxnSpPr>
          <p:nvPr/>
        </p:nvCxnSpPr>
        <p:spPr>
          <a:xfrm flipH="1">
            <a:off x="4812448" y="2619264"/>
            <a:ext cx="2051994" cy="17063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Arc 9">
            <a:extLst>
              <a:ext uri="{FF2B5EF4-FFF2-40B4-BE49-F238E27FC236}">
                <a16:creationId xmlns:a16="http://schemas.microsoft.com/office/drawing/2014/main" id="{44694FB5-D5D5-48B2-3467-3B3C1548EE8E}"/>
              </a:ext>
            </a:extLst>
          </p:cNvPr>
          <p:cNvSpPr/>
          <p:nvPr/>
        </p:nvSpPr>
        <p:spPr>
          <a:xfrm>
            <a:off x="6766562" y="2308861"/>
            <a:ext cx="2322574" cy="1037843"/>
          </a:xfrm>
          <a:prstGeom prst="arc">
            <a:avLst>
              <a:gd name="adj1" fmla="val 11465647"/>
              <a:gd name="adj2" fmla="val 1680727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FD1EB007-E1B4-51C3-DC90-B9272CFDB7CF}"/>
              </a:ext>
            </a:extLst>
          </p:cNvPr>
          <p:cNvSpPr/>
          <p:nvPr/>
        </p:nvSpPr>
        <p:spPr>
          <a:xfrm rot="10800000">
            <a:off x="2587754" y="3598165"/>
            <a:ext cx="2322574" cy="1037843"/>
          </a:xfrm>
          <a:prstGeom prst="arc">
            <a:avLst>
              <a:gd name="adj1" fmla="val 11465647"/>
              <a:gd name="adj2" fmla="val 1680727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0E2AADA-63D6-5F6C-CD23-C5543ED71682}"/>
              </a:ext>
            </a:extLst>
          </p:cNvPr>
          <p:cNvCxnSpPr>
            <a:cxnSpLocks/>
          </p:cNvCxnSpPr>
          <p:nvPr/>
        </p:nvCxnSpPr>
        <p:spPr>
          <a:xfrm>
            <a:off x="5800436" y="2619264"/>
            <a:ext cx="173422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8B310B7-D047-08AD-92E8-0C88EE37C9E8}"/>
              </a:ext>
            </a:extLst>
          </p:cNvPr>
          <p:cNvCxnSpPr>
            <a:cxnSpLocks/>
          </p:cNvCxnSpPr>
          <p:nvPr/>
        </p:nvCxnSpPr>
        <p:spPr>
          <a:xfrm>
            <a:off x="5800436" y="2308861"/>
            <a:ext cx="2852490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7D0F2FE-3E02-7AAC-A3FD-211EAA27C1D1}"/>
              </a:ext>
            </a:extLst>
          </p:cNvPr>
          <p:cNvSpPr txBox="1"/>
          <p:nvPr/>
        </p:nvSpPr>
        <p:spPr>
          <a:xfrm>
            <a:off x="5018621" y="2483546"/>
            <a:ext cx="8686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accent2"/>
                </a:solidFill>
              </a:rPr>
              <a:t>soft limit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F2C215-35CC-2F26-F4E2-A7426EAFB04E}"/>
              </a:ext>
            </a:extLst>
          </p:cNvPr>
          <p:cNvSpPr txBox="1"/>
          <p:nvPr/>
        </p:nvSpPr>
        <p:spPr>
          <a:xfrm>
            <a:off x="8001001" y="2065599"/>
            <a:ext cx="8686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FF0000"/>
                </a:solidFill>
              </a:rPr>
              <a:t>hard limit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9E163AB-61DB-1393-73B3-BA1B09B82A3C}"/>
              </a:ext>
            </a:extLst>
          </p:cNvPr>
          <p:cNvCxnSpPr>
            <a:cxnSpLocks/>
          </p:cNvCxnSpPr>
          <p:nvPr/>
        </p:nvCxnSpPr>
        <p:spPr>
          <a:xfrm>
            <a:off x="4142234" y="4325605"/>
            <a:ext cx="1847088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F43AC5-5F5B-55D5-1A4A-0AC7F56579BB}"/>
              </a:ext>
            </a:extLst>
          </p:cNvPr>
          <p:cNvCxnSpPr>
            <a:cxnSpLocks/>
          </p:cNvCxnSpPr>
          <p:nvPr/>
        </p:nvCxnSpPr>
        <p:spPr>
          <a:xfrm>
            <a:off x="3042250" y="4636008"/>
            <a:ext cx="2977981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1269875-0C94-181D-43F7-71250B258EA2}"/>
              </a:ext>
            </a:extLst>
          </p:cNvPr>
          <p:cNvSpPr txBox="1"/>
          <p:nvPr/>
        </p:nvSpPr>
        <p:spPr>
          <a:xfrm>
            <a:off x="6020231" y="4187106"/>
            <a:ext cx="8686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accent2"/>
                </a:solidFill>
              </a:rPr>
              <a:t>-soft limit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276B9E-2300-8750-5720-C399E7B53297}"/>
              </a:ext>
            </a:extLst>
          </p:cNvPr>
          <p:cNvSpPr txBox="1"/>
          <p:nvPr/>
        </p:nvSpPr>
        <p:spPr>
          <a:xfrm>
            <a:off x="2790272" y="4359484"/>
            <a:ext cx="8686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FF0000"/>
                </a:solidFill>
              </a:rPr>
              <a:t>-hard limit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2E7097-1B58-68E3-56B5-667135FEC4D1}"/>
              </a:ext>
            </a:extLst>
          </p:cNvPr>
          <p:cNvSpPr txBox="1"/>
          <p:nvPr/>
        </p:nvSpPr>
        <p:spPr>
          <a:xfrm>
            <a:off x="5989322" y="1503658"/>
            <a:ext cx="744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i</a:t>
            </a:r>
            <a:r>
              <a:rPr lang="en-US" i="1" baseline="-25000" dirty="0" err="1"/>
              <a:t>limited</a:t>
            </a:r>
            <a:endParaRPr lang="en-US" i="1" baseline="-25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80BE1D-4DEE-AB69-A04B-1DAC0E8451A5}"/>
              </a:ext>
            </a:extLst>
          </p:cNvPr>
          <p:cNvSpPr txBox="1"/>
          <p:nvPr/>
        </p:nvSpPr>
        <p:spPr>
          <a:xfrm>
            <a:off x="7646520" y="3461475"/>
            <a:ext cx="1006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i</a:t>
            </a:r>
            <a:r>
              <a:rPr lang="en-US" i="1" baseline="-25000" dirty="0" err="1"/>
              <a:t>pre</a:t>
            </a:r>
            <a:r>
              <a:rPr lang="en-US" i="1" baseline="-25000" dirty="0"/>
              <a:t>-limit</a:t>
            </a:r>
          </a:p>
        </p:txBody>
      </p:sp>
    </p:spTree>
    <p:extLst>
      <p:ext uri="{BB962C8B-B14F-4D97-AF65-F5344CB8AC3E}">
        <p14:creationId xmlns:p14="http://schemas.microsoft.com/office/powerpoint/2010/main" val="1895338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5" name="Group 1054">
            <a:extLst>
              <a:ext uri="{FF2B5EF4-FFF2-40B4-BE49-F238E27FC236}">
                <a16:creationId xmlns:a16="http://schemas.microsoft.com/office/drawing/2014/main" id="{0BE93FBE-D60E-60FE-926A-030CB2F807E4}"/>
              </a:ext>
            </a:extLst>
          </p:cNvPr>
          <p:cNvGrpSpPr/>
          <p:nvPr/>
        </p:nvGrpSpPr>
        <p:grpSpPr>
          <a:xfrm>
            <a:off x="7017990" y="1824398"/>
            <a:ext cx="3922284" cy="2216729"/>
            <a:chOff x="6200770" y="2105603"/>
            <a:chExt cx="3922284" cy="2216729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79028E0C-E6D2-930B-22E9-644A5CFABB52}"/>
                </a:ext>
              </a:extLst>
            </p:cNvPr>
            <p:cNvGrpSpPr/>
            <p:nvPr/>
          </p:nvGrpSpPr>
          <p:grpSpPr>
            <a:xfrm>
              <a:off x="6687128" y="2655165"/>
              <a:ext cx="822034" cy="1152237"/>
              <a:chOff x="6691460" y="2655165"/>
              <a:chExt cx="849745" cy="1152237"/>
            </a:xfrm>
          </p:grpSpPr>
          <p:sp>
            <p:nvSpPr>
              <p:cNvPr id="2" name="Flowchart: Decision 1">
                <a:extLst>
                  <a:ext uri="{FF2B5EF4-FFF2-40B4-BE49-F238E27FC236}">
                    <a16:creationId xmlns:a16="http://schemas.microsoft.com/office/drawing/2014/main" id="{03473F2B-3E33-571B-8607-5C050FCC6284}"/>
                  </a:ext>
                </a:extLst>
              </p:cNvPr>
              <p:cNvSpPr/>
              <p:nvPr/>
            </p:nvSpPr>
            <p:spPr>
              <a:xfrm>
                <a:off x="6691460" y="2655165"/>
                <a:ext cx="849745" cy="1152237"/>
              </a:xfrm>
              <a:prstGeom prst="flowChartDecision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30D7F6FB-CCAA-52EE-44F7-BFA217B1AF7A}"/>
                  </a:ext>
                </a:extLst>
              </p:cNvPr>
              <p:cNvCxnSpPr/>
              <p:nvPr/>
            </p:nvCxnSpPr>
            <p:spPr>
              <a:xfrm flipV="1">
                <a:off x="7116332" y="2931681"/>
                <a:ext cx="0" cy="59112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333ED1F-B957-7B16-83A7-D3584F2DA650}"/>
                </a:ext>
              </a:extLst>
            </p:cNvPr>
            <p:cNvGrpSpPr/>
            <p:nvPr/>
          </p:nvGrpSpPr>
          <p:grpSpPr>
            <a:xfrm>
              <a:off x="7841671" y="3608968"/>
              <a:ext cx="434111" cy="277090"/>
              <a:chOff x="4100945" y="3306618"/>
              <a:chExt cx="434111" cy="277090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C3C3C829-D16D-C6F9-6E72-20E82707015A}"/>
                  </a:ext>
                </a:extLst>
              </p:cNvPr>
              <p:cNvCxnSpPr/>
              <p:nvPr/>
            </p:nvCxnSpPr>
            <p:spPr>
              <a:xfrm>
                <a:off x="4100945" y="3306618"/>
                <a:ext cx="434110" cy="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7" name="Arc 6">
                <a:extLst>
                  <a:ext uri="{FF2B5EF4-FFF2-40B4-BE49-F238E27FC236}">
                    <a16:creationId xmlns:a16="http://schemas.microsoft.com/office/drawing/2014/main" id="{E05059BF-01EE-DD80-8E8C-957BC6AB2674}"/>
                  </a:ext>
                </a:extLst>
              </p:cNvPr>
              <p:cNvSpPr/>
              <p:nvPr/>
            </p:nvSpPr>
            <p:spPr>
              <a:xfrm>
                <a:off x="4100946" y="3392057"/>
                <a:ext cx="434110" cy="191651"/>
              </a:xfrm>
              <a:prstGeom prst="arc">
                <a:avLst>
                  <a:gd name="adj1" fmla="val 10753069"/>
                  <a:gd name="adj2" fmla="val 0"/>
                </a:avLst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E16C09A-D098-6318-F2AE-A0CB5EC4D81C}"/>
                </a:ext>
              </a:extLst>
            </p:cNvPr>
            <p:cNvGrpSpPr/>
            <p:nvPr/>
          </p:nvGrpSpPr>
          <p:grpSpPr>
            <a:xfrm>
              <a:off x="8802252" y="3221757"/>
              <a:ext cx="434111" cy="277090"/>
              <a:chOff x="4100945" y="3306618"/>
              <a:chExt cx="434111" cy="277090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F20424F-F4A7-6462-E8CB-A4632C2763ED}"/>
                  </a:ext>
                </a:extLst>
              </p:cNvPr>
              <p:cNvCxnSpPr/>
              <p:nvPr/>
            </p:nvCxnSpPr>
            <p:spPr>
              <a:xfrm>
                <a:off x="4100945" y="3306618"/>
                <a:ext cx="43411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Arc 46">
                <a:extLst>
                  <a:ext uri="{FF2B5EF4-FFF2-40B4-BE49-F238E27FC236}">
                    <a16:creationId xmlns:a16="http://schemas.microsoft.com/office/drawing/2014/main" id="{054D0A34-0BA7-0C60-0D0F-E76E2339CE37}"/>
                  </a:ext>
                </a:extLst>
              </p:cNvPr>
              <p:cNvSpPr/>
              <p:nvPr/>
            </p:nvSpPr>
            <p:spPr>
              <a:xfrm>
                <a:off x="4100946" y="3392057"/>
                <a:ext cx="434110" cy="191651"/>
              </a:xfrm>
              <a:prstGeom prst="arc">
                <a:avLst>
                  <a:gd name="adj1" fmla="val 10753069"/>
                  <a:gd name="adj2" fmla="val 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28B28CB-F918-2A73-D000-699CCBAE481D}"/>
                </a:ext>
              </a:extLst>
            </p:cNvPr>
            <p:cNvCxnSpPr/>
            <p:nvPr/>
          </p:nvCxnSpPr>
          <p:spPr>
            <a:xfrm flipV="1">
              <a:off x="9019307" y="2105603"/>
              <a:ext cx="0" cy="1116154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E22A4D-9594-4B1F-2310-D3340F30F571}"/>
                </a:ext>
              </a:extLst>
            </p:cNvPr>
            <p:cNvCxnSpPr>
              <a:cxnSpLocks/>
            </p:cNvCxnSpPr>
            <p:nvPr/>
          </p:nvCxnSpPr>
          <p:spPr>
            <a:xfrm>
              <a:off x="7107096" y="2114839"/>
              <a:ext cx="3015958" cy="0"/>
            </a:xfrm>
            <a:prstGeom prst="line">
              <a:avLst/>
            </a:prstGeom>
            <a:ln>
              <a:tailEnd type="diamon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481B059-6BD4-5D51-657A-6889644250EB}"/>
                </a:ext>
              </a:extLst>
            </p:cNvPr>
            <p:cNvCxnSpPr>
              <a:cxnSpLocks/>
            </p:cNvCxnSpPr>
            <p:nvPr/>
          </p:nvCxnSpPr>
          <p:spPr>
            <a:xfrm>
              <a:off x="7107096" y="4313093"/>
              <a:ext cx="2914359" cy="9239"/>
            </a:xfrm>
            <a:prstGeom prst="line">
              <a:avLst/>
            </a:prstGeom>
            <a:ln>
              <a:tailEnd type="diamon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242B126-E390-F058-C8EC-2238FAEED5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19307" y="3307196"/>
              <a:ext cx="0" cy="1015136"/>
            </a:xfrm>
            <a:prstGeom prst="line">
              <a:avLst/>
            </a:prstGeom>
            <a:ln>
              <a:head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1459D29-874C-F04E-8343-35640A8AE0D2}"/>
                </a:ext>
              </a:extLst>
            </p:cNvPr>
            <p:cNvCxnSpPr>
              <a:cxnSpLocks/>
              <a:stCxn id="2" idx="2"/>
            </p:cNvCxnSpPr>
            <p:nvPr/>
          </p:nvCxnSpPr>
          <p:spPr>
            <a:xfrm>
              <a:off x="7098145" y="3807402"/>
              <a:ext cx="0" cy="5149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B533FB1-A140-AB50-65A4-FB00F0B929D8}"/>
                </a:ext>
              </a:extLst>
            </p:cNvPr>
            <p:cNvCxnSpPr>
              <a:cxnSpLocks/>
              <a:endCxn id="2" idx="0"/>
            </p:cNvCxnSpPr>
            <p:nvPr/>
          </p:nvCxnSpPr>
          <p:spPr>
            <a:xfrm>
              <a:off x="7098145" y="2105603"/>
              <a:ext cx="0" cy="54956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DED3ED6E-A026-BDA5-67A1-6FCF9D46779C}"/>
                </a:ext>
              </a:extLst>
            </p:cNvPr>
            <p:cNvGrpSpPr/>
            <p:nvPr/>
          </p:nvGrpSpPr>
          <p:grpSpPr>
            <a:xfrm rot="16200000">
              <a:off x="7892227" y="2897714"/>
              <a:ext cx="326664" cy="169164"/>
              <a:chOff x="4521709" y="2816352"/>
              <a:chExt cx="2024480" cy="745236"/>
            </a:xfrm>
          </p:grpSpPr>
          <p:cxnSp>
            <p:nvCxnSpPr>
              <p:cNvPr id="1030" name="Straight Connector 1029">
                <a:extLst>
                  <a:ext uri="{FF2B5EF4-FFF2-40B4-BE49-F238E27FC236}">
                    <a16:creationId xmlns:a16="http://schemas.microsoft.com/office/drawing/2014/main" id="{E0B18C84-C48C-7C3D-AB82-4EAB1F733B5E}"/>
                  </a:ext>
                </a:extLst>
              </p:cNvPr>
              <p:cNvCxnSpPr/>
              <p:nvPr/>
            </p:nvCxnSpPr>
            <p:spPr>
              <a:xfrm flipV="1">
                <a:off x="4718304" y="2816352"/>
                <a:ext cx="393192" cy="74523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31" name="Straight Connector 1030">
                <a:extLst>
                  <a:ext uri="{FF2B5EF4-FFF2-40B4-BE49-F238E27FC236}">
                    <a16:creationId xmlns:a16="http://schemas.microsoft.com/office/drawing/2014/main" id="{3C4D431F-81A1-21B4-0410-D50EB42A4F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111496" y="2816352"/>
                <a:ext cx="422453" cy="74523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32" name="Straight Connector 1031">
                <a:extLst>
                  <a:ext uri="{FF2B5EF4-FFF2-40B4-BE49-F238E27FC236}">
                    <a16:creationId xmlns:a16="http://schemas.microsoft.com/office/drawing/2014/main" id="{9910B658-2CCE-8CE1-F9C3-5CA6151AB067}"/>
                  </a:ext>
                </a:extLst>
              </p:cNvPr>
              <p:cNvCxnSpPr/>
              <p:nvPr/>
            </p:nvCxnSpPr>
            <p:spPr>
              <a:xfrm flipV="1">
                <a:off x="5533949" y="2816352"/>
                <a:ext cx="393192" cy="74523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33" name="Straight Connector 1032">
                <a:extLst>
                  <a:ext uri="{FF2B5EF4-FFF2-40B4-BE49-F238E27FC236}">
                    <a16:creationId xmlns:a16="http://schemas.microsoft.com/office/drawing/2014/main" id="{88FD76DB-DE62-A29E-32A2-B82449726D6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27141" y="2816352"/>
                <a:ext cx="422453" cy="74523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34" name="Straight Connector 1033">
                <a:extLst>
                  <a:ext uri="{FF2B5EF4-FFF2-40B4-BE49-F238E27FC236}">
                    <a16:creationId xmlns:a16="http://schemas.microsoft.com/office/drawing/2014/main" id="{865389DE-CEDD-FEE4-67CE-724AB44054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49594" y="3188969"/>
                <a:ext cx="196595" cy="372618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35" name="Straight Connector 1034">
                <a:extLst>
                  <a:ext uri="{FF2B5EF4-FFF2-40B4-BE49-F238E27FC236}">
                    <a16:creationId xmlns:a16="http://schemas.microsoft.com/office/drawing/2014/main" id="{1DD76653-72FB-F33A-0F35-D283CD20D52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521709" y="3188970"/>
                <a:ext cx="212198" cy="372618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1029" name="Straight Connector 1028">
              <a:extLst>
                <a:ext uri="{FF2B5EF4-FFF2-40B4-BE49-F238E27FC236}">
                  <a16:creationId xmlns:a16="http://schemas.microsoft.com/office/drawing/2014/main" id="{4EC3BD89-B9E2-2E1F-FF89-68CCDF8D7F6C}"/>
                </a:ext>
              </a:extLst>
            </p:cNvPr>
            <p:cNvCxnSpPr>
              <a:cxnSpLocks/>
            </p:cNvCxnSpPr>
            <p:nvPr/>
          </p:nvCxnSpPr>
          <p:spPr>
            <a:xfrm>
              <a:off x="8058726" y="3135900"/>
              <a:ext cx="0" cy="473068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44" name="Straight Connector 1043">
              <a:extLst>
                <a:ext uri="{FF2B5EF4-FFF2-40B4-BE49-F238E27FC236}">
                  <a16:creationId xmlns:a16="http://schemas.microsoft.com/office/drawing/2014/main" id="{E1C43D90-B635-912E-462E-45918D8B32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55559" y="2114839"/>
              <a:ext cx="0" cy="704124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1045">
              <a:extLst>
                <a:ext uri="{FF2B5EF4-FFF2-40B4-BE49-F238E27FC236}">
                  <a16:creationId xmlns:a16="http://schemas.microsoft.com/office/drawing/2014/main" id="{244838D6-CFBF-67E8-4964-A1C7A69329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50939" y="3694407"/>
              <a:ext cx="4620" cy="618686"/>
            </a:xfrm>
            <a:prstGeom prst="line">
              <a:avLst/>
            </a:prstGeom>
            <a:ln>
              <a:head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" name="TextBox 1047">
              <a:extLst>
                <a:ext uri="{FF2B5EF4-FFF2-40B4-BE49-F238E27FC236}">
                  <a16:creationId xmlns:a16="http://schemas.microsoft.com/office/drawing/2014/main" id="{3DA91737-552A-FC25-25D0-A540445A0CEE}"/>
                </a:ext>
              </a:extLst>
            </p:cNvPr>
            <p:cNvSpPr txBox="1"/>
            <p:nvPr/>
          </p:nvSpPr>
          <p:spPr>
            <a:xfrm>
              <a:off x="6200770" y="2951234"/>
              <a:ext cx="5109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2"/>
                  </a:solidFill>
                </a:rPr>
                <a:t>i</a:t>
              </a:r>
              <a:r>
                <a:rPr lang="en-US" i="1" baseline="-25000" dirty="0">
                  <a:solidFill>
                    <a:schemeClr val="accent2"/>
                  </a:solidFill>
                </a:rPr>
                <a:t>ref</a:t>
              </a:r>
            </a:p>
          </p:txBody>
        </p:sp>
        <p:sp>
          <p:nvSpPr>
            <p:cNvPr id="1049" name="TextBox 1048">
              <a:extLst>
                <a:ext uri="{FF2B5EF4-FFF2-40B4-BE49-F238E27FC236}">
                  <a16:creationId xmlns:a16="http://schemas.microsoft.com/office/drawing/2014/main" id="{C60A09CC-65EF-FE46-0D42-50C11BF2741D}"/>
                </a:ext>
              </a:extLst>
            </p:cNvPr>
            <p:cNvSpPr txBox="1"/>
            <p:nvPr/>
          </p:nvSpPr>
          <p:spPr>
            <a:xfrm>
              <a:off x="8202174" y="2732853"/>
              <a:ext cx="5109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2"/>
                  </a:solidFill>
                </a:rPr>
                <a:t>r</a:t>
              </a:r>
              <a:r>
                <a:rPr lang="en-US" i="1" baseline="-25000" dirty="0">
                  <a:solidFill>
                    <a:schemeClr val="accent2"/>
                  </a:solidFill>
                </a:rPr>
                <a:t>d</a:t>
              </a:r>
            </a:p>
          </p:txBody>
        </p:sp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67F852A3-EF13-A56D-C929-54479B7C840B}"/>
                </a:ext>
              </a:extLst>
            </p:cNvPr>
            <p:cNvSpPr txBox="1"/>
            <p:nvPr/>
          </p:nvSpPr>
          <p:spPr>
            <a:xfrm>
              <a:off x="8301181" y="3535532"/>
              <a:ext cx="5109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2"/>
                  </a:solidFill>
                </a:rPr>
                <a:t>C</a:t>
              </a:r>
              <a:r>
                <a:rPr lang="en-US" i="1" baseline="-25000" dirty="0">
                  <a:solidFill>
                    <a:schemeClr val="accent2"/>
                  </a:solidFill>
                </a:rPr>
                <a:t>d</a:t>
              </a:r>
            </a:p>
          </p:txBody>
        </p:sp>
        <p:sp>
          <p:nvSpPr>
            <p:cNvPr id="1051" name="TextBox 1050">
              <a:extLst>
                <a:ext uri="{FF2B5EF4-FFF2-40B4-BE49-F238E27FC236}">
                  <a16:creationId xmlns:a16="http://schemas.microsoft.com/office/drawing/2014/main" id="{B911F9C7-B9D4-C9DA-4E40-72ED8D11B564}"/>
                </a:ext>
              </a:extLst>
            </p:cNvPr>
            <p:cNvSpPr txBox="1"/>
            <p:nvPr/>
          </p:nvSpPr>
          <p:spPr>
            <a:xfrm>
              <a:off x="9315730" y="3118889"/>
              <a:ext cx="5109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1"/>
                  </a:solidFill>
                </a:rPr>
                <a:t>C</a:t>
              </a:r>
              <a:r>
                <a:rPr lang="en-US" i="1" baseline="-25000" dirty="0">
                  <a:solidFill>
                    <a:schemeClr val="accent1"/>
                  </a:solidFill>
                </a:rPr>
                <a:t>x</a:t>
              </a:r>
            </a:p>
          </p:txBody>
        </p:sp>
      </p:grpSp>
      <p:sp>
        <p:nvSpPr>
          <p:cNvPr id="1053" name="Arrow: Right 1052">
            <a:extLst>
              <a:ext uri="{FF2B5EF4-FFF2-40B4-BE49-F238E27FC236}">
                <a16:creationId xmlns:a16="http://schemas.microsoft.com/office/drawing/2014/main" id="{BF26858D-04CF-FE92-A3E6-F82D034AF2DC}"/>
              </a:ext>
            </a:extLst>
          </p:cNvPr>
          <p:cNvSpPr/>
          <p:nvPr/>
        </p:nvSpPr>
        <p:spPr>
          <a:xfrm>
            <a:off x="5784644" y="2383196"/>
            <a:ext cx="793763" cy="1152237"/>
          </a:xfrm>
          <a:prstGeom prst="rightArrow">
            <a:avLst>
              <a:gd name="adj1" fmla="val 50000"/>
              <a:gd name="adj2" fmla="val 7516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D4C3C51-7C36-5D13-696F-0E93BD7B683A}"/>
              </a:ext>
            </a:extLst>
          </p:cNvPr>
          <p:cNvGrpSpPr/>
          <p:nvPr/>
        </p:nvGrpSpPr>
        <p:grpSpPr>
          <a:xfrm>
            <a:off x="1143994" y="1833634"/>
            <a:ext cx="4640650" cy="4062338"/>
            <a:chOff x="1143994" y="1833634"/>
            <a:chExt cx="4640650" cy="406233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7234DE2-7B8E-A1D0-5776-D7FF7BCE052C}"/>
                </a:ext>
              </a:extLst>
            </p:cNvPr>
            <p:cNvGrpSpPr/>
            <p:nvPr/>
          </p:nvGrpSpPr>
          <p:grpSpPr>
            <a:xfrm>
              <a:off x="1743171" y="1833634"/>
              <a:ext cx="3362608" cy="2216729"/>
              <a:chOff x="7282587" y="2613891"/>
              <a:chExt cx="3362608" cy="2216729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A1F26406-C423-07FB-4ABC-696FC1ECA73F}"/>
                  </a:ext>
                </a:extLst>
              </p:cNvPr>
              <p:cNvGrpSpPr/>
              <p:nvPr/>
            </p:nvGrpSpPr>
            <p:grpSpPr>
              <a:xfrm>
                <a:off x="7282587" y="3097067"/>
                <a:ext cx="1034474" cy="1285010"/>
                <a:chOff x="6793060" y="3739572"/>
                <a:chExt cx="1034474" cy="1285010"/>
              </a:xfrm>
            </p:grpSpPr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7260D480-2683-F8C3-088D-005E9203BD44}"/>
                    </a:ext>
                  </a:extLst>
                </p:cNvPr>
                <p:cNvSpPr/>
                <p:nvPr/>
              </p:nvSpPr>
              <p:spPr>
                <a:xfrm>
                  <a:off x="6793060" y="3739572"/>
                  <a:ext cx="1034474" cy="1285010"/>
                </a:xfrm>
                <a:prstGeom prst="round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026" name="Picture 2" descr="Power MOSFETs - STMicroelectronics">
                  <a:extLst>
                    <a:ext uri="{FF2B5EF4-FFF2-40B4-BE49-F238E27FC236}">
                      <a16:creationId xmlns:a16="http://schemas.microsoft.com/office/drawing/2014/main" id="{05F666CD-D529-3E05-2067-E6F865841A4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27986" y="3917083"/>
                  <a:ext cx="964620" cy="96462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2619CBCE-B337-EB36-4F79-EEEB27C7AE98}"/>
                  </a:ext>
                </a:extLst>
              </p:cNvPr>
              <p:cNvGrpSpPr/>
              <p:nvPr/>
            </p:nvGrpSpPr>
            <p:grpSpPr>
              <a:xfrm>
                <a:off x="9005454" y="3730045"/>
                <a:ext cx="434111" cy="277090"/>
                <a:chOff x="4100945" y="3306618"/>
                <a:chExt cx="434111" cy="277090"/>
              </a:xfrm>
            </p:grpSpPr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6E8AF820-3870-00D5-DEA7-6183CF46A7C8}"/>
                    </a:ext>
                  </a:extLst>
                </p:cNvPr>
                <p:cNvCxnSpPr/>
                <p:nvPr/>
              </p:nvCxnSpPr>
              <p:spPr>
                <a:xfrm>
                  <a:off x="4100945" y="3306618"/>
                  <a:ext cx="434110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Arc 12">
                  <a:extLst>
                    <a:ext uri="{FF2B5EF4-FFF2-40B4-BE49-F238E27FC236}">
                      <a16:creationId xmlns:a16="http://schemas.microsoft.com/office/drawing/2014/main" id="{4BBD5C90-3A5C-8DAD-9D56-F3E4CD88228A}"/>
                    </a:ext>
                  </a:extLst>
                </p:cNvPr>
                <p:cNvSpPr/>
                <p:nvPr/>
              </p:nvSpPr>
              <p:spPr>
                <a:xfrm>
                  <a:off x="4100946" y="3392057"/>
                  <a:ext cx="434110" cy="191651"/>
                </a:xfrm>
                <a:prstGeom prst="arc">
                  <a:avLst>
                    <a:gd name="adj1" fmla="val 10753069"/>
                    <a:gd name="adj2" fmla="val 0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67593AA8-1D7F-ED69-1F5F-21B985B0627F}"/>
                  </a:ext>
                </a:extLst>
              </p:cNvPr>
              <p:cNvCxnSpPr/>
              <p:nvPr/>
            </p:nvCxnSpPr>
            <p:spPr>
              <a:xfrm flipV="1">
                <a:off x="9222509" y="2613891"/>
                <a:ext cx="0" cy="111615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559FE61F-155F-516F-A306-B78C8E0BE2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99823" y="2613891"/>
                <a:ext cx="1422686" cy="0"/>
              </a:xfrm>
              <a:prstGeom prst="line">
                <a:avLst/>
              </a:prstGeom>
              <a:ln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A555E67-A8BE-F4BF-F5E9-86FEDF24A8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99823" y="4821381"/>
                <a:ext cx="1422686" cy="0"/>
              </a:xfrm>
              <a:prstGeom prst="line">
                <a:avLst/>
              </a:prstGeom>
              <a:ln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61AF7F3-9D63-4E45-A806-E73541D221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22509" y="3815484"/>
                <a:ext cx="0" cy="101513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2B484364-05F9-5BD1-A85A-5B36A8CEFC96}"/>
                  </a:ext>
                </a:extLst>
              </p:cNvPr>
              <p:cNvCxnSpPr>
                <a:cxnSpLocks/>
                <a:stCxn id="9" idx="2"/>
              </p:cNvCxnSpPr>
              <p:nvPr/>
            </p:nvCxnSpPr>
            <p:spPr>
              <a:xfrm>
                <a:off x="7799824" y="4382077"/>
                <a:ext cx="0" cy="44854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229068F1-52DF-0B2D-A385-957324353C88}"/>
                  </a:ext>
                </a:extLst>
              </p:cNvPr>
              <p:cNvCxnSpPr>
                <a:cxnSpLocks/>
                <a:endCxn id="9" idx="0"/>
              </p:cNvCxnSpPr>
              <p:nvPr/>
            </p:nvCxnSpPr>
            <p:spPr>
              <a:xfrm>
                <a:off x="7799823" y="2613891"/>
                <a:ext cx="1" cy="48317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2DC75FD9-C616-7208-22E4-8859C664FE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2509" y="4821384"/>
                <a:ext cx="1422686" cy="0"/>
              </a:xfrm>
              <a:prstGeom prst="line">
                <a:avLst/>
              </a:prstGeom>
              <a:ln>
                <a:tailEnd type="diamon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B698EF0-946B-C00D-EAC5-A6145BD98F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13273" y="2613891"/>
                <a:ext cx="1422686" cy="0"/>
              </a:xfrm>
              <a:prstGeom prst="line">
                <a:avLst/>
              </a:prstGeom>
              <a:ln>
                <a:tailEnd type="diamon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52" name="TextBox 1051">
              <a:extLst>
                <a:ext uri="{FF2B5EF4-FFF2-40B4-BE49-F238E27FC236}">
                  <a16:creationId xmlns:a16="http://schemas.microsoft.com/office/drawing/2014/main" id="{011F9748-D785-467A-E74E-EBD0795FA017}"/>
                </a:ext>
              </a:extLst>
            </p:cNvPr>
            <p:cNvSpPr txBox="1"/>
            <p:nvPr/>
          </p:nvSpPr>
          <p:spPr>
            <a:xfrm>
              <a:off x="3941119" y="2857546"/>
              <a:ext cx="5109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1"/>
                  </a:solidFill>
                </a:rPr>
                <a:t>C</a:t>
              </a:r>
              <a:r>
                <a:rPr lang="en-US" i="1" baseline="-25000" dirty="0">
                  <a:solidFill>
                    <a:schemeClr val="accent1"/>
                  </a:solidFill>
                </a:rPr>
                <a:t>x</a:t>
              </a:r>
            </a:p>
          </p:txBody>
        </p:sp>
        <p:sp>
          <p:nvSpPr>
            <p:cNvPr id="1054" name="TextBox 1053">
              <a:extLst>
                <a:ext uri="{FF2B5EF4-FFF2-40B4-BE49-F238E27FC236}">
                  <a16:creationId xmlns:a16="http://schemas.microsoft.com/office/drawing/2014/main" id="{0BB284AE-F037-4E63-8CEA-484F3759EBE8}"/>
                </a:ext>
              </a:extLst>
            </p:cNvPr>
            <p:cNvSpPr txBox="1"/>
            <p:nvPr/>
          </p:nvSpPr>
          <p:spPr>
            <a:xfrm>
              <a:off x="1273990" y="1947478"/>
              <a:ext cx="9400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2"/>
                  </a:solidFill>
                </a:rPr>
                <a:t>inverter</a:t>
              </a:r>
              <a:endParaRPr lang="en-US" i="1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1057" name="Oval 1056">
              <a:extLst>
                <a:ext uri="{FF2B5EF4-FFF2-40B4-BE49-F238E27FC236}">
                  <a16:creationId xmlns:a16="http://schemas.microsoft.com/office/drawing/2014/main" id="{6235F786-0F35-84FC-CE34-196A5C0495DA}"/>
                </a:ext>
              </a:extLst>
            </p:cNvPr>
            <p:cNvSpPr/>
            <p:nvPr/>
          </p:nvSpPr>
          <p:spPr>
            <a:xfrm>
              <a:off x="2876929" y="3807618"/>
              <a:ext cx="265273" cy="448539"/>
            </a:xfrm>
            <a:prstGeom prst="ellipse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8" name="Isosceles Triangle 1057">
              <a:extLst>
                <a:ext uri="{FF2B5EF4-FFF2-40B4-BE49-F238E27FC236}">
                  <a16:creationId xmlns:a16="http://schemas.microsoft.com/office/drawing/2014/main" id="{A83F228D-844D-1747-9966-2A32233FFF75}"/>
                </a:ext>
              </a:extLst>
            </p:cNvPr>
            <p:cNvSpPr/>
            <p:nvPr/>
          </p:nvSpPr>
          <p:spPr>
            <a:xfrm rot="16200000">
              <a:off x="1826893" y="4576687"/>
              <a:ext cx="819721" cy="714945"/>
            </a:xfrm>
            <a:prstGeom prst="triangl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60" name="Straight Connector 1059">
              <a:extLst>
                <a:ext uri="{FF2B5EF4-FFF2-40B4-BE49-F238E27FC236}">
                  <a16:creationId xmlns:a16="http://schemas.microsoft.com/office/drawing/2014/main" id="{E05CF9B9-6F7F-67D6-CA1B-ED81200CC163}"/>
                </a:ext>
              </a:extLst>
            </p:cNvPr>
            <p:cNvCxnSpPr>
              <a:cxnSpLocks/>
              <a:stCxn id="1057" idx="4"/>
            </p:cNvCxnSpPr>
            <p:nvPr/>
          </p:nvCxnSpPr>
          <p:spPr>
            <a:xfrm flipH="1">
              <a:off x="3009565" y="4256157"/>
              <a:ext cx="1" cy="483174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BF6B1D7E-207A-0479-ED78-225BB70A36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94225" y="4739331"/>
              <a:ext cx="415340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66" name="Straight Connector 1065">
              <a:extLst>
                <a:ext uri="{FF2B5EF4-FFF2-40B4-BE49-F238E27FC236}">
                  <a16:creationId xmlns:a16="http://schemas.microsoft.com/office/drawing/2014/main" id="{7F03F24E-F6D0-D435-1768-5FC3AB87A3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94225" y="5081077"/>
              <a:ext cx="735286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68" name="Straight Connector 1067">
              <a:extLst>
                <a:ext uri="{FF2B5EF4-FFF2-40B4-BE49-F238E27FC236}">
                  <a16:creationId xmlns:a16="http://schemas.microsoft.com/office/drawing/2014/main" id="{7B9036F0-52AB-44C5-1DCD-CD60B2E55D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3994" y="4934159"/>
              <a:ext cx="735286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69" name="Straight Connector 1068">
              <a:extLst>
                <a:ext uri="{FF2B5EF4-FFF2-40B4-BE49-F238E27FC236}">
                  <a16:creationId xmlns:a16="http://schemas.microsoft.com/office/drawing/2014/main" id="{EB8BBDDE-C7AB-F458-C8E6-5AEDA1D2C5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3994" y="3601820"/>
              <a:ext cx="735286" cy="1332339"/>
            </a:xfrm>
            <a:prstGeom prst="line">
              <a:avLst/>
            </a:prstGeom>
            <a:ln>
              <a:tailEnd type="stealth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071" name="TextBox 1070">
              <a:extLst>
                <a:ext uri="{FF2B5EF4-FFF2-40B4-BE49-F238E27FC236}">
                  <a16:creationId xmlns:a16="http://schemas.microsoft.com/office/drawing/2014/main" id="{19A1AFFC-6BB7-C6A4-CD10-E2418B5A4483}"/>
                </a:ext>
              </a:extLst>
            </p:cNvPr>
            <p:cNvSpPr txBox="1"/>
            <p:nvPr/>
          </p:nvSpPr>
          <p:spPr>
            <a:xfrm>
              <a:off x="2111347" y="4749493"/>
              <a:ext cx="4771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i="1" dirty="0">
                  <a:solidFill>
                    <a:schemeClr val="accent2"/>
                  </a:solidFill>
                </a:rPr>
                <a:t>PI</a:t>
              </a:r>
              <a:endParaRPr lang="en-US" i="1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1072" name="TextBox 1071">
              <a:extLst>
                <a:ext uri="{FF2B5EF4-FFF2-40B4-BE49-F238E27FC236}">
                  <a16:creationId xmlns:a16="http://schemas.microsoft.com/office/drawing/2014/main" id="{A5FB7A4D-4E29-1514-186E-29FE0844DEA7}"/>
                </a:ext>
              </a:extLst>
            </p:cNvPr>
            <p:cNvSpPr txBox="1"/>
            <p:nvPr/>
          </p:nvSpPr>
          <p:spPr>
            <a:xfrm>
              <a:off x="5273742" y="4658551"/>
              <a:ext cx="5109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2"/>
                  </a:solidFill>
                </a:rPr>
                <a:t>i</a:t>
              </a:r>
              <a:r>
                <a:rPr lang="en-US" i="1" baseline="-25000" dirty="0">
                  <a:solidFill>
                    <a:schemeClr val="accent2"/>
                  </a:solidFill>
                </a:rPr>
                <a:t>ref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90B69FCC-4FEB-A1A7-527A-00F0D2B1AB0F}"/>
                </a:ext>
              </a:extLst>
            </p:cNvPr>
            <p:cNvSpPr/>
            <p:nvPr/>
          </p:nvSpPr>
          <p:spPr>
            <a:xfrm>
              <a:off x="3329511" y="4896411"/>
              <a:ext cx="369332" cy="369332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97195A9-C982-B3B4-3AA4-E86F4B7310D0}"/>
                </a:ext>
              </a:extLst>
            </p:cNvPr>
            <p:cNvSpPr/>
            <p:nvPr/>
          </p:nvSpPr>
          <p:spPr>
            <a:xfrm>
              <a:off x="3920345" y="5344019"/>
              <a:ext cx="896948" cy="551953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/>
                  </a:solidFill>
                </a:rPr>
                <a:t>r-c damper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24EADB2-348D-1F57-A589-EFC80A0D2619}"/>
                </a:ext>
              </a:extLst>
            </p:cNvPr>
            <p:cNvCxnSpPr/>
            <p:nvPr/>
          </p:nvCxnSpPr>
          <p:spPr>
            <a:xfrm flipH="1">
              <a:off x="3683093" y="5081077"/>
              <a:ext cx="1987960" cy="0"/>
            </a:xfrm>
            <a:prstGeom prst="straightConnector1">
              <a:avLst/>
            </a:prstGeom>
            <a:ln>
              <a:solidFill>
                <a:srgbClr val="E9713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166E028-ACD7-1B9C-F768-2C6B234375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177" y="5265743"/>
              <a:ext cx="159679" cy="354253"/>
            </a:xfrm>
            <a:prstGeom prst="straightConnector1">
              <a:avLst/>
            </a:prstGeom>
            <a:ln>
              <a:solidFill>
                <a:srgbClr val="E9713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ED79C9-AB35-A744-06E9-B137A691438E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>
              <a:off x="3664894" y="5619996"/>
              <a:ext cx="255451" cy="0"/>
            </a:xfrm>
            <a:prstGeom prst="line">
              <a:avLst/>
            </a:prstGeom>
            <a:ln>
              <a:solidFill>
                <a:srgbClr val="E9713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674228A-7438-EC29-146E-C029E18E4DE6}"/>
                </a:ext>
              </a:extLst>
            </p:cNvPr>
            <p:cNvCxnSpPr/>
            <p:nvPr/>
          </p:nvCxnSpPr>
          <p:spPr>
            <a:xfrm>
              <a:off x="4817293" y="5619996"/>
              <a:ext cx="522713" cy="0"/>
            </a:xfrm>
            <a:prstGeom prst="line">
              <a:avLst/>
            </a:prstGeom>
            <a:ln>
              <a:solidFill>
                <a:srgbClr val="E9713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BC01577-95DB-5FB1-A403-64B28B3DD5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0006" y="5077568"/>
              <a:ext cx="0" cy="551953"/>
            </a:xfrm>
            <a:prstGeom prst="line">
              <a:avLst/>
            </a:prstGeom>
            <a:ln>
              <a:solidFill>
                <a:srgbClr val="E9713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15E9499-D3FA-ED95-5D0E-5769E82A1146}"/>
                </a:ext>
              </a:extLst>
            </p:cNvPr>
            <p:cNvSpPr txBox="1"/>
            <p:nvPr/>
          </p:nvSpPr>
          <p:spPr>
            <a:xfrm>
              <a:off x="3266425" y="5187083"/>
              <a:ext cx="2554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+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F567BD1-4B7E-3248-F40F-12BF3041625F}"/>
                </a:ext>
              </a:extLst>
            </p:cNvPr>
            <p:cNvSpPr txBox="1"/>
            <p:nvPr/>
          </p:nvSpPr>
          <p:spPr>
            <a:xfrm>
              <a:off x="3664894" y="4739331"/>
              <a:ext cx="2554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9551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5548CBF-A210-FF73-8509-BE2FD63FCC51}"/>
              </a:ext>
            </a:extLst>
          </p:cNvPr>
          <p:cNvGrpSpPr/>
          <p:nvPr/>
        </p:nvGrpSpPr>
        <p:grpSpPr>
          <a:xfrm>
            <a:off x="2803798" y="2132511"/>
            <a:ext cx="3922284" cy="2216729"/>
            <a:chOff x="6200770" y="2105603"/>
            <a:chExt cx="3922284" cy="221672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ACC8D00-89EF-5303-5185-E533256C5650}"/>
                </a:ext>
              </a:extLst>
            </p:cNvPr>
            <p:cNvGrpSpPr/>
            <p:nvPr/>
          </p:nvGrpSpPr>
          <p:grpSpPr>
            <a:xfrm>
              <a:off x="6687128" y="2655165"/>
              <a:ext cx="822034" cy="1152237"/>
              <a:chOff x="6691460" y="2655165"/>
              <a:chExt cx="849745" cy="1152237"/>
            </a:xfrm>
          </p:grpSpPr>
          <p:sp>
            <p:nvSpPr>
              <p:cNvPr id="30" name="Flowchart: Decision 29">
                <a:extLst>
                  <a:ext uri="{FF2B5EF4-FFF2-40B4-BE49-F238E27FC236}">
                    <a16:creationId xmlns:a16="http://schemas.microsoft.com/office/drawing/2014/main" id="{7F61DC61-E5CF-EF9C-23BA-C4ECE1F45F64}"/>
                  </a:ext>
                </a:extLst>
              </p:cNvPr>
              <p:cNvSpPr/>
              <p:nvPr/>
            </p:nvSpPr>
            <p:spPr>
              <a:xfrm>
                <a:off x="6691460" y="2655165"/>
                <a:ext cx="849745" cy="1152237"/>
              </a:xfrm>
              <a:prstGeom prst="flowChartDecision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D3D5CF60-31DA-F28C-7F06-A63955EE9396}"/>
                  </a:ext>
                </a:extLst>
              </p:cNvPr>
              <p:cNvCxnSpPr/>
              <p:nvPr/>
            </p:nvCxnSpPr>
            <p:spPr>
              <a:xfrm flipV="1">
                <a:off x="7116332" y="2931681"/>
                <a:ext cx="0" cy="59112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0592239-8BA1-556D-981F-F1C9CC80B045}"/>
                </a:ext>
              </a:extLst>
            </p:cNvPr>
            <p:cNvGrpSpPr/>
            <p:nvPr/>
          </p:nvGrpSpPr>
          <p:grpSpPr>
            <a:xfrm>
              <a:off x="7841671" y="3608968"/>
              <a:ext cx="434111" cy="277090"/>
              <a:chOff x="4100945" y="3306618"/>
              <a:chExt cx="434111" cy="277090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A8A98058-1DA8-1EA9-5330-C5BF2EEE94AF}"/>
                  </a:ext>
                </a:extLst>
              </p:cNvPr>
              <p:cNvCxnSpPr/>
              <p:nvPr/>
            </p:nvCxnSpPr>
            <p:spPr>
              <a:xfrm>
                <a:off x="4100945" y="3306618"/>
                <a:ext cx="434110" cy="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6885B68E-06C4-F51C-0AF2-547E3B832CB1}"/>
                  </a:ext>
                </a:extLst>
              </p:cNvPr>
              <p:cNvSpPr/>
              <p:nvPr/>
            </p:nvSpPr>
            <p:spPr>
              <a:xfrm>
                <a:off x="4100946" y="3392057"/>
                <a:ext cx="434110" cy="191651"/>
              </a:xfrm>
              <a:prstGeom prst="arc">
                <a:avLst>
                  <a:gd name="adj1" fmla="val 10753069"/>
                  <a:gd name="adj2" fmla="val 0"/>
                </a:avLst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9CB6714-57F2-446F-CB5D-BD73225CA605}"/>
                </a:ext>
              </a:extLst>
            </p:cNvPr>
            <p:cNvGrpSpPr/>
            <p:nvPr/>
          </p:nvGrpSpPr>
          <p:grpSpPr>
            <a:xfrm>
              <a:off x="8802252" y="3221757"/>
              <a:ext cx="434111" cy="277090"/>
              <a:chOff x="4100945" y="3306618"/>
              <a:chExt cx="434111" cy="277090"/>
            </a:xfrm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5549FED-8608-B7DF-C2DB-13864CE80791}"/>
                  </a:ext>
                </a:extLst>
              </p:cNvPr>
              <p:cNvCxnSpPr/>
              <p:nvPr/>
            </p:nvCxnSpPr>
            <p:spPr>
              <a:xfrm>
                <a:off x="4100945" y="3306618"/>
                <a:ext cx="43411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Arc 26">
                <a:extLst>
                  <a:ext uri="{FF2B5EF4-FFF2-40B4-BE49-F238E27FC236}">
                    <a16:creationId xmlns:a16="http://schemas.microsoft.com/office/drawing/2014/main" id="{CC75B899-BCC9-4829-2ED8-87A2C2BBED6E}"/>
                  </a:ext>
                </a:extLst>
              </p:cNvPr>
              <p:cNvSpPr/>
              <p:nvPr/>
            </p:nvSpPr>
            <p:spPr>
              <a:xfrm>
                <a:off x="4100946" y="3392057"/>
                <a:ext cx="434110" cy="191651"/>
              </a:xfrm>
              <a:prstGeom prst="arc">
                <a:avLst>
                  <a:gd name="adj1" fmla="val 10753069"/>
                  <a:gd name="adj2" fmla="val 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22F2327-402A-6188-7095-A50416D40E3A}"/>
                </a:ext>
              </a:extLst>
            </p:cNvPr>
            <p:cNvCxnSpPr/>
            <p:nvPr/>
          </p:nvCxnSpPr>
          <p:spPr>
            <a:xfrm flipV="1">
              <a:off x="9019307" y="2105603"/>
              <a:ext cx="0" cy="1116154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01CD2E2-8A45-10CB-2253-827ED1039E1F}"/>
                </a:ext>
              </a:extLst>
            </p:cNvPr>
            <p:cNvCxnSpPr>
              <a:cxnSpLocks/>
            </p:cNvCxnSpPr>
            <p:nvPr/>
          </p:nvCxnSpPr>
          <p:spPr>
            <a:xfrm>
              <a:off x="7107096" y="2114839"/>
              <a:ext cx="3015958" cy="0"/>
            </a:xfrm>
            <a:prstGeom prst="line">
              <a:avLst/>
            </a:prstGeom>
            <a:ln>
              <a:tailEnd type="diamon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2D1D85F-E3A8-F85A-721D-560D872AABAB}"/>
                </a:ext>
              </a:extLst>
            </p:cNvPr>
            <p:cNvCxnSpPr>
              <a:cxnSpLocks/>
            </p:cNvCxnSpPr>
            <p:nvPr/>
          </p:nvCxnSpPr>
          <p:spPr>
            <a:xfrm>
              <a:off x="7107096" y="4313093"/>
              <a:ext cx="2914359" cy="9239"/>
            </a:xfrm>
            <a:prstGeom prst="line">
              <a:avLst/>
            </a:prstGeom>
            <a:ln>
              <a:tailEnd type="diamon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3E484F0-3936-189B-580B-AEDFF196BF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19307" y="3307196"/>
              <a:ext cx="0" cy="1015136"/>
            </a:xfrm>
            <a:prstGeom prst="line">
              <a:avLst/>
            </a:prstGeom>
            <a:ln>
              <a:head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787A777-B08B-31D4-9A61-85F9A6FFF62A}"/>
                </a:ext>
              </a:extLst>
            </p:cNvPr>
            <p:cNvCxnSpPr>
              <a:cxnSpLocks/>
              <a:stCxn id="30" idx="2"/>
            </p:cNvCxnSpPr>
            <p:nvPr/>
          </p:nvCxnSpPr>
          <p:spPr>
            <a:xfrm>
              <a:off x="7098145" y="3807402"/>
              <a:ext cx="0" cy="5149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08F1199-6DA5-26DB-C0D7-9C7FE88412D8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7098145" y="2105603"/>
              <a:ext cx="0" cy="54956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26D46B5-4E38-39E2-6489-54E01AB3CAB8}"/>
                </a:ext>
              </a:extLst>
            </p:cNvPr>
            <p:cNvGrpSpPr/>
            <p:nvPr/>
          </p:nvGrpSpPr>
          <p:grpSpPr>
            <a:xfrm rot="16200000">
              <a:off x="7892227" y="2897714"/>
              <a:ext cx="326664" cy="169164"/>
              <a:chOff x="4521709" y="2816352"/>
              <a:chExt cx="2024480" cy="745236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B81470A-CB18-9B77-BF75-7C6099741B48}"/>
                  </a:ext>
                </a:extLst>
              </p:cNvPr>
              <p:cNvCxnSpPr/>
              <p:nvPr/>
            </p:nvCxnSpPr>
            <p:spPr>
              <a:xfrm flipV="1">
                <a:off x="4718304" y="2816352"/>
                <a:ext cx="393192" cy="74523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8C5803D8-6DED-9556-3B13-57A3F80250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111496" y="2816352"/>
                <a:ext cx="422453" cy="74523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1845C4B8-5103-5994-A8EC-DACEF3ACBD7F}"/>
                  </a:ext>
                </a:extLst>
              </p:cNvPr>
              <p:cNvCxnSpPr/>
              <p:nvPr/>
            </p:nvCxnSpPr>
            <p:spPr>
              <a:xfrm flipV="1">
                <a:off x="5533949" y="2816352"/>
                <a:ext cx="393192" cy="74523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31E83A00-1F01-26E5-243E-367C75B4E8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27141" y="2816352"/>
                <a:ext cx="422453" cy="74523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28F77927-DE99-526C-043F-4CF3C2D948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49594" y="3188969"/>
                <a:ext cx="196595" cy="372618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CA6E68B0-056F-FE3E-3C1E-63D0FD012E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521709" y="3188970"/>
                <a:ext cx="212198" cy="372618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0274B4A-E9B9-C47B-6E37-D6794F9D9B65}"/>
                </a:ext>
              </a:extLst>
            </p:cNvPr>
            <p:cNvCxnSpPr>
              <a:cxnSpLocks/>
            </p:cNvCxnSpPr>
            <p:nvPr/>
          </p:nvCxnSpPr>
          <p:spPr>
            <a:xfrm>
              <a:off x="8058726" y="3135900"/>
              <a:ext cx="0" cy="473068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E161C9D-8399-AF01-FADD-807D12A89E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55559" y="2114839"/>
              <a:ext cx="0" cy="704124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F7367E2-44D2-5367-6D5A-EC06EF2CB6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50939" y="3694407"/>
              <a:ext cx="4620" cy="618686"/>
            </a:xfrm>
            <a:prstGeom prst="line">
              <a:avLst/>
            </a:prstGeom>
            <a:ln>
              <a:head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43F1A33-CFE1-E1C6-D4E1-370B9987E425}"/>
                </a:ext>
              </a:extLst>
            </p:cNvPr>
            <p:cNvSpPr txBox="1"/>
            <p:nvPr/>
          </p:nvSpPr>
          <p:spPr>
            <a:xfrm>
              <a:off x="6200770" y="2951234"/>
              <a:ext cx="5109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2"/>
                  </a:solidFill>
                </a:rPr>
                <a:t>i</a:t>
              </a:r>
              <a:r>
                <a:rPr lang="en-US" i="1" baseline="-25000" dirty="0">
                  <a:solidFill>
                    <a:schemeClr val="accent2"/>
                  </a:solidFill>
                </a:rPr>
                <a:t>ref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1FF855A-0B8E-402A-510F-7B46009D67D5}"/>
                </a:ext>
              </a:extLst>
            </p:cNvPr>
            <p:cNvSpPr txBox="1"/>
            <p:nvPr/>
          </p:nvSpPr>
          <p:spPr>
            <a:xfrm>
              <a:off x="8202174" y="2732853"/>
              <a:ext cx="5109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2"/>
                  </a:solidFill>
                </a:rPr>
                <a:t>r</a:t>
              </a:r>
              <a:r>
                <a:rPr lang="en-US" i="1" baseline="-25000" dirty="0">
                  <a:solidFill>
                    <a:schemeClr val="accent2"/>
                  </a:solidFill>
                </a:rPr>
                <a:t>d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CB9639A-BBF1-DCF4-04CF-FF2F1B21055E}"/>
                </a:ext>
              </a:extLst>
            </p:cNvPr>
            <p:cNvSpPr txBox="1"/>
            <p:nvPr/>
          </p:nvSpPr>
          <p:spPr>
            <a:xfrm>
              <a:off x="8301181" y="3535532"/>
              <a:ext cx="5109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2"/>
                  </a:solidFill>
                </a:rPr>
                <a:t>C</a:t>
              </a:r>
              <a:r>
                <a:rPr lang="en-US" i="1" baseline="-25000" dirty="0">
                  <a:solidFill>
                    <a:schemeClr val="accent2"/>
                  </a:solidFill>
                </a:rPr>
                <a:t>d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E80EAF0-EEA2-A77C-C16B-3FFD28ECE5F8}"/>
                </a:ext>
              </a:extLst>
            </p:cNvPr>
            <p:cNvSpPr txBox="1"/>
            <p:nvPr/>
          </p:nvSpPr>
          <p:spPr>
            <a:xfrm>
              <a:off x="9315730" y="3118889"/>
              <a:ext cx="5109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1"/>
                  </a:solidFill>
                </a:rPr>
                <a:t>C</a:t>
              </a:r>
              <a:r>
                <a:rPr lang="en-US" i="1" baseline="-25000" dirty="0">
                  <a:solidFill>
                    <a:schemeClr val="accent1"/>
                  </a:solidFill>
                </a:rPr>
                <a:t>x</a:t>
              </a:r>
            </a:p>
          </p:txBody>
        </p:sp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749045C1-E789-EF7C-B7B4-44D9559F3976}"/>
              </a:ext>
            </a:extLst>
          </p:cNvPr>
          <p:cNvSpPr/>
          <p:nvPr/>
        </p:nvSpPr>
        <p:spPr>
          <a:xfrm>
            <a:off x="8772575" y="2759761"/>
            <a:ext cx="921230" cy="898121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</a:rPr>
              <a:t>~</a:t>
            </a:r>
            <a:endParaRPr lang="en-US" sz="2800" baseline="-25000" dirty="0">
              <a:solidFill>
                <a:schemeClr val="accent1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8BD871D-90DF-F8FC-E563-FB57151EEDFF}"/>
              </a:ext>
            </a:extLst>
          </p:cNvPr>
          <p:cNvGrpSpPr/>
          <p:nvPr/>
        </p:nvGrpSpPr>
        <p:grpSpPr>
          <a:xfrm>
            <a:off x="7560829" y="1955749"/>
            <a:ext cx="929903" cy="276999"/>
            <a:chOff x="2551176" y="3154680"/>
            <a:chExt cx="2880360" cy="768096"/>
          </a:xfrm>
        </p:grpSpPr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8B997A0E-3F1A-DE81-0FE2-D053D32CF801}"/>
                </a:ext>
              </a:extLst>
            </p:cNvPr>
            <p:cNvSpPr/>
            <p:nvPr/>
          </p:nvSpPr>
          <p:spPr>
            <a:xfrm>
              <a:off x="2551176" y="3154680"/>
              <a:ext cx="768096" cy="768096"/>
            </a:xfrm>
            <a:prstGeom prst="arc">
              <a:avLst>
                <a:gd name="adj1" fmla="val 9491915"/>
                <a:gd name="adj2" fmla="val 137932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444466AE-C167-015C-1738-28E66A69E9E5}"/>
                </a:ext>
              </a:extLst>
            </p:cNvPr>
            <p:cNvSpPr/>
            <p:nvPr/>
          </p:nvSpPr>
          <p:spPr>
            <a:xfrm>
              <a:off x="3255264" y="3154680"/>
              <a:ext cx="768096" cy="768096"/>
            </a:xfrm>
            <a:prstGeom prst="arc">
              <a:avLst>
                <a:gd name="adj1" fmla="val 9491915"/>
                <a:gd name="adj2" fmla="val 137932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C530620D-D1C8-F77C-A343-A071FB8174DD}"/>
                </a:ext>
              </a:extLst>
            </p:cNvPr>
            <p:cNvSpPr/>
            <p:nvPr/>
          </p:nvSpPr>
          <p:spPr>
            <a:xfrm>
              <a:off x="3959352" y="3154680"/>
              <a:ext cx="768096" cy="768096"/>
            </a:xfrm>
            <a:prstGeom prst="arc">
              <a:avLst>
                <a:gd name="adj1" fmla="val 9491915"/>
                <a:gd name="adj2" fmla="val 137932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C508C380-0457-EF41-1AD1-98B86A6ED430}"/>
                </a:ext>
              </a:extLst>
            </p:cNvPr>
            <p:cNvSpPr/>
            <p:nvPr/>
          </p:nvSpPr>
          <p:spPr>
            <a:xfrm>
              <a:off x="4663440" y="3154680"/>
              <a:ext cx="768096" cy="768096"/>
            </a:xfrm>
            <a:prstGeom prst="arc">
              <a:avLst>
                <a:gd name="adj1" fmla="val 9491915"/>
                <a:gd name="adj2" fmla="val 137932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3C2D585-B8FF-B739-E8BE-54879B916E96}"/>
              </a:ext>
            </a:extLst>
          </p:cNvPr>
          <p:cNvCxnSpPr>
            <a:cxnSpLocks/>
          </p:cNvCxnSpPr>
          <p:nvPr/>
        </p:nvCxnSpPr>
        <p:spPr>
          <a:xfrm flipH="1">
            <a:off x="8490828" y="2122146"/>
            <a:ext cx="74236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1A0BF85-B0E4-9D4D-AAEA-5C9ED900D2FE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9233190" y="2122146"/>
            <a:ext cx="0" cy="6376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F0903B9-8949-4A4B-8C0D-99284755BE0A}"/>
              </a:ext>
            </a:extLst>
          </p:cNvPr>
          <p:cNvCxnSpPr>
            <a:cxnSpLocks/>
            <a:endCxn id="32" idx="4"/>
          </p:cNvCxnSpPr>
          <p:nvPr/>
        </p:nvCxnSpPr>
        <p:spPr>
          <a:xfrm flipV="1">
            <a:off x="9233190" y="3657882"/>
            <a:ext cx="0" cy="6913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21674D6-EBB9-7E4E-D2B7-C952DEF81714}"/>
              </a:ext>
            </a:extLst>
          </p:cNvPr>
          <p:cNvSpPr txBox="1"/>
          <p:nvPr/>
        </p:nvSpPr>
        <p:spPr>
          <a:xfrm>
            <a:off x="7425444" y="1453816"/>
            <a:ext cx="766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>
                <a:solidFill>
                  <a:schemeClr val="accent1"/>
                </a:solidFill>
              </a:rPr>
              <a:t>L</a:t>
            </a:r>
            <a:r>
              <a:rPr lang="en-US" i="1" baseline="-25000" dirty="0" err="1">
                <a:solidFill>
                  <a:schemeClr val="accent1"/>
                </a:solidFill>
              </a:rPr>
              <a:t>equ</a:t>
            </a:r>
            <a:endParaRPr lang="en-US" i="1" baseline="-25000" dirty="0">
              <a:solidFill>
                <a:schemeClr val="accent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2875B29-D6E4-7DFF-4093-2F9A1E57DD32}"/>
              </a:ext>
            </a:extLst>
          </p:cNvPr>
          <p:cNvCxnSpPr>
            <a:cxnSpLocks/>
          </p:cNvCxnSpPr>
          <p:nvPr/>
        </p:nvCxnSpPr>
        <p:spPr>
          <a:xfrm flipV="1">
            <a:off x="7593133" y="1680607"/>
            <a:ext cx="812229" cy="717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E9B5DB0-BEFE-059B-0A23-9B3649D0F181}"/>
              </a:ext>
            </a:extLst>
          </p:cNvPr>
          <p:cNvCxnSpPr>
            <a:cxnSpLocks/>
          </p:cNvCxnSpPr>
          <p:nvPr/>
        </p:nvCxnSpPr>
        <p:spPr>
          <a:xfrm flipH="1">
            <a:off x="6624483" y="4349240"/>
            <a:ext cx="2608707" cy="0"/>
          </a:xfrm>
          <a:prstGeom prst="line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C96C3F7-D8AF-13FA-7B26-9099F1F7A22B}"/>
              </a:ext>
            </a:extLst>
          </p:cNvPr>
          <p:cNvCxnSpPr>
            <a:cxnSpLocks/>
            <a:stCxn id="34" idx="0"/>
          </p:cNvCxnSpPr>
          <p:nvPr/>
        </p:nvCxnSpPr>
        <p:spPr>
          <a:xfrm flipH="1">
            <a:off x="6735032" y="2140940"/>
            <a:ext cx="833055" cy="0"/>
          </a:xfrm>
          <a:prstGeom prst="line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1F1A635F-D928-2C16-5B99-7E4725C2B009}"/>
              </a:ext>
            </a:extLst>
          </p:cNvPr>
          <p:cNvSpPr/>
          <p:nvPr/>
        </p:nvSpPr>
        <p:spPr>
          <a:xfrm>
            <a:off x="4134275" y="2359894"/>
            <a:ext cx="1263827" cy="1871331"/>
          </a:xfrm>
          <a:prstGeom prst="ellipse">
            <a:avLst/>
          </a:prstGeom>
          <a:solidFill>
            <a:srgbClr val="E971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619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32F7FB3-9145-00ED-08E2-DFD588B2FFED}"/>
              </a:ext>
            </a:extLst>
          </p:cNvPr>
          <p:cNvCxnSpPr>
            <a:cxnSpLocks/>
            <a:endCxn id="45" idx="6"/>
          </p:cNvCxnSpPr>
          <p:nvPr/>
        </p:nvCxnSpPr>
        <p:spPr>
          <a:xfrm>
            <a:off x="5122725" y="3796147"/>
            <a:ext cx="4622" cy="345214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C9BB9F8-8F77-4B85-57C0-8FE661257DD2}"/>
              </a:ext>
            </a:extLst>
          </p:cNvPr>
          <p:cNvCxnSpPr>
            <a:cxnSpLocks/>
          </p:cNvCxnSpPr>
          <p:nvPr/>
        </p:nvCxnSpPr>
        <p:spPr>
          <a:xfrm>
            <a:off x="3971636" y="2364509"/>
            <a:ext cx="310341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BC6C07-0046-1F0C-901A-BEFBFFCA5C5B}"/>
              </a:ext>
            </a:extLst>
          </p:cNvPr>
          <p:cNvCxnSpPr>
            <a:cxnSpLocks/>
          </p:cNvCxnSpPr>
          <p:nvPr/>
        </p:nvCxnSpPr>
        <p:spPr>
          <a:xfrm>
            <a:off x="3971636" y="2992582"/>
            <a:ext cx="1551709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94A59E3-3226-A91A-3678-2956AE2067F1}"/>
              </a:ext>
            </a:extLst>
          </p:cNvPr>
          <p:cNvCxnSpPr>
            <a:cxnSpLocks/>
          </p:cNvCxnSpPr>
          <p:nvPr/>
        </p:nvCxnSpPr>
        <p:spPr>
          <a:xfrm>
            <a:off x="5523345" y="3556000"/>
            <a:ext cx="1551709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EF221BF-3E77-0159-F109-A38F26E7E432}"/>
              </a:ext>
            </a:extLst>
          </p:cNvPr>
          <p:cNvSpPr/>
          <p:nvPr/>
        </p:nvSpPr>
        <p:spPr>
          <a:xfrm>
            <a:off x="4110181" y="2914073"/>
            <a:ext cx="120071" cy="1570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177685-F99D-1F90-521D-03B49FB034A6}"/>
              </a:ext>
            </a:extLst>
          </p:cNvPr>
          <p:cNvSpPr/>
          <p:nvPr/>
        </p:nvSpPr>
        <p:spPr>
          <a:xfrm>
            <a:off x="4110181" y="2286000"/>
            <a:ext cx="120071" cy="1570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14A4E0-B630-C1EE-B875-9B797E0029E2}"/>
              </a:ext>
            </a:extLst>
          </p:cNvPr>
          <p:cNvSpPr/>
          <p:nvPr/>
        </p:nvSpPr>
        <p:spPr>
          <a:xfrm>
            <a:off x="6825675" y="2285999"/>
            <a:ext cx="120071" cy="1570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BB77B9-EA87-7772-B527-EC35237918AD}"/>
              </a:ext>
            </a:extLst>
          </p:cNvPr>
          <p:cNvSpPr/>
          <p:nvPr/>
        </p:nvSpPr>
        <p:spPr>
          <a:xfrm>
            <a:off x="6825675" y="3477491"/>
            <a:ext cx="120071" cy="1570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48E51A-444B-EBC9-84E7-EBF249A1E8BA}"/>
              </a:ext>
            </a:extLst>
          </p:cNvPr>
          <p:cNvSpPr/>
          <p:nvPr/>
        </p:nvSpPr>
        <p:spPr>
          <a:xfrm>
            <a:off x="5264730" y="2914073"/>
            <a:ext cx="120071" cy="1570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206906-CE6E-DEF4-6C7E-906E6C901269}"/>
              </a:ext>
            </a:extLst>
          </p:cNvPr>
          <p:cNvSpPr/>
          <p:nvPr/>
        </p:nvSpPr>
        <p:spPr>
          <a:xfrm>
            <a:off x="5648037" y="3477491"/>
            <a:ext cx="120071" cy="1570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CF2D3E9-AC75-C11C-DE10-2F140BAB2881}"/>
              </a:ext>
            </a:extLst>
          </p:cNvPr>
          <p:cNvCxnSpPr>
            <a:cxnSpLocks/>
            <a:stCxn id="12" idx="6"/>
          </p:cNvCxnSpPr>
          <p:nvPr/>
        </p:nvCxnSpPr>
        <p:spPr>
          <a:xfrm flipV="1">
            <a:off x="3490194" y="2625439"/>
            <a:ext cx="481442" cy="1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DFD2BFB-BE75-5812-6DF0-B781AA93071D}"/>
              </a:ext>
            </a:extLst>
          </p:cNvPr>
          <p:cNvSpPr/>
          <p:nvPr/>
        </p:nvSpPr>
        <p:spPr>
          <a:xfrm>
            <a:off x="3671454" y="2553854"/>
            <a:ext cx="120071" cy="157017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7FA5A50-7CE1-7E30-9F6D-CD7AC91D2F89}"/>
              </a:ext>
            </a:extLst>
          </p:cNvPr>
          <p:cNvGrpSpPr/>
          <p:nvPr/>
        </p:nvGrpSpPr>
        <p:grpSpPr>
          <a:xfrm>
            <a:off x="3136910" y="2507678"/>
            <a:ext cx="353284" cy="235523"/>
            <a:chOff x="8977745" y="2743201"/>
            <a:chExt cx="609592" cy="4063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88BD949-A717-8D4E-0C13-323065FF3036}"/>
                </a:ext>
              </a:extLst>
            </p:cNvPr>
            <p:cNvSpPr/>
            <p:nvPr/>
          </p:nvSpPr>
          <p:spPr>
            <a:xfrm>
              <a:off x="8977745" y="2743201"/>
              <a:ext cx="406395" cy="406395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5447D68-B1D7-29AB-5130-DB6B7A12AC52}"/>
                </a:ext>
              </a:extLst>
            </p:cNvPr>
            <p:cNvSpPr/>
            <p:nvPr/>
          </p:nvSpPr>
          <p:spPr>
            <a:xfrm>
              <a:off x="9180942" y="2743201"/>
              <a:ext cx="406395" cy="406395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C318FF-7CBE-7B59-1C98-CA895B3B946A}"/>
              </a:ext>
            </a:extLst>
          </p:cNvPr>
          <p:cNvCxnSpPr>
            <a:cxnSpLocks/>
          </p:cNvCxnSpPr>
          <p:nvPr/>
        </p:nvCxnSpPr>
        <p:spPr>
          <a:xfrm>
            <a:off x="3971636" y="2078182"/>
            <a:ext cx="0" cy="114531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579A8F5-821A-D4EE-E89E-1EB8E203073C}"/>
              </a:ext>
            </a:extLst>
          </p:cNvPr>
          <p:cNvCxnSpPr>
            <a:cxnSpLocks/>
          </p:cNvCxnSpPr>
          <p:nvPr/>
        </p:nvCxnSpPr>
        <p:spPr>
          <a:xfrm>
            <a:off x="2890982" y="2623126"/>
            <a:ext cx="24592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C0AF726-4524-A67F-DD8D-1739383036E7}"/>
              </a:ext>
            </a:extLst>
          </p:cNvPr>
          <p:cNvGrpSpPr/>
          <p:nvPr/>
        </p:nvGrpSpPr>
        <p:grpSpPr>
          <a:xfrm>
            <a:off x="2429737" y="2337046"/>
            <a:ext cx="535147" cy="600118"/>
            <a:chOff x="2087419" y="3315856"/>
            <a:chExt cx="535147" cy="600118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6ABBBD0-A351-5296-DBC6-ABDD78EC629C}"/>
                </a:ext>
              </a:extLst>
            </p:cNvPr>
            <p:cNvSpPr/>
            <p:nvPr/>
          </p:nvSpPr>
          <p:spPr>
            <a:xfrm>
              <a:off x="2179782" y="3412838"/>
              <a:ext cx="387925" cy="383310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F6BE5D5-4DDC-E7C8-1978-7A6B1B47A389}"/>
                </a:ext>
              </a:extLst>
            </p:cNvPr>
            <p:cNvCxnSpPr/>
            <p:nvPr/>
          </p:nvCxnSpPr>
          <p:spPr>
            <a:xfrm flipH="1">
              <a:off x="2179782" y="3412838"/>
              <a:ext cx="387925" cy="383309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6372A3A-002E-45DD-33AB-A54272B6EC13}"/>
                </a:ext>
              </a:extLst>
            </p:cNvPr>
            <p:cNvSpPr txBox="1"/>
            <p:nvPr/>
          </p:nvSpPr>
          <p:spPr>
            <a:xfrm>
              <a:off x="2087419" y="3315856"/>
              <a:ext cx="3567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6"/>
                  </a:solidFill>
                </a:rPr>
                <a:t>=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6EC0011-0F5D-C586-A59E-B0AC77EFF9D6}"/>
                </a:ext>
              </a:extLst>
            </p:cNvPr>
            <p:cNvSpPr txBox="1"/>
            <p:nvPr/>
          </p:nvSpPr>
          <p:spPr>
            <a:xfrm>
              <a:off x="2265801" y="3546642"/>
              <a:ext cx="3567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6"/>
                  </a:solidFill>
                </a:rPr>
                <a:t>~</a:t>
              </a:r>
            </a:p>
          </p:txBody>
        </p:sp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E95DC6A4-EE42-D164-0058-2037AA77AB79}"/>
              </a:ext>
            </a:extLst>
          </p:cNvPr>
          <p:cNvSpPr/>
          <p:nvPr/>
        </p:nvSpPr>
        <p:spPr>
          <a:xfrm>
            <a:off x="8197273" y="2299856"/>
            <a:ext cx="618838" cy="618838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G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E6D2EF1-B1D5-6C48-0F98-F8ECF0B7C3B2}"/>
              </a:ext>
            </a:extLst>
          </p:cNvPr>
          <p:cNvCxnSpPr>
            <a:cxnSpLocks/>
            <a:stCxn id="35" idx="6"/>
            <a:endCxn id="32" idx="2"/>
          </p:cNvCxnSpPr>
          <p:nvPr/>
        </p:nvCxnSpPr>
        <p:spPr>
          <a:xfrm>
            <a:off x="7947895" y="2609275"/>
            <a:ext cx="24937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0AD7A51-6AA0-7F5F-EB15-5B3D24E33E7B}"/>
              </a:ext>
            </a:extLst>
          </p:cNvPr>
          <p:cNvGrpSpPr/>
          <p:nvPr/>
        </p:nvGrpSpPr>
        <p:grpSpPr>
          <a:xfrm>
            <a:off x="7594611" y="2491513"/>
            <a:ext cx="353284" cy="235523"/>
            <a:chOff x="8977745" y="2743201"/>
            <a:chExt cx="609592" cy="406395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B645F52-04D3-5D24-64E9-DE42FE5D570B}"/>
                </a:ext>
              </a:extLst>
            </p:cNvPr>
            <p:cNvSpPr/>
            <p:nvPr/>
          </p:nvSpPr>
          <p:spPr>
            <a:xfrm>
              <a:off x="8977745" y="2743201"/>
              <a:ext cx="406395" cy="406395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9DDD4E0-0638-6CA1-8E3B-8F0E84B767E4}"/>
                </a:ext>
              </a:extLst>
            </p:cNvPr>
            <p:cNvSpPr/>
            <p:nvPr/>
          </p:nvSpPr>
          <p:spPr>
            <a:xfrm>
              <a:off x="9180942" y="2743201"/>
              <a:ext cx="406395" cy="406395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B075FD6-40E1-1CF4-F1E8-5FF937A2696E}"/>
              </a:ext>
            </a:extLst>
          </p:cNvPr>
          <p:cNvCxnSpPr>
            <a:cxnSpLocks/>
            <a:endCxn id="34" idx="2"/>
          </p:cNvCxnSpPr>
          <p:nvPr/>
        </p:nvCxnSpPr>
        <p:spPr>
          <a:xfrm>
            <a:off x="7084290" y="2609273"/>
            <a:ext cx="510321" cy="2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5382E10-6283-6168-C6AC-62084C9BA928}"/>
              </a:ext>
            </a:extLst>
          </p:cNvPr>
          <p:cNvGrpSpPr/>
          <p:nvPr/>
        </p:nvGrpSpPr>
        <p:grpSpPr>
          <a:xfrm rot="16200000">
            <a:off x="4950704" y="4200242"/>
            <a:ext cx="353284" cy="235523"/>
            <a:chOff x="8977745" y="2743201"/>
            <a:chExt cx="609592" cy="406395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3E5F2D02-BBF0-EDA7-0E5B-E6D6186BC732}"/>
                </a:ext>
              </a:extLst>
            </p:cNvPr>
            <p:cNvSpPr/>
            <p:nvPr/>
          </p:nvSpPr>
          <p:spPr>
            <a:xfrm>
              <a:off x="8977745" y="2743201"/>
              <a:ext cx="406395" cy="406395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FB0B63E-ACA3-EDF4-DD69-8F0ED4EE0A46}"/>
                </a:ext>
              </a:extLst>
            </p:cNvPr>
            <p:cNvSpPr/>
            <p:nvPr/>
          </p:nvSpPr>
          <p:spPr>
            <a:xfrm>
              <a:off x="9180942" y="2743201"/>
              <a:ext cx="406395" cy="406395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24256393-5DED-B6BB-3B87-41D738676B5B}"/>
              </a:ext>
            </a:extLst>
          </p:cNvPr>
          <p:cNvSpPr/>
          <p:nvPr/>
        </p:nvSpPr>
        <p:spPr>
          <a:xfrm>
            <a:off x="7317506" y="2530765"/>
            <a:ext cx="120071" cy="157017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28BA18-D20C-BDE4-2053-35EF21757E61}"/>
              </a:ext>
            </a:extLst>
          </p:cNvPr>
          <p:cNvCxnSpPr>
            <a:cxnSpLocks/>
          </p:cNvCxnSpPr>
          <p:nvPr/>
        </p:nvCxnSpPr>
        <p:spPr>
          <a:xfrm>
            <a:off x="7084290" y="2078182"/>
            <a:ext cx="0" cy="171796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9D570F4-61BB-5D51-833B-E5E21899FF68}"/>
              </a:ext>
            </a:extLst>
          </p:cNvPr>
          <p:cNvCxnSpPr>
            <a:cxnSpLocks/>
          </p:cNvCxnSpPr>
          <p:nvPr/>
        </p:nvCxnSpPr>
        <p:spPr>
          <a:xfrm flipV="1">
            <a:off x="5127344" y="3789217"/>
            <a:ext cx="396001" cy="693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709A40D2-EC3C-9746-D124-2DF3F8BE2EE8}"/>
              </a:ext>
            </a:extLst>
          </p:cNvPr>
          <p:cNvSpPr/>
          <p:nvPr/>
        </p:nvSpPr>
        <p:spPr>
          <a:xfrm>
            <a:off x="5280893" y="3708401"/>
            <a:ext cx="120071" cy="157017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FBF90C-DF2B-0DB3-C2D1-2633F1EB01D8}"/>
              </a:ext>
            </a:extLst>
          </p:cNvPr>
          <p:cNvCxnSpPr>
            <a:cxnSpLocks/>
          </p:cNvCxnSpPr>
          <p:nvPr/>
        </p:nvCxnSpPr>
        <p:spPr>
          <a:xfrm>
            <a:off x="5523345" y="2743201"/>
            <a:ext cx="0" cy="122555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9594148-4000-98C9-4608-A885D40A56A1}"/>
              </a:ext>
            </a:extLst>
          </p:cNvPr>
          <p:cNvGrpSpPr/>
          <p:nvPr/>
        </p:nvGrpSpPr>
        <p:grpSpPr>
          <a:xfrm>
            <a:off x="1425877" y="2914073"/>
            <a:ext cx="270746" cy="422045"/>
            <a:chOff x="1468576" y="3066471"/>
            <a:chExt cx="314036" cy="489526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E59D1C1-3AE0-AC86-C409-771A9C09B604}"/>
                </a:ext>
              </a:extLst>
            </p:cNvPr>
            <p:cNvSpPr/>
            <p:nvPr/>
          </p:nvSpPr>
          <p:spPr>
            <a:xfrm>
              <a:off x="1468576" y="3071090"/>
              <a:ext cx="314036" cy="484907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B13AC0C0-BCD0-B190-A89F-06790660FEA6}"/>
                </a:ext>
              </a:extLst>
            </p:cNvPr>
            <p:cNvSpPr/>
            <p:nvPr/>
          </p:nvSpPr>
          <p:spPr>
            <a:xfrm rot="10800000">
              <a:off x="1468582" y="3066471"/>
              <a:ext cx="314029" cy="230912"/>
            </a:xfrm>
            <a:prstGeom prst="triangl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8C0B9E9-A458-2295-7E3E-379B120774D6}"/>
              </a:ext>
            </a:extLst>
          </p:cNvPr>
          <p:cNvGrpSpPr/>
          <p:nvPr/>
        </p:nvGrpSpPr>
        <p:grpSpPr>
          <a:xfrm>
            <a:off x="1921744" y="2923309"/>
            <a:ext cx="350398" cy="300184"/>
            <a:chOff x="1672366" y="3708401"/>
            <a:chExt cx="350398" cy="230908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5EF5F6F-0015-6389-EB81-3218A45559FD}"/>
                </a:ext>
              </a:extLst>
            </p:cNvPr>
            <p:cNvCxnSpPr>
              <a:cxnSpLocks/>
            </p:cNvCxnSpPr>
            <p:nvPr/>
          </p:nvCxnSpPr>
          <p:spPr>
            <a:xfrm>
              <a:off x="1672366" y="3708401"/>
              <a:ext cx="350398" cy="0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25F2086-4AAE-B740-DC56-A54B03B3BA11}"/>
                </a:ext>
              </a:extLst>
            </p:cNvPr>
            <p:cNvCxnSpPr>
              <a:cxnSpLocks/>
            </p:cNvCxnSpPr>
            <p:nvPr/>
          </p:nvCxnSpPr>
          <p:spPr>
            <a:xfrm>
              <a:off x="1759965" y="3786909"/>
              <a:ext cx="175199" cy="0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DB409D7-0DAE-8457-B99B-D647DC31DA31}"/>
                </a:ext>
              </a:extLst>
            </p:cNvPr>
            <p:cNvCxnSpPr>
              <a:cxnSpLocks/>
            </p:cNvCxnSpPr>
            <p:nvPr/>
          </p:nvCxnSpPr>
          <p:spPr>
            <a:xfrm>
              <a:off x="1672366" y="3860801"/>
              <a:ext cx="350398" cy="0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B68D563-6A3E-6687-2442-A86A3DB503CB}"/>
                </a:ext>
              </a:extLst>
            </p:cNvPr>
            <p:cNvCxnSpPr>
              <a:cxnSpLocks/>
            </p:cNvCxnSpPr>
            <p:nvPr/>
          </p:nvCxnSpPr>
          <p:spPr>
            <a:xfrm>
              <a:off x="1759965" y="3939309"/>
              <a:ext cx="175199" cy="0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83780B4-5119-2EA9-43C2-EEA63EE13F97}"/>
              </a:ext>
            </a:extLst>
          </p:cNvPr>
          <p:cNvCxnSpPr>
            <a:cxnSpLocks/>
          </p:cNvCxnSpPr>
          <p:nvPr/>
        </p:nvCxnSpPr>
        <p:spPr>
          <a:xfrm>
            <a:off x="1548967" y="2632362"/>
            <a:ext cx="966519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F02A4A0-8F20-94C2-AB48-D9D11252E0ED}"/>
              </a:ext>
            </a:extLst>
          </p:cNvPr>
          <p:cNvCxnSpPr>
            <a:cxnSpLocks/>
            <a:stCxn id="64" idx="3"/>
          </p:cNvCxnSpPr>
          <p:nvPr/>
        </p:nvCxnSpPr>
        <p:spPr>
          <a:xfrm flipH="1" flipV="1">
            <a:off x="1556632" y="2630149"/>
            <a:ext cx="4620" cy="28392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C1341B1-3744-AC8F-DB16-AB8F9C47C338}"/>
              </a:ext>
            </a:extLst>
          </p:cNvPr>
          <p:cNvCxnSpPr>
            <a:cxnSpLocks/>
          </p:cNvCxnSpPr>
          <p:nvPr/>
        </p:nvCxnSpPr>
        <p:spPr>
          <a:xfrm flipH="1" flipV="1">
            <a:off x="2100858" y="2623126"/>
            <a:ext cx="4620" cy="28392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F1357D2-333C-60C8-482D-1AE52B86DF29}"/>
              </a:ext>
            </a:extLst>
          </p:cNvPr>
          <p:cNvCxnSpPr>
            <a:cxnSpLocks/>
            <a:stCxn id="44" idx="2"/>
            <a:endCxn id="101" idx="6"/>
          </p:cNvCxnSpPr>
          <p:nvPr/>
        </p:nvCxnSpPr>
        <p:spPr>
          <a:xfrm>
            <a:off x="5127347" y="4494646"/>
            <a:ext cx="4614" cy="550709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98113BE-17D7-52B8-CA1A-C425A0256532}"/>
              </a:ext>
            </a:extLst>
          </p:cNvPr>
          <p:cNvCxnSpPr>
            <a:cxnSpLocks/>
            <a:endCxn id="115" idx="6"/>
          </p:cNvCxnSpPr>
          <p:nvPr/>
        </p:nvCxnSpPr>
        <p:spPr>
          <a:xfrm flipH="1">
            <a:off x="4133268" y="4767118"/>
            <a:ext cx="989457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4B3193A-DE2F-B369-7418-B109F414B4A6}"/>
              </a:ext>
            </a:extLst>
          </p:cNvPr>
          <p:cNvCxnSpPr>
            <a:cxnSpLocks/>
          </p:cNvCxnSpPr>
          <p:nvPr/>
        </p:nvCxnSpPr>
        <p:spPr>
          <a:xfrm>
            <a:off x="4536207" y="4767118"/>
            <a:ext cx="0" cy="32211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68744E2-1876-BAC7-229B-36919B05E058}"/>
              </a:ext>
            </a:extLst>
          </p:cNvPr>
          <p:cNvGrpSpPr/>
          <p:nvPr/>
        </p:nvGrpSpPr>
        <p:grpSpPr>
          <a:xfrm rot="16200000">
            <a:off x="5041906" y="5075373"/>
            <a:ext cx="180109" cy="120073"/>
            <a:chOff x="8977745" y="2743201"/>
            <a:chExt cx="609592" cy="406395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AD31AFA1-E278-A6FE-B1F8-B59195539DCA}"/>
                </a:ext>
              </a:extLst>
            </p:cNvPr>
            <p:cNvSpPr/>
            <p:nvPr/>
          </p:nvSpPr>
          <p:spPr>
            <a:xfrm>
              <a:off x="8977745" y="2743201"/>
              <a:ext cx="406395" cy="406395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D4B4EDC4-2C19-FBBC-4105-C913F4360FDD}"/>
                </a:ext>
              </a:extLst>
            </p:cNvPr>
            <p:cNvSpPr/>
            <p:nvPr/>
          </p:nvSpPr>
          <p:spPr>
            <a:xfrm>
              <a:off x="9180942" y="2743201"/>
              <a:ext cx="406395" cy="406395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D0F7F079-DB1C-68A3-562F-BE13550F978C}"/>
              </a:ext>
            </a:extLst>
          </p:cNvPr>
          <p:cNvCxnSpPr>
            <a:cxnSpLocks/>
          </p:cNvCxnSpPr>
          <p:nvPr/>
        </p:nvCxnSpPr>
        <p:spPr>
          <a:xfrm>
            <a:off x="5131960" y="5216820"/>
            <a:ext cx="2312" cy="49931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5499021-7FB5-D7FA-DB6F-118C3962149F}"/>
              </a:ext>
            </a:extLst>
          </p:cNvPr>
          <p:cNvCxnSpPr>
            <a:cxnSpLocks/>
          </p:cNvCxnSpPr>
          <p:nvPr/>
        </p:nvCxnSpPr>
        <p:spPr>
          <a:xfrm>
            <a:off x="5131960" y="5523327"/>
            <a:ext cx="262077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4CD8863-B8C8-46E6-65FA-8AA006B106FD}"/>
              </a:ext>
            </a:extLst>
          </p:cNvPr>
          <p:cNvCxnSpPr>
            <a:cxnSpLocks/>
            <a:stCxn id="114" idx="2"/>
          </p:cNvCxnSpPr>
          <p:nvPr/>
        </p:nvCxnSpPr>
        <p:spPr>
          <a:xfrm flipH="1" flipV="1">
            <a:off x="3789211" y="4767117"/>
            <a:ext cx="163948" cy="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7EBDF2F-7FA4-12E9-66B2-67D4AA5085C2}"/>
              </a:ext>
            </a:extLst>
          </p:cNvPr>
          <p:cNvGrpSpPr/>
          <p:nvPr/>
        </p:nvGrpSpPr>
        <p:grpSpPr>
          <a:xfrm>
            <a:off x="3953159" y="4707081"/>
            <a:ext cx="180109" cy="120073"/>
            <a:chOff x="8977745" y="2743201"/>
            <a:chExt cx="609592" cy="406395"/>
          </a:xfrm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C917A8EB-7DF3-EE3D-9FD1-F620F2898B26}"/>
                </a:ext>
              </a:extLst>
            </p:cNvPr>
            <p:cNvSpPr/>
            <p:nvPr/>
          </p:nvSpPr>
          <p:spPr>
            <a:xfrm>
              <a:off x="8977745" y="2743201"/>
              <a:ext cx="406395" cy="406395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6C18ED59-6BF6-9021-8356-B160FD6F575E}"/>
                </a:ext>
              </a:extLst>
            </p:cNvPr>
            <p:cNvSpPr/>
            <p:nvPr/>
          </p:nvSpPr>
          <p:spPr>
            <a:xfrm>
              <a:off x="9180942" y="2743201"/>
              <a:ext cx="406395" cy="406395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E0DDC57-01BA-5195-C6E2-72E4ECBA6D4C}"/>
              </a:ext>
            </a:extLst>
          </p:cNvPr>
          <p:cNvCxnSpPr>
            <a:cxnSpLocks/>
          </p:cNvCxnSpPr>
          <p:nvPr/>
        </p:nvCxnSpPr>
        <p:spPr>
          <a:xfrm flipV="1">
            <a:off x="3789210" y="4767117"/>
            <a:ext cx="0" cy="598052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006BEA8D-571A-D47A-64B5-90EA9747351E}"/>
              </a:ext>
            </a:extLst>
          </p:cNvPr>
          <p:cNvCxnSpPr>
            <a:cxnSpLocks/>
          </p:cNvCxnSpPr>
          <p:nvPr/>
        </p:nvCxnSpPr>
        <p:spPr>
          <a:xfrm>
            <a:off x="3789210" y="5089236"/>
            <a:ext cx="262077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2285B585-61FB-571E-14A5-38497E9F0817}"/>
              </a:ext>
            </a:extLst>
          </p:cNvPr>
          <p:cNvCxnSpPr>
            <a:cxnSpLocks/>
          </p:cNvCxnSpPr>
          <p:nvPr/>
        </p:nvCxnSpPr>
        <p:spPr>
          <a:xfrm flipH="1">
            <a:off x="3550505" y="5225464"/>
            <a:ext cx="238705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CEB2B3A-638E-BE9C-FA81-4F688E10E139}"/>
              </a:ext>
            </a:extLst>
          </p:cNvPr>
          <p:cNvGrpSpPr/>
          <p:nvPr/>
        </p:nvGrpSpPr>
        <p:grpSpPr>
          <a:xfrm rot="16200000">
            <a:off x="7479152" y="3918529"/>
            <a:ext cx="353284" cy="235523"/>
            <a:chOff x="8977745" y="2743201"/>
            <a:chExt cx="609592" cy="406395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FE49252B-2AB4-93DC-5886-D429CE19F94A}"/>
                </a:ext>
              </a:extLst>
            </p:cNvPr>
            <p:cNvSpPr/>
            <p:nvPr/>
          </p:nvSpPr>
          <p:spPr>
            <a:xfrm>
              <a:off x="8977745" y="2743201"/>
              <a:ext cx="406395" cy="406395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2C1AF7EC-81A0-F14B-D30D-F98D7F2EF8BF}"/>
                </a:ext>
              </a:extLst>
            </p:cNvPr>
            <p:cNvSpPr/>
            <p:nvPr/>
          </p:nvSpPr>
          <p:spPr>
            <a:xfrm>
              <a:off x="9180942" y="2743201"/>
              <a:ext cx="406395" cy="406395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B195B624-3095-9D2D-F3C1-92DDF449D939}"/>
              </a:ext>
            </a:extLst>
          </p:cNvPr>
          <p:cNvCxnSpPr>
            <a:cxnSpLocks/>
            <a:stCxn id="130" idx="2"/>
            <a:endCxn id="137" idx="6"/>
          </p:cNvCxnSpPr>
          <p:nvPr/>
        </p:nvCxnSpPr>
        <p:spPr>
          <a:xfrm>
            <a:off x="7655795" y="4212933"/>
            <a:ext cx="4614" cy="550709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F3A4D98E-141F-6DC6-7846-443DF172A6B6}"/>
              </a:ext>
            </a:extLst>
          </p:cNvPr>
          <p:cNvCxnSpPr>
            <a:cxnSpLocks/>
            <a:endCxn id="143" idx="6"/>
          </p:cNvCxnSpPr>
          <p:nvPr/>
        </p:nvCxnSpPr>
        <p:spPr>
          <a:xfrm flipH="1">
            <a:off x="7998659" y="4410945"/>
            <a:ext cx="989457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1454BE89-E37F-0FD2-75AE-F3B6D159A036}"/>
              </a:ext>
            </a:extLst>
          </p:cNvPr>
          <p:cNvCxnSpPr>
            <a:cxnSpLocks/>
          </p:cNvCxnSpPr>
          <p:nvPr/>
        </p:nvCxnSpPr>
        <p:spPr>
          <a:xfrm>
            <a:off x="8330037" y="4410944"/>
            <a:ext cx="0" cy="32211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35D854AA-8FFA-BEE3-A322-19B0434AE2CF}"/>
              </a:ext>
            </a:extLst>
          </p:cNvPr>
          <p:cNvGrpSpPr/>
          <p:nvPr/>
        </p:nvGrpSpPr>
        <p:grpSpPr>
          <a:xfrm rot="16200000">
            <a:off x="7570354" y="4793660"/>
            <a:ext cx="180109" cy="120073"/>
            <a:chOff x="8977745" y="2743201"/>
            <a:chExt cx="609592" cy="406395"/>
          </a:xfrm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EF77A516-49C6-40CF-60E3-91BD978D9FA7}"/>
                </a:ext>
              </a:extLst>
            </p:cNvPr>
            <p:cNvSpPr/>
            <p:nvPr/>
          </p:nvSpPr>
          <p:spPr>
            <a:xfrm>
              <a:off x="8977745" y="2743201"/>
              <a:ext cx="406395" cy="406395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80DF18E6-249A-53A4-028A-6F7834078C03}"/>
                </a:ext>
              </a:extLst>
            </p:cNvPr>
            <p:cNvSpPr/>
            <p:nvPr/>
          </p:nvSpPr>
          <p:spPr>
            <a:xfrm>
              <a:off x="9180942" y="2743201"/>
              <a:ext cx="406395" cy="406395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44262585-F146-568A-AFC4-78B856D6AE19}"/>
              </a:ext>
            </a:extLst>
          </p:cNvPr>
          <p:cNvCxnSpPr>
            <a:cxnSpLocks/>
          </p:cNvCxnSpPr>
          <p:nvPr/>
        </p:nvCxnSpPr>
        <p:spPr>
          <a:xfrm>
            <a:off x="7660408" y="4935107"/>
            <a:ext cx="2312" cy="49931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EC80E2B5-C8D6-CDCE-BCEF-490108526B1B}"/>
              </a:ext>
            </a:extLst>
          </p:cNvPr>
          <p:cNvCxnSpPr>
            <a:cxnSpLocks/>
          </p:cNvCxnSpPr>
          <p:nvPr/>
        </p:nvCxnSpPr>
        <p:spPr>
          <a:xfrm>
            <a:off x="7660408" y="5241614"/>
            <a:ext cx="262077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B3C0BBA-E2C6-A570-A15C-AA22DF9CC365}"/>
              </a:ext>
            </a:extLst>
          </p:cNvPr>
          <p:cNvCxnSpPr>
            <a:cxnSpLocks/>
            <a:stCxn id="142" idx="2"/>
          </p:cNvCxnSpPr>
          <p:nvPr/>
        </p:nvCxnSpPr>
        <p:spPr>
          <a:xfrm flipH="1" flipV="1">
            <a:off x="7654602" y="4410944"/>
            <a:ext cx="163948" cy="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ABEC9BF5-73EA-232C-B31E-2341C065A425}"/>
              </a:ext>
            </a:extLst>
          </p:cNvPr>
          <p:cNvGrpSpPr/>
          <p:nvPr/>
        </p:nvGrpSpPr>
        <p:grpSpPr>
          <a:xfrm>
            <a:off x="7818550" y="4350908"/>
            <a:ext cx="180109" cy="120073"/>
            <a:chOff x="8977745" y="2743201"/>
            <a:chExt cx="609592" cy="406395"/>
          </a:xfrm>
        </p:grpSpPr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809D3E87-9B0F-3132-9202-0E7AF1CD168D}"/>
                </a:ext>
              </a:extLst>
            </p:cNvPr>
            <p:cNvSpPr/>
            <p:nvPr/>
          </p:nvSpPr>
          <p:spPr>
            <a:xfrm>
              <a:off x="8977745" y="2743201"/>
              <a:ext cx="406395" cy="406395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46659A6E-BCA7-0188-4F9B-85AAF0A230D9}"/>
                </a:ext>
              </a:extLst>
            </p:cNvPr>
            <p:cNvSpPr/>
            <p:nvPr/>
          </p:nvSpPr>
          <p:spPr>
            <a:xfrm>
              <a:off x="9180942" y="2743201"/>
              <a:ext cx="406395" cy="406395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2433F456-90E6-47B7-1346-CC0557CEB7D5}"/>
              </a:ext>
            </a:extLst>
          </p:cNvPr>
          <p:cNvCxnSpPr>
            <a:cxnSpLocks/>
          </p:cNvCxnSpPr>
          <p:nvPr/>
        </p:nvCxnSpPr>
        <p:spPr>
          <a:xfrm>
            <a:off x="7075054" y="5083456"/>
            <a:ext cx="587666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10140FE3-6080-BFAA-FD70-7B830C40B665}"/>
              </a:ext>
            </a:extLst>
          </p:cNvPr>
          <p:cNvCxnSpPr>
            <a:cxnSpLocks/>
          </p:cNvCxnSpPr>
          <p:nvPr/>
        </p:nvCxnSpPr>
        <p:spPr>
          <a:xfrm flipV="1">
            <a:off x="8654458" y="4162734"/>
            <a:ext cx="0" cy="24821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69316AF7-83D9-C546-5A08-B5718C0B294A}"/>
              </a:ext>
            </a:extLst>
          </p:cNvPr>
          <p:cNvCxnSpPr>
            <a:cxnSpLocks/>
          </p:cNvCxnSpPr>
          <p:nvPr/>
        </p:nvCxnSpPr>
        <p:spPr>
          <a:xfrm>
            <a:off x="8885382" y="4410944"/>
            <a:ext cx="0" cy="20608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43E95FCB-D6BD-80E6-32EE-3D4137B0060F}"/>
              </a:ext>
            </a:extLst>
          </p:cNvPr>
          <p:cNvCxnSpPr>
            <a:cxnSpLocks/>
          </p:cNvCxnSpPr>
          <p:nvPr/>
        </p:nvCxnSpPr>
        <p:spPr>
          <a:xfrm>
            <a:off x="7159324" y="5080555"/>
            <a:ext cx="0" cy="32211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BD058BC1-2672-D40D-D90C-25132F4FEB17}"/>
              </a:ext>
            </a:extLst>
          </p:cNvPr>
          <p:cNvCxnSpPr>
            <a:cxnSpLocks/>
          </p:cNvCxnSpPr>
          <p:nvPr/>
        </p:nvCxnSpPr>
        <p:spPr>
          <a:xfrm flipV="1">
            <a:off x="7317506" y="4828880"/>
            <a:ext cx="0" cy="25167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E917EA57-12F4-38A4-8786-AB8E313C5654}"/>
              </a:ext>
            </a:extLst>
          </p:cNvPr>
          <p:cNvCxnSpPr>
            <a:cxnSpLocks/>
          </p:cNvCxnSpPr>
          <p:nvPr/>
        </p:nvCxnSpPr>
        <p:spPr>
          <a:xfrm>
            <a:off x="7102749" y="3468830"/>
            <a:ext cx="551853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645D26D6-EF85-5761-8B4F-464126DD20B3}"/>
              </a:ext>
            </a:extLst>
          </p:cNvPr>
          <p:cNvCxnSpPr>
            <a:cxnSpLocks/>
            <a:stCxn id="131" idx="6"/>
          </p:cNvCxnSpPr>
          <p:nvPr/>
        </p:nvCxnSpPr>
        <p:spPr>
          <a:xfrm flipH="1" flipV="1">
            <a:off x="7654602" y="3468829"/>
            <a:ext cx="1193" cy="390819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ctangle 154">
            <a:extLst>
              <a:ext uri="{FF2B5EF4-FFF2-40B4-BE49-F238E27FC236}">
                <a16:creationId xmlns:a16="http://schemas.microsoft.com/office/drawing/2014/main" id="{53A67DA3-2F70-B03A-90C0-592B8ECB28EF}"/>
              </a:ext>
            </a:extLst>
          </p:cNvPr>
          <p:cNvSpPr/>
          <p:nvPr/>
        </p:nvSpPr>
        <p:spPr>
          <a:xfrm>
            <a:off x="7317506" y="3390322"/>
            <a:ext cx="120071" cy="157017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47012BE6-431E-D8B4-E48E-1DA4D37D8AAE}"/>
              </a:ext>
            </a:extLst>
          </p:cNvPr>
          <p:cNvSpPr txBox="1"/>
          <p:nvPr/>
        </p:nvSpPr>
        <p:spPr>
          <a:xfrm>
            <a:off x="4364469" y="1891966"/>
            <a:ext cx="21495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accent2"/>
                </a:solidFill>
              </a:rPr>
              <a:t>Transmission system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3EBCC28A-70B5-CE2C-4F81-78BB577CB2C6}"/>
              </a:ext>
            </a:extLst>
          </p:cNvPr>
          <p:cNvSpPr txBox="1"/>
          <p:nvPr/>
        </p:nvSpPr>
        <p:spPr>
          <a:xfrm>
            <a:off x="8072572" y="4876077"/>
            <a:ext cx="1109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</a:rPr>
              <a:t>Distribution feeder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18FADD7-6B33-9EA6-2CE4-CA2EDC7C1A09}"/>
              </a:ext>
            </a:extLst>
          </p:cNvPr>
          <p:cNvSpPr txBox="1"/>
          <p:nvPr/>
        </p:nvSpPr>
        <p:spPr>
          <a:xfrm>
            <a:off x="3508724" y="4059858"/>
            <a:ext cx="1109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</a:rPr>
              <a:t>Distribution feeder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72C4657D-056C-8184-81A0-8CFB0454F8E0}"/>
              </a:ext>
            </a:extLst>
          </p:cNvPr>
          <p:cNvSpPr txBox="1"/>
          <p:nvPr/>
        </p:nvSpPr>
        <p:spPr>
          <a:xfrm>
            <a:off x="1224210" y="1900708"/>
            <a:ext cx="1842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00B050"/>
                </a:solidFill>
              </a:rPr>
              <a:t>Inverter-connected renewables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ADAF872F-3B1E-8287-CA2F-715C94F8DA72}"/>
              </a:ext>
            </a:extLst>
          </p:cNvPr>
          <p:cNvSpPr txBox="1"/>
          <p:nvPr/>
        </p:nvSpPr>
        <p:spPr>
          <a:xfrm>
            <a:off x="7994043" y="1685685"/>
            <a:ext cx="12266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accent1"/>
                </a:solidFill>
              </a:rPr>
              <a:t>Traditional generation</a:t>
            </a:r>
          </a:p>
        </p:txBody>
      </p:sp>
    </p:spTree>
    <p:extLst>
      <p:ext uri="{BB962C8B-B14F-4D97-AF65-F5344CB8AC3E}">
        <p14:creationId xmlns:p14="http://schemas.microsoft.com/office/powerpoint/2010/main" val="4277261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B9D77-200B-8A40-7C85-3824A6895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E7851AD-2340-5AEB-512D-ADC3178D2A8A}"/>
              </a:ext>
            </a:extLst>
          </p:cNvPr>
          <p:cNvGrpSpPr/>
          <p:nvPr/>
        </p:nvGrpSpPr>
        <p:grpSpPr>
          <a:xfrm>
            <a:off x="1500115" y="2354686"/>
            <a:ext cx="6919729" cy="1807522"/>
            <a:chOff x="1500115" y="2354686"/>
            <a:chExt cx="6919729" cy="1807522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3332A66-C459-AA4B-2BA1-9C61ADE5D022}"/>
                </a:ext>
              </a:extLst>
            </p:cNvPr>
            <p:cNvCxnSpPr>
              <a:cxnSpLocks/>
              <a:stCxn id="53" idx="6"/>
            </p:cNvCxnSpPr>
            <p:nvPr/>
          </p:nvCxnSpPr>
          <p:spPr>
            <a:xfrm>
              <a:off x="5500621" y="3129495"/>
              <a:ext cx="2919223" cy="10018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F744DC1-C184-30F6-80EF-77287F0055B8}"/>
                </a:ext>
              </a:extLst>
            </p:cNvPr>
            <p:cNvSpPr/>
            <p:nvPr/>
          </p:nvSpPr>
          <p:spPr>
            <a:xfrm>
              <a:off x="5831652" y="3063218"/>
              <a:ext cx="120071" cy="157017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F3D1A38-F8F4-839F-917D-EE75D3AD5475}"/>
                </a:ext>
              </a:extLst>
            </p:cNvPr>
            <p:cNvGrpSpPr/>
            <p:nvPr/>
          </p:nvGrpSpPr>
          <p:grpSpPr>
            <a:xfrm>
              <a:off x="5020942" y="2969602"/>
              <a:ext cx="479679" cy="319786"/>
              <a:chOff x="8977745" y="2743201"/>
              <a:chExt cx="609592" cy="406395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A66685BE-20E6-B955-1744-82B451BB9AB1}"/>
                  </a:ext>
                </a:extLst>
              </p:cNvPr>
              <p:cNvSpPr/>
              <p:nvPr/>
            </p:nvSpPr>
            <p:spPr>
              <a:xfrm>
                <a:off x="8977745" y="2743201"/>
                <a:ext cx="406395" cy="406395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C824FF71-CBDF-00EA-275F-DBDFFD6A1C76}"/>
                  </a:ext>
                </a:extLst>
              </p:cNvPr>
              <p:cNvSpPr/>
              <p:nvPr/>
            </p:nvSpPr>
            <p:spPr>
              <a:xfrm>
                <a:off x="9180942" y="2743201"/>
                <a:ext cx="406395" cy="406395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4ED9B63-70DC-6B4C-ECED-1C1BD20F7000}"/>
                </a:ext>
              </a:extLst>
            </p:cNvPr>
            <p:cNvCxnSpPr>
              <a:cxnSpLocks/>
            </p:cNvCxnSpPr>
            <p:nvPr/>
          </p:nvCxnSpPr>
          <p:spPr>
            <a:xfrm>
              <a:off x="6126751" y="2730769"/>
              <a:ext cx="0" cy="803441"/>
            </a:xfrm>
            <a:prstGeom prst="line">
              <a:avLst/>
            </a:prstGeom>
            <a:ln w="762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5A2C80F-371C-D99C-1204-7B11077B203F}"/>
                </a:ext>
              </a:extLst>
            </p:cNvPr>
            <p:cNvCxnSpPr>
              <a:cxnSpLocks/>
            </p:cNvCxnSpPr>
            <p:nvPr/>
          </p:nvCxnSpPr>
          <p:spPr>
            <a:xfrm>
              <a:off x="4775015" y="3132490"/>
              <a:ext cx="245928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BBC82E49-7588-BAF4-A59F-9D541C91A486}"/>
                </a:ext>
              </a:extLst>
            </p:cNvPr>
            <p:cNvGrpSpPr/>
            <p:nvPr/>
          </p:nvGrpSpPr>
          <p:grpSpPr>
            <a:xfrm>
              <a:off x="2795849" y="3324827"/>
              <a:ext cx="764169" cy="837381"/>
              <a:chOff x="2096419" y="3361976"/>
              <a:chExt cx="535147" cy="586418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5379F6F2-A8CC-2933-C599-70932734485B}"/>
                  </a:ext>
                </a:extLst>
              </p:cNvPr>
              <p:cNvSpPr/>
              <p:nvPr/>
            </p:nvSpPr>
            <p:spPr>
              <a:xfrm>
                <a:off x="2179782" y="3412838"/>
                <a:ext cx="387925" cy="383310"/>
              </a:xfrm>
              <a:prstGeom prst="rect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6"/>
                  </a:solidFill>
                </a:endParaRPr>
              </a:p>
            </p:txBody>
          </p: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9175E022-7035-E037-1F08-6EDDA5472E31}"/>
                  </a:ext>
                </a:extLst>
              </p:cNvPr>
              <p:cNvCxnSpPr/>
              <p:nvPr/>
            </p:nvCxnSpPr>
            <p:spPr>
              <a:xfrm flipH="1">
                <a:off x="2179782" y="3412838"/>
                <a:ext cx="387925" cy="383309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8EBF072-2DDC-4651-D26F-B60882DC3B9D}"/>
                  </a:ext>
                </a:extLst>
              </p:cNvPr>
              <p:cNvSpPr txBox="1"/>
              <p:nvPr/>
            </p:nvSpPr>
            <p:spPr>
              <a:xfrm>
                <a:off x="2096419" y="3361976"/>
                <a:ext cx="35676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6"/>
                    </a:solidFill>
                  </a:rPr>
                  <a:t>=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1C892C1-7A79-ED6B-C62F-5D51AFB42A6B}"/>
                  </a:ext>
                </a:extLst>
              </p:cNvPr>
              <p:cNvSpPr txBox="1"/>
              <p:nvPr/>
            </p:nvSpPr>
            <p:spPr>
              <a:xfrm>
                <a:off x="2274801" y="3579062"/>
                <a:ext cx="35676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6"/>
                    </a:solidFill>
                  </a:rPr>
                  <a:t>~</a:t>
                </a: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81426ABE-AC4F-64D6-356E-86AC927BF2F5}"/>
                </a:ext>
              </a:extLst>
            </p:cNvPr>
            <p:cNvGrpSpPr/>
            <p:nvPr/>
          </p:nvGrpSpPr>
          <p:grpSpPr>
            <a:xfrm rot="5400000">
              <a:off x="1751355" y="2360590"/>
              <a:ext cx="426277" cy="664490"/>
              <a:chOff x="1468576" y="3066471"/>
              <a:chExt cx="314036" cy="489526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6698BBD0-FCD1-7FEE-345E-0D58C5A74F5D}"/>
                  </a:ext>
                </a:extLst>
              </p:cNvPr>
              <p:cNvSpPr/>
              <p:nvPr/>
            </p:nvSpPr>
            <p:spPr>
              <a:xfrm>
                <a:off x="1468576" y="3071090"/>
                <a:ext cx="314036" cy="484907"/>
              </a:xfrm>
              <a:prstGeom prst="rect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Isosceles Triangle 69">
                <a:extLst>
                  <a:ext uri="{FF2B5EF4-FFF2-40B4-BE49-F238E27FC236}">
                    <a16:creationId xmlns:a16="http://schemas.microsoft.com/office/drawing/2014/main" id="{B8E90BC5-D10B-6822-4E18-E7DD83586DCC}"/>
                  </a:ext>
                </a:extLst>
              </p:cNvPr>
              <p:cNvSpPr/>
              <p:nvPr/>
            </p:nvSpPr>
            <p:spPr>
              <a:xfrm rot="10800000">
                <a:off x="1468582" y="3066471"/>
                <a:ext cx="314029" cy="230912"/>
              </a:xfrm>
              <a:prstGeom prst="triangl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455B75C9-619D-6085-CA0C-C8C39B0CB100}"/>
                </a:ext>
              </a:extLst>
            </p:cNvPr>
            <p:cNvCxnSpPr>
              <a:cxnSpLocks/>
            </p:cNvCxnSpPr>
            <p:nvPr/>
          </p:nvCxnSpPr>
          <p:spPr>
            <a:xfrm>
              <a:off x="2301272" y="3662976"/>
              <a:ext cx="611378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2BD7702E-ABF0-2058-1D1F-B5CCC1D5105D}"/>
                </a:ext>
              </a:extLst>
            </p:cNvPr>
            <p:cNvSpPr/>
            <p:nvPr/>
          </p:nvSpPr>
          <p:spPr>
            <a:xfrm>
              <a:off x="6269546" y="3058725"/>
              <a:ext cx="120071" cy="157017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88703F09-566E-AB57-07BF-E70EBC6EB022}"/>
                </a:ext>
              </a:extLst>
            </p:cNvPr>
            <p:cNvCxnSpPr>
              <a:cxnSpLocks/>
            </p:cNvCxnSpPr>
            <p:nvPr/>
          </p:nvCxnSpPr>
          <p:spPr>
            <a:xfrm>
              <a:off x="4775015" y="2356574"/>
              <a:ext cx="0" cy="1541938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B3049938-C4C8-55AD-3731-6C72E0BBBCD8}"/>
                </a:ext>
              </a:extLst>
            </p:cNvPr>
            <p:cNvCxnSpPr>
              <a:cxnSpLocks/>
              <a:endCxn id="91" idx="2"/>
            </p:cNvCxnSpPr>
            <p:nvPr/>
          </p:nvCxnSpPr>
          <p:spPr>
            <a:xfrm>
              <a:off x="3468830" y="3671131"/>
              <a:ext cx="349612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6B9D8AE0-5A17-4C71-EB12-B3F946454974}"/>
                </a:ext>
              </a:extLst>
            </p:cNvPr>
            <p:cNvGrpSpPr/>
            <p:nvPr/>
          </p:nvGrpSpPr>
          <p:grpSpPr>
            <a:xfrm>
              <a:off x="3818442" y="3554210"/>
              <a:ext cx="350763" cy="233842"/>
              <a:chOff x="8977745" y="2743201"/>
              <a:chExt cx="609592" cy="406395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208ABB08-099A-CD6F-2767-0ECD710D1BD1}"/>
                  </a:ext>
                </a:extLst>
              </p:cNvPr>
              <p:cNvSpPr/>
              <p:nvPr/>
            </p:nvSpPr>
            <p:spPr>
              <a:xfrm>
                <a:off x="8977745" y="2743201"/>
                <a:ext cx="406395" cy="406395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85DEFDA3-8FB3-54D9-A958-90B05A32125F}"/>
                  </a:ext>
                </a:extLst>
              </p:cNvPr>
              <p:cNvSpPr/>
              <p:nvPr/>
            </p:nvSpPr>
            <p:spPr>
              <a:xfrm>
                <a:off x="9180942" y="2743201"/>
                <a:ext cx="406395" cy="406395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74F6FE9D-88D2-3D70-EBFA-9ECDAF5A03AC}"/>
                </a:ext>
              </a:extLst>
            </p:cNvPr>
            <p:cNvCxnSpPr>
              <a:cxnSpLocks/>
              <a:stCxn id="93" idx="6"/>
            </p:cNvCxnSpPr>
            <p:nvPr/>
          </p:nvCxnSpPr>
          <p:spPr>
            <a:xfrm>
              <a:off x="4169205" y="3671131"/>
              <a:ext cx="590053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EF25E8B4-7103-D7A3-8279-1AAD813A7663}"/>
                </a:ext>
              </a:extLst>
            </p:cNvPr>
            <p:cNvGrpSpPr/>
            <p:nvPr/>
          </p:nvGrpSpPr>
          <p:grpSpPr>
            <a:xfrm>
              <a:off x="2795849" y="2354686"/>
              <a:ext cx="764169" cy="837381"/>
              <a:chOff x="2096419" y="3361976"/>
              <a:chExt cx="535147" cy="586418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B7AD84AD-43A6-D4C1-03C7-703EADAB973B}"/>
                  </a:ext>
                </a:extLst>
              </p:cNvPr>
              <p:cNvSpPr/>
              <p:nvPr/>
            </p:nvSpPr>
            <p:spPr>
              <a:xfrm>
                <a:off x="2179782" y="3412838"/>
                <a:ext cx="387925" cy="383310"/>
              </a:xfrm>
              <a:prstGeom prst="rect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6"/>
                  </a:solidFill>
                </a:endParaRPr>
              </a:p>
            </p:txBody>
          </p: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A60E69F3-3BE7-2EAE-FDF7-BA55A329E907}"/>
                  </a:ext>
                </a:extLst>
              </p:cNvPr>
              <p:cNvCxnSpPr/>
              <p:nvPr/>
            </p:nvCxnSpPr>
            <p:spPr>
              <a:xfrm flipH="1">
                <a:off x="2179782" y="3412838"/>
                <a:ext cx="387925" cy="383309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EF921560-6087-8C2C-22C3-25012954BF6F}"/>
                  </a:ext>
                </a:extLst>
              </p:cNvPr>
              <p:cNvSpPr txBox="1"/>
              <p:nvPr/>
            </p:nvSpPr>
            <p:spPr>
              <a:xfrm>
                <a:off x="2096419" y="3361976"/>
                <a:ext cx="35676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6"/>
                    </a:solidFill>
                  </a:rPr>
                  <a:t>=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289C820C-8B6B-D20A-462A-B80DAD53356B}"/>
                  </a:ext>
                </a:extLst>
              </p:cNvPr>
              <p:cNvSpPr txBox="1"/>
              <p:nvPr/>
            </p:nvSpPr>
            <p:spPr>
              <a:xfrm>
                <a:off x="2274801" y="3579062"/>
                <a:ext cx="35676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6"/>
                    </a:solidFill>
                  </a:rPr>
                  <a:t>~</a:t>
                </a:r>
              </a:p>
            </p:txBody>
          </p:sp>
        </p:grp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844B6068-745B-AA69-AABF-CB8C821500B5}"/>
                </a:ext>
              </a:extLst>
            </p:cNvPr>
            <p:cNvCxnSpPr>
              <a:cxnSpLocks/>
            </p:cNvCxnSpPr>
            <p:nvPr/>
          </p:nvCxnSpPr>
          <p:spPr>
            <a:xfrm>
              <a:off x="2301272" y="2692835"/>
              <a:ext cx="611378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16886CDB-2583-3283-1248-AFA731D17B31}"/>
                </a:ext>
              </a:extLst>
            </p:cNvPr>
            <p:cNvCxnSpPr>
              <a:cxnSpLocks/>
              <a:endCxn id="123" idx="2"/>
            </p:cNvCxnSpPr>
            <p:nvPr/>
          </p:nvCxnSpPr>
          <p:spPr>
            <a:xfrm>
              <a:off x="3468830" y="2700990"/>
              <a:ext cx="349612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8E35A836-C413-12A0-027A-119FE83E4E64}"/>
                </a:ext>
              </a:extLst>
            </p:cNvPr>
            <p:cNvGrpSpPr/>
            <p:nvPr/>
          </p:nvGrpSpPr>
          <p:grpSpPr>
            <a:xfrm>
              <a:off x="3818442" y="2584069"/>
              <a:ext cx="350763" cy="233842"/>
              <a:chOff x="8977745" y="2743201"/>
              <a:chExt cx="609592" cy="406395"/>
            </a:xfrm>
          </p:grpSpPr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7FE242E1-A771-B228-94C1-01623355339B}"/>
                  </a:ext>
                </a:extLst>
              </p:cNvPr>
              <p:cNvSpPr/>
              <p:nvPr/>
            </p:nvSpPr>
            <p:spPr>
              <a:xfrm>
                <a:off x="8977745" y="2743201"/>
                <a:ext cx="406395" cy="406395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4E54479F-0566-E055-FAB9-66AA7A327023}"/>
                  </a:ext>
                </a:extLst>
              </p:cNvPr>
              <p:cNvSpPr/>
              <p:nvPr/>
            </p:nvSpPr>
            <p:spPr>
              <a:xfrm>
                <a:off x="9180942" y="2743201"/>
                <a:ext cx="406395" cy="406395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A45995E4-716E-3F27-1610-ADD32C785536}"/>
                </a:ext>
              </a:extLst>
            </p:cNvPr>
            <p:cNvCxnSpPr>
              <a:cxnSpLocks/>
              <a:stCxn id="124" idx="6"/>
            </p:cNvCxnSpPr>
            <p:nvPr/>
          </p:nvCxnSpPr>
          <p:spPr>
            <a:xfrm>
              <a:off x="4169205" y="2700990"/>
              <a:ext cx="590053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019F6A0A-4DF4-1001-CEF9-2B6F10D063FE}"/>
                </a:ext>
              </a:extLst>
            </p:cNvPr>
            <p:cNvSpPr/>
            <p:nvPr/>
          </p:nvSpPr>
          <p:spPr>
            <a:xfrm>
              <a:off x="4369196" y="3592622"/>
              <a:ext cx="120071" cy="15701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0A8C9961-145B-76EB-7E02-38F358359533}"/>
                </a:ext>
              </a:extLst>
            </p:cNvPr>
            <p:cNvSpPr/>
            <p:nvPr/>
          </p:nvSpPr>
          <p:spPr>
            <a:xfrm>
              <a:off x="4379674" y="2625417"/>
              <a:ext cx="120071" cy="15701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Picture 10" descr="Phone Battery Icon Full Battery Stock Illustration 1578448333 | Shutterstock">
              <a:extLst>
                <a:ext uri="{FF2B5EF4-FFF2-40B4-BE49-F238E27FC236}">
                  <a16:creationId xmlns:a16="http://schemas.microsoft.com/office/drawing/2014/main" id="{AFE9F96A-E4AE-D339-CDC2-4EA086DBB76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99" t="23031" r="6645" b="30950"/>
            <a:stretch/>
          </p:blipFill>
          <p:spPr bwMode="auto">
            <a:xfrm>
              <a:off x="1500115" y="3403292"/>
              <a:ext cx="900884" cy="5273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29E30F9-0B67-BD2F-4572-8B18A9E6880C}"/>
              </a:ext>
            </a:extLst>
          </p:cNvPr>
          <p:cNvGrpSpPr/>
          <p:nvPr/>
        </p:nvGrpSpPr>
        <p:grpSpPr>
          <a:xfrm>
            <a:off x="1462542" y="4521249"/>
            <a:ext cx="6956277" cy="1886047"/>
            <a:chOff x="1462542" y="4521249"/>
            <a:chExt cx="6956277" cy="1886047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2235E420-4AF5-177F-4ED5-4C8E5CF0A605}"/>
                </a:ext>
              </a:extLst>
            </p:cNvPr>
            <p:cNvCxnSpPr>
              <a:cxnSpLocks/>
              <a:stCxn id="10" idx="6"/>
            </p:cNvCxnSpPr>
            <p:nvPr/>
          </p:nvCxnSpPr>
          <p:spPr>
            <a:xfrm>
              <a:off x="5499596" y="5374583"/>
              <a:ext cx="2919223" cy="10018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C6B1F2C-20B3-7C11-E937-21B2DD7C8026}"/>
                </a:ext>
              </a:extLst>
            </p:cNvPr>
            <p:cNvSpPr/>
            <p:nvPr/>
          </p:nvSpPr>
          <p:spPr>
            <a:xfrm>
              <a:off x="5830627" y="5308306"/>
              <a:ext cx="120071" cy="157017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EB79476-7E6C-EBE2-3FBD-43C6C83C1BA2}"/>
                </a:ext>
              </a:extLst>
            </p:cNvPr>
            <p:cNvGrpSpPr/>
            <p:nvPr/>
          </p:nvGrpSpPr>
          <p:grpSpPr>
            <a:xfrm>
              <a:off x="5019917" y="5214690"/>
              <a:ext cx="479679" cy="319786"/>
              <a:chOff x="8977745" y="2743201"/>
              <a:chExt cx="609592" cy="406395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58B34FB-4470-E233-3629-E213D2498567}"/>
                  </a:ext>
                </a:extLst>
              </p:cNvPr>
              <p:cNvSpPr/>
              <p:nvPr/>
            </p:nvSpPr>
            <p:spPr>
              <a:xfrm>
                <a:off x="8977745" y="2743201"/>
                <a:ext cx="406395" cy="406395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F6C037D-1566-B236-879A-0270148EB34E}"/>
                  </a:ext>
                </a:extLst>
              </p:cNvPr>
              <p:cNvSpPr/>
              <p:nvPr/>
            </p:nvSpPr>
            <p:spPr>
              <a:xfrm>
                <a:off x="9180942" y="2743201"/>
                <a:ext cx="406395" cy="406395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CAAF09C-1088-B208-F30B-EE16EE8D5562}"/>
                </a:ext>
              </a:extLst>
            </p:cNvPr>
            <p:cNvCxnSpPr>
              <a:cxnSpLocks/>
            </p:cNvCxnSpPr>
            <p:nvPr/>
          </p:nvCxnSpPr>
          <p:spPr>
            <a:xfrm>
              <a:off x="6125726" y="4975857"/>
              <a:ext cx="0" cy="803441"/>
            </a:xfrm>
            <a:prstGeom prst="line">
              <a:avLst/>
            </a:prstGeom>
            <a:ln w="762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B656E0A-1C20-C2A2-084D-29BE4987A603}"/>
                </a:ext>
              </a:extLst>
            </p:cNvPr>
            <p:cNvCxnSpPr>
              <a:cxnSpLocks/>
            </p:cNvCxnSpPr>
            <p:nvPr/>
          </p:nvCxnSpPr>
          <p:spPr>
            <a:xfrm>
              <a:off x="4773990" y="5377578"/>
              <a:ext cx="245928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C27982A-0C74-B019-FC5B-9CA6CF1704D8}"/>
                </a:ext>
              </a:extLst>
            </p:cNvPr>
            <p:cNvGrpSpPr/>
            <p:nvPr/>
          </p:nvGrpSpPr>
          <p:grpSpPr>
            <a:xfrm>
              <a:off x="2794824" y="5569915"/>
              <a:ext cx="764169" cy="837381"/>
              <a:chOff x="2096419" y="3361976"/>
              <a:chExt cx="535147" cy="58641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5B10FEA-1675-B0B0-03A1-997CDD458204}"/>
                  </a:ext>
                </a:extLst>
              </p:cNvPr>
              <p:cNvSpPr/>
              <p:nvPr/>
            </p:nvSpPr>
            <p:spPr>
              <a:xfrm>
                <a:off x="2179782" y="3412838"/>
                <a:ext cx="387925" cy="383310"/>
              </a:xfrm>
              <a:prstGeom prst="rect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6"/>
                  </a:solidFill>
                </a:endParaRP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A2DF24D-4ABD-5413-45D0-DD788002EF47}"/>
                  </a:ext>
                </a:extLst>
              </p:cNvPr>
              <p:cNvCxnSpPr/>
              <p:nvPr/>
            </p:nvCxnSpPr>
            <p:spPr>
              <a:xfrm flipH="1">
                <a:off x="2179782" y="3412838"/>
                <a:ext cx="387925" cy="383309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4FE1BA0-46C1-773D-2FD5-7515D7D56EEB}"/>
                  </a:ext>
                </a:extLst>
              </p:cNvPr>
              <p:cNvSpPr txBox="1"/>
              <p:nvPr/>
            </p:nvSpPr>
            <p:spPr>
              <a:xfrm>
                <a:off x="2096419" y="3361976"/>
                <a:ext cx="35676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6"/>
                    </a:solidFill>
                  </a:rPr>
                  <a:t>=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A5A3B2-07AB-33F8-FB1B-C196C546F945}"/>
                  </a:ext>
                </a:extLst>
              </p:cNvPr>
              <p:cNvSpPr txBox="1"/>
              <p:nvPr/>
            </p:nvSpPr>
            <p:spPr>
              <a:xfrm>
                <a:off x="2274801" y="3579062"/>
                <a:ext cx="35676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6"/>
                    </a:solidFill>
                  </a:rPr>
                  <a:t>~</a:t>
                </a: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D8ED00D-2870-456B-906E-E41EF22FB7B8}"/>
                </a:ext>
              </a:extLst>
            </p:cNvPr>
            <p:cNvCxnSpPr>
              <a:cxnSpLocks/>
            </p:cNvCxnSpPr>
            <p:nvPr/>
          </p:nvCxnSpPr>
          <p:spPr>
            <a:xfrm>
              <a:off x="2300247" y="5908064"/>
              <a:ext cx="611378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5DB4CFD-0176-DA34-070F-FB6BD908643C}"/>
                </a:ext>
              </a:extLst>
            </p:cNvPr>
            <p:cNvSpPr/>
            <p:nvPr/>
          </p:nvSpPr>
          <p:spPr>
            <a:xfrm>
              <a:off x="6268521" y="5303813"/>
              <a:ext cx="120071" cy="157017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C43CC4C-5F6F-61B7-B81A-9726EDB7E431}"/>
                </a:ext>
              </a:extLst>
            </p:cNvPr>
            <p:cNvCxnSpPr>
              <a:cxnSpLocks/>
            </p:cNvCxnSpPr>
            <p:nvPr/>
          </p:nvCxnSpPr>
          <p:spPr>
            <a:xfrm>
              <a:off x="4773990" y="4601662"/>
              <a:ext cx="0" cy="1541938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06A9E4C-40BD-B66D-D5C2-48069A32E4D5}"/>
                </a:ext>
              </a:extLst>
            </p:cNvPr>
            <p:cNvCxnSpPr>
              <a:cxnSpLocks/>
              <a:endCxn id="40" idx="2"/>
            </p:cNvCxnSpPr>
            <p:nvPr/>
          </p:nvCxnSpPr>
          <p:spPr>
            <a:xfrm>
              <a:off x="3467805" y="5916219"/>
              <a:ext cx="349612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5224EA5-3D1E-FC91-BFDB-C2DE6FEBFA8F}"/>
                </a:ext>
              </a:extLst>
            </p:cNvPr>
            <p:cNvGrpSpPr/>
            <p:nvPr/>
          </p:nvGrpSpPr>
          <p:grpSpPr>
            <a:xfrm>
              <a:off x="3817417" y="5799298"/>
              <a:ext cx="350763" cy="233842"/>
              <a:chOff x="8977745" y="2743201"/>
              <a:chExt cx="609592" cy="406395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444D20C2-2193-2EEA-40E5-2DE4075016A9}"/>
                  </a:ext>
                </a:extLst>
              </p:cNvPr>
              <p:cNvSpPr/>
              <p:nvPr/>
            </p:nvSpPr>
            <p:spPr>
              <a:xfrm>
                <a:off x="8977745" y="2743201"/>
                <a:ext cx="406395" cy="406395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902B336-8B74-892E-7E03-DCA7C1E5B506}"/>
                  </a:ext>
                </a:extLst>
              </p:cNvPr>
              <p:cNvSpPr/>
              <p:nvPr/>
            </p:nvSpPr>
            <p:spPr>
              <a:xfrm>
                <a:off x="9180942" y="2743201"/>
                <a:ext cx="406395" cy="406395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3EBEBA6-FC53-26F7-BE5C-31E1C4E542F6}"/>
                </a:ext>
              </a:extLst>
            </p:cNvPr>
            <p:cNvCxnSpPr>
              <a:cxnSpLocks/>
              <a:stCxn id="41" idx="6"/>
            </p:cNvCxnSpPr>
            <p:nvPr/>
          </p:nvCxnSpPr>
          <p:spPr>
            <a:xfrm>
              <a:off x="4168180" y="5916219"/>
              <a:ext cx="590053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627C92B-933F-306F-3BCF-4B3CA967B773}"/>
                </a:ext>
              </a:extLst>
            </p:cNvPr>
            <p:cNvGrpSpPr/>
            <p:nvPr/>
          </p:nvGrpSpPr>
          <p:grpSpPr>
            <a:xfrm>
              <a:off x="2794824" y="4599774"/>
              <a:ext cx="764169" cy="837381"/>
              <a:chOff x="2096419" y="3361976"/>
              <a:chExt cx="535147" cy="586418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5993B94-9DCB-6ECB-BBE6-1994C06BE855}"/>
                  </a:ext>
                </a:extLst>
              </p:cNvPr>
              <p:cNvSpPr/>
              <p:nvPr/>
            </p:nvSpPr>
            <p:spPr>
              <a:xfrm>
                <a:off x="2179782" y="3412838"/>
                <a:ext cx="387925" cy="383310"/>
              </a:xfrm>
              <a:prstGeom prst="rect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6"/>
                  </a:solidFill>
                </a:endParaRPr>
              </a:p>
            </p:txBody>
          </p: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5DF1E3BB-AED2-5EFB-596F-E574E29144ED}"/>
                  </a:ext>
                </a:extLst>
              </p:cNvPr>
              <p:cNvCxnSpPr/>
              <p:nvPr/>
            </p:nvCxnSpPr>
            <p:spPr>
              <a:xfrm flipH="1">
                <a:off x="2179782" y="3412838"/>
                <a:ext cx="387925" cy="383309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1AA2787-679F-B3F2-298B-6550D2078912}"/>
                  </a:ext>
                </a:extLst>
              </p:cNvPr>
              <p:cNvSpPr txBox="1"/>
              <p:nvPr/>
            </p:nvSpPr>
            <p:spPr>
              <a:xfrm>
                <a:off x="2096419" y="3361976"/>
                <a:ext cx="35676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6"/>
                    </a:solidFill>
                  </a:rPr>
                  <a:t>=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E040064-20A5-919A-058A-49E12DD7D4B5}"/>
                  </a:ext>
                </a:extLst>
              </p:cNvPr>
              <p:cNvSpPr txBox="1"/>
              <p:nvPr/>
            </p:nvSpPr>
            <p:spPr>
              <a:xfrm>
                <a:off x="2274801" y="3579062"/>
                <a:ext cx="35676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6"/>
                    </a:solidFill>
                  </a:rPr>
                  <a:t>~</a:t>
                </a:r>
              </a:p>
            </p:txBody>
          </p:sp>
        </p:grp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B7812F4-1DBC-F0B6-00DF-538D4D7C2299}"/>
                </a:ext>
              </a:extLst>
            </p:cNvPr>
            <p:cNvCxnSpPr>
              <a:cxnSpLocks/>
            </p:cNvCxnSpPr>
            <p:nvPr/>
          </p:nvCxnSpPr>
          <p:spPr>
            <a:xfrm>
              <a:off x="2300247" y="4937923"/>
              <a:ext cx="611378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A6D24A3-34D5-8573-7516-E90D0CF02B85}"/>
                </a:ext>
              </a:extLst>
            </p:cNvPr>
            <p:cNvCxnSpPr>
              <a:cxnSpLocks/>
              <a:endCxn id="82" idx="2"/>
            </p:cNvCxnSpPr>
            <p:nvPr/>
          </p:nvCxnSpPr>
          <p:spPr>
            <a:xfrm>
              <a:off x="3467805" y="4946078"/>
              <a:ext cx="349612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3E61256B-AF65-B2F8-3144-12BBB7E340E9}"/>
                </a:ext>
              </a:extLst>
            </p:cNvPr>
            <p:cNvGrpSpPr/>
            <p:nvPr/>
          </p:nvGrpSpPr>
          <p:grpSpPr>
            <a:xfrm>
              <a:off x="3817417" y="4829157"/>
              <a:ext cx="350763" cy="233842"/>
              <a:chOff x="8977745" y="2743201"/>
              <a:chExt cx="609592" cy="406395"/>
            </a:xfrm>
          </p:grpSpPr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D307919A-30DD-8AB4-45E5-679FE6018BBC}"/>
                  </a:ext>
                </a:extLst>
              </p:cNvPr>
              <p:cNvSpPr/>
              <p:nvPr/>
            </p:nvSpPr>
            <p:spPr>
              <a:xfrm>
                <a:off x="8977745" y="2743201"/>
                <a:ext cx="406395" cy="406395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627AA6F4-14DC-7447-EC79-34DDBCCEBEA4}"/>
                  </a:ext>
                </a:extLst>
              </p:cNvPr>
              <p:cNvSpPr/>
              <p:nvPr/>
            </p:nvSpPr>
            <p:spPr>
              <a:xfrm>
                <a:off x="9180942" y="2743201"/>
                <a:ext cx="406395" cy="406395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744DBC90-3E51-76D9-B599-4681390D6585}"/>
                </a:ext>
              </a:extLst>
            </p:cNvPr>
            <p:cNvCxnSpPr>
              <a:cxnSpLocks/>
              <a:stCxn id="84" idx="6"/>
            </p:cNvCxnSpPr>
            <p:nvPr/>
          </p:nvCxnSpPr>
          <p:spPr>
            <a:xfrm>
              <a:off x="4168180" y="4946078"/>
              <a:ext cx="590053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7164BE8C-009B-B247-D8CE-4EBA24A8F0E0}"/>
                </a:ext>
              </a:extLst>
            </p:cNvPr>
            <p:cNvSpPr/>
            <p:nvPr/>
          </p:nvSpPr>
          <p:spPr>
            <a:xfrm>
              <a:off x="4368171" y="5837710"/>
              <a:ext cx="120071" cy="15701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A6E599F-937A-92F7-1EF7-74713C5410B2}"/>
                </a:ext>
              </a:extLst>
            </p:cNvPr>
            <p:cNvSpPr/>
            <p:nvPr/>
          </p:nvSpPr>
          <p:spPr>
            <a:xfrm>
              <a:off x="4378649" y="4870505"/>
              <a:ext cx="120071" cy="15701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1EB94934-2E2B-C274-3671-732F4AF5BB34}"/>
                </a:ext>
              </a:extLst>
            </p:cNvPr>
            <p:cNvSpPr txBox="1"/>
            <p:nvPr/>
          </p:nvSpPr>
          <p:spPr>
            <a:xfrm>
              <a:off x="4943639" y="5574782"/>
              <a:ext cx="706910" cy="3716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GSU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02342B90-D956-789E-BF8E-B513B48AD523}"/>
                </a:ext>
              </a:extLst>
            </p:cNvPr>
            <p:cNvSpPr txBox="1"/>
            <p:nvPr/>
          </p:nvSpPr>
          <p:spPr>
            <a:xfrm>
              <a:off x="6035137" y="5994727"/>
              <a:ext cx="7069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POI</a:t>
              </a:r>
            </a:p>
          </p:txBody>
        </p: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6BF0E756-AC06-B346-0800-E89600DF8560}"/>
                </a:ext>
              </a:extLst>
            </p:cNvPr>
            <p:cNvCxnSpPr/>
            <p:nvPr/>
          </p:nvCxnSpPr>
          <p:spPr>
            <a:xfrm flipH="1">
              <a:off x="5983608" y="6322130"/>
              <a:ext cx="40498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FE24A479-1488-F4E8-8E67-9E7AFC9CB8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50549" y="5436976"/>
              <a:ext cx="333059" cy="89129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6628808-EB19-3D14-CB6B-4BF39AF3487F}"/>
                </a:ext>
              </a:extLst>
            </p:cNvPr>
            <p:cNvSpPr txBox="1"/>
            <p:nvPr/>
          </p:nvSpPr>
          <p:spPr>
            <a:xfrm>
              <a:off x="4922046" y="4865555"/>
              <a:ext cx="97413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accent1"/>
                  </a:solidFill>
                </a:rPr>
                <a:t>X: 0.10-0.25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CD7B52E5-0F17-85E3-81FF-EA20A77B1548}"/>
                </a:ext>
              </a:extLst>
            </p:cNvPr>
            <p:cNvSpPr txBox="1"/>
            <p:nvPr/>
          </p:nvSpPr>
          <p:spPr>
            <a:xfrm>
              <a:off x="3643396" y="4521249"/>
              <a:ext cx="97413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accent1"/>
                  </a:solidFill>
                </a:rPr>
                <a:t>X: 0.04-0.07</a:t>
              </a:r>
            </a:p>
          </p:txBody>
        </p:sp>
        <p:pic>
          <p:nvPicPr>
            <p:cNvPr id="22" name="Picture 10" descr="Phone Battery Icon Full Battery Stock Illustration 1578448333 | Shutterstock">
              <a:extLst>
                <a:ext uri="{FF2B5EF4-FFF2-40B4-BE49-F238E27FC236}">
                  <a16:creationId xmlns:a16="http://schemas.microsoft.com/office/drawing/2014/main" id="{A06C2892-E422-86CF-F486-9E58407A2E1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99" t="23031" r="6645" b="30950"/>
            <a:stretch/>
          </p:blipFill>
          <p:spPr bwMode="auto">
            <a:xfrm>
              <a:off x="1472796" y="4675933"/>
              <a:ext cx="900884" cy="5273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" name="Picture 10" descr="Phone Battery Icon Full Battery Stock Illustration 1578448333 | Shutterstock">
              <a:extLst>
                <a:ext uri="{FF2B5EF4-FFF2-40B4-BE49-F238E27FC236}">
                  <a16:creationId xmlns:a16="http://schemas.microsoft.com/office/drawing/2014/main" id="{B8226C21-5173-056E-2439-977B2ABC3D4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99" t="23031" r="6645" b="30950"/>
            <a:stretch/>
          </p:blipFill>
          <p:spPr bwMode="auto">
            <a:xfrm>
              <a:off x="1462542" y="5636087"/>
              <a:ext cx="900884" cy="5273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144AA564-13D4-DB14-96B7-5F88F54D887D}"/>
              </a:ext>
            </a:extLst>
          </p:cNvPr>
          <p:cNvGrpSpPr/>
          <p:nvPr/>
        </p:nvGrpSpPr>
        <p:grpSpPr>
          <a:xfrm>
            <a:off x="1713415" y="423288"/>
            <a:ext cx="6043642" cy="1540851"/>
            <a:chOff x="1713415" y="423288"/>
            <a:chExt cx="6043642" cy="1540851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722C4129-107C-9A73-C80F-22CC60A7F3EC}"/>
                </a:ext>
              </a:extLst>
            </p:cNvPr>
            <p:cNvCxnSpPr>
              <a:cxnSpLocks/>
              <a:stCxn id="12" idx="6"/>
            </p:cNvCxnSpPr>
            <p:nvPr/>
          </p:nvCxnSpPr>
          <p:spPr>
            <a:xfrm>
              <a:off x="4837834" y="822014"/>
              <a:ext cx="2919223" cy="10018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9629FB5-E787-9E9E-A69A-8C47B49B7773}"/>
                </a:ext>
              </a:extLst>
            </p:cNvPr>
            <p:cNvSpPr/>
            <p:nvPr/>
          </p:nvSpPr>
          <p:spPr>
            <a:xfrm>
              <a:off x="5168865" y="755737"/>
              <a:ext cx="120071" cy="157017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3CF7857-2458-580D-279D-FD2607CA4D9B}"/>
                </a:ext>
              </a:extLst>
            </p:cNvPr>
            <p:cNvGrpSpPr/>
            <p:nvPr/>
          </p:nvGrpSpPr>
          <p:grpSpPr>
            <a:xfrm>
              <a:off x="4358155" y="662121"/>
              <a:ext cx="479679" cy="319786"/>
              <a:chOff x="8977745" y="2743201"/>
              <a:chExt cx="609592" cy="406395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7EEE588E-B302-B285-4882-BE4F11D39175}"/>
                  </a:ext>
                </a:extLst>
              </p:cNvPr>
              <p:cNvSpPr/>
              <p:nvPr/>
            </p:nvSpPr>
            <p:spPr>
              <a:xfrm>
                <a:off x="8977745" y="2743201"/>
                <a:ext cx="406395" cy="406395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9AC2EA7-9CD4-CE2A-C40D-ABA711A82C1B}"/>
                  </a:ext>
                </a:extLst>
              </p:cNvPr>
              <p:cNvSpPr/>
              <p:nvPr/>
            </p:nvSpPr>
            <p:spPr>
              <a:xfrm>
                <a:off x="9180942" y="2743201"/>
                <a:ext cx="406395" cy="406395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C817F8E-7F52-D5A3-0CC1-C0E6798C7CA6}"/>
                </a:ext>
              </a:extLst>
            </p:cNvPr>
            <p:cNvCxnSpPr>
              <a:cxnSpLocks/>
            </p:cNvCxnSpPr>
            <p:nvPr/>
          </p:nvCxnSpPr>
          <p:spPr>
            <a:xfrm>
              <a:off x="5463964" y="423288"/>
              <a:ext cx="0" cy="803441"/>
            </a:xfrm>
            <a:prstGeom prst="line">
              <a:avLst/>
            </a:prstGeom>
            <a:ln w="762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1B41180-2840-5A7E-99DB-7C2A81EE4442}"/>
                </a:ext>
              </a:extLst>
            </p:cNvPr>
            <p:cNvCxnSpPr>
              <a:cxnSpLocks/>
            </p:cNvCxnSpPr>
            <p:nvPr/>
          </p:nvCxnSpPr>
          <p:spPr>
            <a:xfrm>
              <a:off x="4112228" y="825009"/>
              <a:ext cx="245928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53E22C5-9103-40A9-3FF6-0D3CF94D3583}"/>
                </a:ext>
              </a:extLst>
            </p:cNvPr>
            <p:cNvGrpSpPr/>
            <p:nvPr/>
          </p:nvGrpSpPr>
          <p:grpSpPr>
            <a:xfrm>
              <a:off x="3434093" y="489570"/>
              <a:ext cx="764169" cy="837381"/>
              <a:chOff x="2096419" y="3361976"/>
              <a:chExt cx="535147" cy="586418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CBCD5DA-F162-6048-C652-3EE0C37A4821}"/>
                  </a:ext>
                </a:extLst>
              </p:cNvPr>
              <p:cNvSpPr/>
              <p:nvPr/>
            </p:nvSpPr>
            <p:spPr>
              <a:xfrm>
                <a:off x="2179782" y="3412838"/>
                <a:ext cx="387925" cy="383310"/>
              </a:xfrm>
              <a:prstGeom prst="rect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6"/>
                  </a:solidFill>
                </a:endParaRPr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C0B92805-E522-F7F3-9081-FA4929F4EA87}"/>
                  </a:ext>
                </a:extLst>
              </p:cNvPr>
              <p:cNvCxnSpPr/>
              <p:nvPr/>
            </p:nvCxnSpPr>
            <p:spPr>
              <a:xfrm flipH="1">
                <a:off x="2179782" y="3412838"/>
                <a:ext cx="387925" cy="383309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56E28B9-3C7D-53FC-001E-09C5AD952E19}"/>
                  </a:ext>
                </a:extLst>
              </p:cNvPr>
              <p:cNvSpPr txBox="1"/>
              <p:nvPr/>
            </p:nvSpPr>
            <p:spPr>
              <a:xfrm>
                <a:off x="2096419" y="3361976"/>
                <a:ext cx="35676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6"/>
                    </a:solidFill>
                  </a:rPr>
                  <a:t>=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9DDC444-4F22-5C0A-BA21-4B6336601ECF}"/>
                  </a:ext>
                </a:extLst>
              </p:cNvPr>
              <p:cNvSpPr txBox="1"/>
              <p:nvPr/>
            </p:nvSpPr>
            <p:spPr>
              <a:xfrm>
                <a:off x="2274801" y="3579062"/>
                <a:ext cx="35676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6"/>
                    </a:solidFill>
                  </a:rPr>
                  <a:t>~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17E060D-030C-6478-1117-B05C341939A2}"/>
                </a:ext>
              </a:extLst>
            </p:cNvPr>
            <p:cNvGrpSpPr/>
            <p:nvPr/>
          </p:nvGrpSpPr>
          <p:grpSpPr>
            <a:xfrm>
              <a:off x="1713415" y="1125191"/>
              <a:ext cx="426277" cy="664490"/>
              <a:chOff x="1468576" y="3066471"/>
              <a:chExt cx="314036" cy="489526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92800BAE-709C-A515-91F5-209159E95A52}"/>
                  </a:ext>
                </a:extLst>
              </p:cNvPr>
              <p:cNvSpPr/>
              <p:nvPr/>
            </p:nvSpPr>
            <p:spPr>
              <a:xfrm>
                <a:off x="1468576" y="3071090"/>
                <a:ext cx="314036" cy="484907"/>
              </a:xfrm>
              <a:prstGeom prst="rect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Isosceles Triangle 63">
                <a:extLst>
                  <a:ext uri="{FF2B5EF4-FFF2-40B4-BE49-F238E27FC236}">
                    <a16:creationId xmlns:a16="http://schemas.microsoft.com/office/drawing/2014/main" id="{4D11321C-FCA0-B4DF-673E-E40851F02340}"/>
                  </a:ext>
                </a:extLst>
              </p:cNvPr>
              <p:cNvSpPr/>
              <p:nvPr/>
            </p:nvSpPr>
            <p:spPr>
              <a:xfrm rot="10800000">
                <a:off x="1468582" y="3066471"/>
                <a:ext cx="314029" cy="230912"/>
              </a:xfrm>
              <a:prstGeom prst="triangl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4EF977A8-1837-458D-1712-3E3BF1BC66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13668" y="829752"/>
              <a:ext cx="1629340" cy="449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DDA7D24E-BF9D-263E-AD55-0A6256A2F087}"/>
                </a:ext>
              </a:extLst>
            </p:cNvPr>
            <p:cNvCxnSpPr>
              <a:cxnSpLocks/>
              <a:stCxn id="64" idx="3"/>
            </p:cNvCxnSpPr>
            <p:nvPr/>
          </p:nvCxnSpPr>
          <p:spPr>
            <a:xfrm flipH="1" flipV="1">
              <a:off x="1926553" y="829752"/>
              <a:ext cx="3" cy="295439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3CF3D9B4-284E-75E3-FA48-8DB352F49D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4498" y="829752"/>
              <a:ext cx="2278" cy="306012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C1452FC-0C20-95A0-1DE6-E669F4528D07}"/>
                </a:ext>
              </a:extLst>
            </p:cNvPr>
            <p:cNvSpPr/>
            <p:nvPr/>
          </p:nvSpPr>
          <p:spPr>
            <a:xfrm>
              <a:off x="5606759" y="751244"/>
              <a:ext cx="120071" cy="157017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4" name="Picture 10" descr="Phone Battery Icon Full Battery Stock Illustration 1578448333 | Shutterstock">
              <a:extLst>
                <a:ext uri="{FF2B5EF4-FFF2-40B4-BE49-F238E27FC236}">
                  <a16:creationId xmlns:a16="http://schemas.microsoft.com/office/drawing/2014/main" id="{2789A36E-5D2E-D190-7DB1-C6773D73448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99" t="23031" r="6645" b="30950"/>
            <a:stretch/>
          </p:blipFill>
          <p:spPr bwMode="auto">
            <a:xfrm rot="16200000">
              <a:off x="2358694" y="1250001"/>
              <a:ext cx="900884" cy="5273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48902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69535A49-6FD3-1869-08FC-76AF3130B1BA}"/>
              </a:ext>
            </a:extLst>
          </p:cNvPr>
          <p:cNvSpPr/>
          <p:nvPr/>
        </p:nvSpPr>
        <p:spPr>
          <a:xfrm>
            <a:off x="1188576" y="3975188"/>
            <a:ext cx="3213542" cy="913111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2DD0004-02CA-07B2-C9B5-220D5424EDE4}"/>
              </a:ext>
            </a:extLst>
          </p:cNvPr>
          <p:cNvCxnSpPr>
            <a:cxnSpLocks/>
            <a:stCxn id="51" idx="6"/>
          </p:cNvCxnSpPr>
          <p:nvPr/>
        </p:nvCxnSpPr>
        <p:spPr>
          <a:xfrm>
            <a:off x="5684321" y="2834582"/>
            <a:ext cx="2919223" cy="10018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B2712267-8D31-B533-AFE1-E2BA0B40FE04}"/>
              </a:ext>
            </a:extLst>
          </p:cNvPr>
          <p:cNvSpPr/>
          <p:nvPr/>
        </p:nvSpPr>
        <p:spPr>
          <a:xfrm>
            <a:off x="6329387" y="2768305"/>
            <a:ext cx="120071" cy="157017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70E990-B62E-6771-2338-B098BB3D76F8}"/>
              </a:ext>
            </a:extLst>
          </p:cNvPr>
          <p:cNvGrpSpPr/>
          <p:nvPr/>
        </p:nvGrpSpPr>
        <p:grpSpPr>
          <a:xfrm>
            <a:off x="5204642" y="2674689"/>
            <a:ext cx="479679" cy="319786"/>
            <a:chOff x="8977745" y="2743201"/>
            <a:chExt cx="609592" cy="406395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818461C-E310-2FA8-282B-C7F4304808E2}"/>
                </a:ext>
              </a:extLst>
            </p:cNvPr>
            <p:cNvSpPr/>
            <p:nvPr/>
          </p:nvSpPr>
          <p:spPr>
            <a:xfrm>
              <a:off x="8977745" y="2743201"/>
              <a:ext cx="406395" cy="406395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F72F7E7-8AA6-52DE-05B7-507FECC0B754}"/>
                </a:ext>
              </a:extLst>
            </p:cNvPr>
            <p:cNvSpPr/>
            <p:nvPr/>
          </p:nvSpPr>
          <p:spPr>
            <a:xfrm>
              <a:off x="9180942" y="2743201"/>
              <a:ext cx="406395" cy="406395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A747275-8D7D-F04E-B694-359B622FB77D}"/>
              </a:ext>
            </a:extLst>
          </p:cNvPr>
          <p:cNvCxnSpPr>
            <a:cxnSpLocks/>
          </p:cNvCxnSpPr>
          <p:nvPr/>
        </p:nvCxnSpPr>
        <p:spPr>
          <a:xfrm>
            <a:off x="6624486" y="2435856"/>
            <a:ext cx="0" cy="803441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B4657A-F5E1-D587-DFDC-95DEF2F688CB}"/>
              </a:ext>
            </a:extLst>
          </p:cNvPr>
          <p:cNvCxnSpPr>
            <a:cxnSpLocks/>
          </p:cNvCxnSpPr>
          <p:nvPr/>
        </p:nvCxnSpPr>
        <p:spPr>
          <a:xfrm>
            <a:off x="4580026" y="2834582"/>
            <a:ext cx="624617" cy="2995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BE0A0E21-FE9D-2FBB-D5DD-BCBB6C64A1E8}"/>
              </a:ext>
            </a:extLst>
          </p:cNvPr>
          <p:cNvGrpSpPr/>
          <p:nvPr/>
        </p:nvGrpSpPr>
        <p:grpSpPr>
          <a:xfrm>
            <a:off x="2600860" y="1893842"/>
            <a:ext cx="764169" cy="837381"/>
            <a:chOff x="2096419" y="3361976"/>
            <a:chExt cx="535147" cy="586418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090430D-122A-C3E6-842A-F81225D76EBB}"/>
                </a:ext>
              </a:extLst>
            </p:cNvPr>
            <p:cNvSpPr/>
            <p:nvPr/>
          </p:nvSpPr>
          <p:spPr>
            <a:xfrm>
              <a:off x="2179782" y="3412838"/>
              <a:ext cx="387925" cy="383310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/>
                </a:solidFill>
              </a:endParaRP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82BBA20-6705-B68F-7A29-6C8F4276D2E1}"/>
                </a:ext>
              </a:extLst>
            </p:cNvPr>
            <p:cNvCxnSpPr/>
            <p:nvPr/>
          </p:nvCxnSpPr>
          <p:spPr>
            <a:xfrm flipH="1">
              <a:off x="2179782" y="3412838"/>
              <a:ext cx="387925" cy="383309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28AEB8F-D2D6-87EC-E68C-5E2CF76EAC2D}"/>
                </a:ext>
              </a:extLst>
            </p:cNvPr>
            <p:cNvSpPr txBox="1"/>
            <p:nvPr/>
          </p:nvSpPr>
          <p:spPr>
            <a:xfrm>
              <a:off x="2096419" y="3361976"/>
              <a:ext cx="3567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6"/>
                  </a:solidFill>
                </a:rPr>
                <a:t>=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2056ACB-0E38-093E-FA66-1F0D9C175013}"/>
                </a:ext>
              </a:extLst>
            </p:cNvPr>
            <p:cNvSpPr txBox="1"/>
            <p:nvPr/>
          </p:nvSpPr>
          <p:spPr>
            <a:xfrm>
              <a:off x="2274801" y="3579062"/>
              <a:ext cx="3567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6"/>
                  </a:solidFill>
                </a:rPr>
                <a:t>~</a:t>
              </a: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56D7BB-806B-38EC-134E-2BE6DCE72162}"/>
              </a:ext>
            </a:extLst>
          </p:cNvPr>
          <p:cNvCxnSpPr>
            <a:cxnSpLocks/>
          </p:cNvCxnSpPr>
          <p:nvPr/>
        </p:nvCxnSpPr>
        <p:spPr>
          <a:xfrm>
            <a:off x="2106283" y="2231991"/>
            <a:ext cx="61137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42D2B94-AF18-83DD-6E07-F1EE4011AC13}"/>
              </a:ext>
            </a:extLst>
          </p:cNvPr>
          <p:cNvSpPr/>
          <p:nvPr/>
        </p:nvSpPr>
        <p:spPr>
          <a:xfrm>
            <a:off x="6767281" y="2763812"/>
            <a:ext cx="120071" cy="1570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7F307F-50E8-0587-1FA6-06E15D1D63F9}"/>
              </a:ext>
            </a:extLst>
          </p:cNvPr>
          <p:cNvCxnSpPr>
            <a:cxnSpLocks/>
          </p:cNvCxnSpPr>
          <p:nvPr/>
        </p:nvCxnSpPr>
        <p:spPr>
          <a:xfrm flipH="1">
            <a:off x="4564269" y="787046"/>
            <a:ext cx="15757" cy="4117466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924F971-0B52-106C-B9FA-E0494E1850CA}"/>
              </a:ext>
            </a:extLst>
          </p:cNvPr>
          <p:cNvCxnSpPr>
            <a:cxnSpLocks/>
            <a:endCxn id="40" idx="2"/>
          </p:cNvCxnSpPr>
          <p:nvPr/>
        </p:nvCxnSpPr>
        <p:spPr>
          <a:xfrm>
            <a:off x="3273841" y="2240146"/>
            <a:ext cx="349612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1F77CF-E52B-8C03-C98B-EDE4C9520562}"/>
              </a:ext>
            </a:extLst>
          </p:cNvPr>
          <p:cNvGrpSpPr/>
          <p:nvPr/>
        </p:nvGrpSpPr>
        <p:grpSpPr>
          <a:xfrm>
            <a:off x="3623453" y="2123225"/>
            <a:ext cx="350763" cy="233842"/>
            <a:chOff x="8977745" y="2743201"/>
            <a:chExt cx="609592" cy="406395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79A785F-5385-0D53-0920-9F3D88D2AF9F}"/>
                </a:ext>
              </a:extLst>
            </p:cNvPr>
            <p:cNvSpPr/>
            <p:nvPr/>
          </p:nvSpPr>
          <p:spPr>
            <a:xfrm>
              <a:off x="8977745" y="2743201"/>
              <a:ext cx="406395" cy="406395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C0CCF41-5E97-FCF3-1E83-C6D563C176DB}"/>
                </a:ext>
              </a:extLst>
            </p:cNvPr>
            <p:cNvSpPr/>
            <p:nvPr/>
          </p:nvSpPr>
          <p:spPr>
            <a:xfrm>
              <a:off x="9180942" y="2743201"/>
              <a:ext cx="406395" cy="406395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C60FEC-79EF-DD43-0A24-F0A7A263F8F1}"/>
              </a:ext>
            </a:extLst>
          </p:cNvPr>
          <p:cNvCxnSpPr>
            <a:cxnSpLocks/>
            <a:stCxn id="41" idx="6"/>
          </p:cNvCxnSpPr>
          <p:nvPr/>
        </p:nvCxnSpPr>
        <p:spPr>
          <a:xfrm>
            <a:off x="3974216" y="2240146"/>
            <a:ext cx="590053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5C06A6B-4895-2968-DE38-E3AD8A7F3047}"/>
              </a:ext>
            </a:extLst>
          </p:cNvPr>
          <p:cNvGrpSpPr/>
          <p:nvPr/>
        </p:nvGrpSpPr>
        <p:grpSpPr>
          <a:xfrm>
            <a:off x="2600860" y="923701"/>
            <a:ext cx="764169" cy="837381"/>
            <a:chOff x="2096419" y="3361976"/>
            <a:chExt cx="535147" cy="586418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DA220D3-C810-9DE8-B5B6-9B958B78997B}"/>
                </a:ext>
              </a:extLst>
            </p:cNvPr>
            <p:cNvSpPr/>
            <p:nvPr/>
          </p:nvSpPr>
          <p:spPr>
            <a:xfrm>
              <a:off x="2179782" y="3412838"/>
              <a:ext cx="387925" cy="383310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/>
                </a:solidFill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F12C22B-C83C-BEAC-F259-4DFF8EB25BB6}"/>
                </a:ext>
              </a:extLst>
            </p:cNvPr>
            <p:cNvCxnSpPr/>
            <p:nvPr/>
          </p:nvCxnSpPr>
          <p:spPr>
            <a:xfrm flipH="1">
              <a:off x="2179782" y="3412838"/>
              <a:ext cx="387925" cy="383309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1A9ECE5-8BF9-28E2-9DBB-F9FD10819A8E}"/>
                </a:ext>
              </a:extLst>
            </p:cNvPr>
            <p:cNvSpPr txBox="1"/>
            <p:nvPr/>
          </p:nvSpPr>
          <p:spPr>
            <a:xfrm>
              <a:off x="2096419" y="3361976"/>
              <a:ext cx="3567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6"/>
                  </a:solidFill>
                </a:rPr>
                <a:t>=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2C2D0EA-2865-6F9B-9819-BBABD1249C4F}"/>
                </a:ext>
              </a:extLst>
            </p:cNvPr>
            <p:cNvSpPr txBox="1"/>
            <p:nvPr/>
          </p:nvSpPr>
          <p:spPr>
            <a:xfrm>
              <a:off x="2274801" y="3579062"/>
              <a:ext cx="3567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6"/>
                  </a:solidFill>
                </a:rPr>
                <a:t>~</a:t>
              </a:r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68CD29-52E7-1A88-FB0D-4BF8DC5FA341}"/>
              </a:ext>
            </a:extLst>
          </p:cNvPr>
          <p:cNvCxnSpPr>
            <a:cxnSpLocks/>
          </p:cNvCxnSpPr>
          <p:nvPr/>
        </p:nvCxnSpPr>
        <p:spPr>
          <a:xfrm>
            <a:off x="2106283" y="1261850"/>
            <a:ext cx="61137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E6248E-D2BF-D1A9-916B-8812EAD49B44}"/>
              </a:ext>
            </a:extLst>
          </p:cNvPr>
          <p:cNvCxnSpPr>
            <a:cxnSpLocks/>
            <a:endCxn id="34" idx="2"/>
          </p:cNvCxnSpPr>
          <p:nvPr/>
        </p:nvCxnSpPr>
        <p:spPr>
          <a:xfrm>
            <a:off x="3273841" y="1270005"/>
            <a:ext cx="349612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DB575A9-F5B7-0F3E-3F69-86FE788352B3}"/>
              </a:ext>
            </a:extLst>
          </p:cNvPr>
          <p:cNvGrpSpPr/>
          <p:nvPr/>
        </p:nvGrpSpPr>
        <p:grpSpPr>
          <a:xfrm>
            <a:off x="3623453" y="1153084"/>
            <a:ext cx="350763" cy="233842"/>
            <a:chOff x="8977745" y="2743201"/>
            <a:chExt cx="609592" cy="406395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A748560-8662-E134-54B1-B49C675757FA}"/>
                </a:ext>
              </a:extLst>
            </p:cNvPr>
            <p:cNvSpPr/>
            <p:nvPr/>
          </p:nvSpPr>
          <p:spPr>
            <a:xfrm>
              <a:off x="8977745" y="2743201"/>
              <a:ext cx="406395" cy="406395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6D9DF98-1CF2-2761-01A1-96DFB1BB1B22}"/>
                </a:ext>
              </a:extLst>
            </p:cNvPr>
            <p:cNvSpPr/>
            <p:nvPr/>
          </p:nvSpPr>
          <p:spPr>
            <a:xfrm>
              <a:off x="9180942" y="2743201"/>
              <a:ext cx="406395" cy="406395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D01F555-CDC9-19A5-667B-0B1BEEF304E5}"/>
              </a:ext>
            </a:extLst>
          </p:cNvPr>
          <p:cNvCxnSpPr>
            <a:cxnSpLocks/>
            <a:stCxn id="35" idx="6"/>
          </p:cNvCxnSpPr>
          <p:nvPr/>
        </p:nvCxnSpPr>
        <p:spPr>
          <a:xfrm>
            <a:off x="3974216" y="1270005"/>
            <a:ext cx="590053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8741E02-A1B8-AA39-F54A-D9B2D8E3125E}"/>
              </a:ext>
            </a:extLst>
          </p:cNvPr>
          <p:cNvSpPr/>
          <p:nvPr/>
        </p:nvSpPr>
        <p:spPr>
          <a:xfrm>
            <a:off x="4174207" y="2161637"/>
            <a:ext cx="120071" cy="157017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4681C9-154A-51CC-C409-A50EEE9BB620}"/>
              </a:ext>
            </a:extLst>
          </p:cNvPr>
          <p:cNvSpPr/>
          <p:nvPr/>
        </p:nvSpPr>
        <p:spPr>
          <a:xfrm>
            <a:off x="4184685" y="1194432"/>
            <a:ext cx="120071" cy="157017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C208E0-70EE-C0B5-8592-348AD8FD9186}"/>
              </a:ext>
            </a:extLst>
          </p:cNvPr>
          <p:cNvSpPr txBox="1"/>
          <p:nvPr/>
        </p:nvSpPr>
        <p:spPr>
          <a:xfrm>
            <a:off x="5109408" y="2250049"/>
            <a:ext cx="706910" cy="371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GSU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13B63D-5E0C-40E9-DF22-5DF63295E1BD}"/>
              </a:ext>
            </a:extLst>
          </p:cNvPr>
          <p:cNvSpPr txBox="1"/>
          <p:nvPr/>
        </p:nvSpPr>
        <p:spPr>
          <a:xfrm>
            <a:off x="5031263" y="3165981"/>
            <a:ext cx="974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1"/>
                </a:solidFill>
              </a:rPr>
              <a:t>X: 0.10-0.25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6C3061-EBA7-967F-FD5C-315FCE2AA827}"/>
              </a:ext>
            </a:extLst>
          </p:cNvPr>
          <p:cNvSpPr txBox="1"/>
          <p:nvPr/>
        </p:nvSpPr>
        <p:spPr>
          <a:xfrm>
            <a:off x="3449432" y="845176"/>
            <a:ext cx="974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1"/>
                </a:solidFill>
              </a:rPr>
              <a:t>X: 0.04-0.07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0C9672E-8FA0-7470-4BAD-0F9434723A50}"/>
              </a:ext>
            </a:extLst>
          </p:cNvPr>
          <p:cNvGrpSpPr/>
          <p:nvPr/>
        </p:nvGrpSpPr>
        <p:grpSpPr>
          <a:xfrm>
            <a:off x="2588223" y="4082861"/>
            <a:ext cx="764169" cy="837381"/>
            <a:chOff x="2096419" y="3361976"/>
            <a:chExt cx="535147" cy="586418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4C114CF-E6AE-A26F-6F6D-8B36E4C07621}"/>
                </a:ext>
              </a:extLst>
            </p:cNvPr>
            <p:cNvSpPr/>
            <p:nvPr/>
          </p:nvSpPr>
          <p:spPr>
            <a:xfrm>
              <a:off x="2179782" y="3412838"/>
              <a:ext cx="387925" cy="383310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/>
                </a:solidFill>
              </a:endParaRP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854EEDD-4E8F-C542-6888-1428092F31C2}"/>
                </a:ext>
              </a:extLst>
            </p:cNvPr>
            <p:cNvCxnSpPr/>
            <p:nvPr/>
          </p:nvCxnSpPr>
          <p:spPr>
            <a:xfrm flipH="1">
              <a:off x="2179782" y="3412838"/>
              <a:ext cx="387925" cy="383309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E552F83-9015-7C1A-24CA-C074101C334A}"/>
                </a:ext>
              </a:extLst>
            </p:cNvPr>
            <p:cNvSpPr txBox="1"/>
            <p:nvPr/>
          </p:nvSpPr>
          <p:spPr>
            <a:xfrm>
              <a:off x="2096419" y="3361976"/>
              <a:ext cx="3567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6"/>
                  </a:solidFill>
                </a:rPr>
                <a:t>=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F06BA67-6F57-C09A-157E-9B3D7709AF55}"/>
                </a:ext>
              </a:extLst>
            </p:cNvPr>
            <p:cNvSpPr txBox="1"/>
            <p:nvPr/>
          </p:nvSpPr>
          <p:spPr>
            <a:xfrm>
              <a:off x="2274801" y="3579062"/>
              <a:ext cx="3567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6"/>
                  </a:solidFill>
                </a:rPr>
                <a:t>~</a:t>
              </a:r>
            </a:p>
          </p:txBody>
        </p:sp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ACE008B-CD89-8A74-3768-CC28A329B5A2}"/>
              </a:ext>
            </a:extLst>
          </p:cNvPr>
          <p:cNvCxnSpPr>
            <a:cxnSpLocks/>
          </p:cNvCxnSpPr>
          <p:nvPr/>
        </p:nvCxnSpPr>
        <p:spPr>
          <a:xfrm>
            <a:off x="2093646" y="4421010"/>
            <a:ext cx="61137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BCB9702-F45F-A690-F3C2-5EDAEE78CCAA}"/>
              </a:ext>
            </a:extLst>
          </p:cNvPr>
          <p:cNvCxnSpPr>
            <a:cxnSpLocks/>
            <a:endCxn id="66" idx="2"/>
          </p:cNvCxnSpPr>
          <p:nvPr/>
        </p:nvCxnSpPr>
        <p:spPr>
          <a:xfrm>
            <a:off x="3261204" y="4429165"/>
            <a:ext cx="349612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372B767-78E0-BF69-9E94-EF9A2B97D637}"/>
              </a:ext>
            </a:extLst>
          </p:cNvPr>
          <p:cNvGrpSpPr/>
          <p:nvPr/>
        </p:nvGrpSpPr>
        <p:grpSpPr>
          <a:xfrm>
            <a:off x="3610816" y="4312244"/>
            <a:ext cx="350763" cy="233842"/>
            <a:chOff x="8977745" y="2743201"/>
            <a:chExt cx="609592" cy="406395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1755253-BF0F-6892-1CF3-012E7D7A0ECB}"/>
                </a:ext>
              </a:extLst>
            </p:cNvPr>
            <p:cNvSpPr/>
            <p:nvPr/>
          </p:nvSpPr>
          <p:spPr>
            <a:xfrm>
              <a:off x="8977745" y="2743201"/>
              <a:ext cx="406395" cy="406395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20D12BF7-917E-99AD-6244-E446724E2972}"/>
                </a:ext>
              </a:extLst>
            </p:cNvPr>
            <p:cNvSpPr/>
            <p:nvPr/>
          </p:nvSpPr>
          <p:spPr>
            <a:xfrm>
              <a:off x="9180942" y="2743201"/>
              <a:ext cx="406395" cy="406395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1C06B2D-4A09-4DEC-0C22-E5B180D45C81}"/>
              </a:ext>
            </a:extLst>
          </p:cNvPr>
          <p:cNvCxnSpPr>
            <a:cxnSpLocks/>
            <a:stCxn id="67" idx="6"/>
          </p:cNvCxnSpPr>
          <p:nvPr/>
        </p:nvCxnSpPr>
        <p:spPr>
          <a:xfrm>
            <a:off x="3961579" y="4429165"/>
            <a:ext cx="590053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1EBD289-32F8-5E5B-58C1-AEBD325DF2EB}"/>
              </a:ext>
            </a:extLst>
          </p:cNvPr>
          <p:cNvGrpSpPr/>
          <p:nvPr/>
        </p:nvGrpSpPr>
        <p:grpSpPr>
          <a:xfrm>
            <a:off x="2588223" y="3112720"/>
            <a:ext cx="764169" cy="837381"/>
            <a:chOff x="2096419" y="3361976"/>
            <a:chExt cx="535147" cy="586418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8A7D2E2-12E4-AE88-C173-9EBFB636FBBA}"/>
                </a:ext>
              </a:extLst>
            </p:cNvPr>
            <p:cNvSpPr/>
            <p:nvPr/>
          </p:nvSpPr>
          <p:spPr>
            <a:xfrm>
              <a:off x="2179782" y="3412838"/>
              <a:ext cx="387925" cy="383310"/>
            </a:xfrm>
            <a:prstGeom prst="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/>
                </a:solidFill>
              </a:endParaRP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E7D8100-3841-8158-FE38-BC99DE50B7D4}"/>
                </a:ext>
              </a:extLst>
            </p:cNvPr>
            <p:cNvCxnSpPr/>
            <p:nvPr/>
          </p:nvCxnSpPr>
          <p:spPr>
            <a:xfrm flipH="1">
              <a:off x="2179782" y="3412838"/>
              <a:ext cx="387925" cy="383309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A768252-438E-F150-5C19-5DA9B6DB85E8}"/>
                </a:ext>
              </a:extLst>
            </p:cNvPr>
            <p:cNvSpPr txBox="1"/>
            <p:nvPr/>
          </p:nvSpPr>
          <p:spPr>
            <a:xfrm>
              <a:off x="2096419" y="3361976"/>
              <a:ext cx="3567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6"/>
                  </a:solidFill>
                </a:rPr>
                <a:t>=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1B42DF0-77A6-7FE0-6F6A-47ACFE6ABD3A}"/>
                </a:ext>
              </a:extLst>
            </p:cNvPr>
            <p:cNvSpPr txBox="1"/>
            <p:nvPr/>
          </p:nvSpPr>
          <p:spPr>
            <a:xfrm>
              <a:off x="2274801" y="3579062"/>
              <a:ext cx="3567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6"/>
                  </a:solidFill>
                </a:rPr>
                <a:t>~</a:t>
              </a:r>
            </a:p>
          </p:txBody>
        </p:sp>
      </p:grp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7C934B5-DD15-9074-9E79-DDECA85913F2}"/>
              </a:ext>
            </a:extLst>
          </p:cNvPr>
          <p:cNvCxnSpPr>
            <a:cxnSpLocks/>
          </p:cNvCxnSpPr>
          <p:nvPr/>
        </p:nvCxnSpPr>
        <p:spPr>
          <a:xfrm>
            <a:off x="2093646" y="3450869"/>
            <a:ext cx="61137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F795F02-EBC3-153F-5F5B-4168F689B7D8}"/>
              </a:ext>
            </a:extLst>
          </p:cNvPr>
          <p:cNvCxnSpPr>
            <a:cxnSpLocks/>
            <a:endCxn id="77" idx="2"/>
          </p:cNvCxnSpPr>
          <p:nvPr/>
        </p:nvCxnSpPr>
        <p:spPr>
          <a:xfrm>
            <a:off x="3261204" y="3459024"/>
            <a:ext cx="349612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F8ABB89-C989-2002-E0C6-60AF6DF3B1D2}"/>
              </a:ext>
            </a:extLst>
          </p:cNvPr>
          <p:cNvGrpSpPr/>
          <p:nvPr/>
        </p:nvGrpSpPr>
        <p:grpSpPr>
          <a:xfrm>
            <a:off x="3610816" y="3342103"/>
            <a:ext cx="350763" cy="233842"/>
            <a:chOff x="8977745" y="2743201"/>
            <a:chExt cx="609592" cy="406395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B91D1ACC-E9C0-08B3-1C8D-46AF16D0FC1B}"/>
                </a:ext>
              </a:extLst>
            </p:cNvPr>
            <p:cNvSpPr/>
            <p:nvPr/>
          </p:nvSpPr>
          <p:spPr>
            <a:xfrm>
              <a:off x="8977745" y="2743201"/>
              <a:ext cx="406395" cy="406395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AE3CD6CE-29AD-3562-7855-5793AACA1C0C}"/>
                </a:ext>
              </a:extLst>
            </p:cNvPr>
            <p:cNvSpPr/>
            <p:nvPr/>
          </p:nvSpPr>
          <p:spPr>
            <a:xfrm>
              <a:off x="9180942" y="2743201"/>
              <a:ext cx="406395" cy="406395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9B2BBD4-9435-361C-D8E3-9AA75B35F69B}"/>
              </a:ext>
            </a:extLst>
          </p:cNvPr>
          <p:cNvCxnSpPr>
            <a:cxnSpLocks/>
            <a:stCxn id="78" idx="6"/>
          </p:cNvCxnSpPr>
          <p:nvPr/>
        </p:nvCxnSpPr>
        <p:spPr>
          <a:xfrm>
            <a:off x="3961579" y="3459024"/>
            <a:ext cx="590053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6D6B6A07-E30D-88E5-41A6-56D11333603F}"/>
              </a:ext>
            </a:extLst>
          </p:cNvPr>
          <p:cNvSpPr/>
          <p:nvPr/>
        </p:nvSpPr>
        <p:spPr>
          <a:xfrm>
            <a:off x="4161570" y="4350656"/>
            <a:ext cx="120071" cy="157017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E336C56-452B-65E3-7BFB-04916FB5E0F3}"/>
              </a:ext>
            </a:extLst>
          </p:cNvPr>
          <p:cNvSpPr/>
          <p:nvPr/>
        </p:nvSpPr>
        <p:spPr>
          <a:xfrm>
            <a:off x="4172048" y="3383451"/>
            <a:ext cx="120071" cy="157017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033A3DE-0AE7-0334-34CA-10613E4EC076}"/>
              </a:ext>
            </a:extLst>
          </p:cNvPr>
          <p:cNvSpPr txBox="1"/>
          <p:nvPr/>
        </p:nvSpPr>
        <p:spPr>
          <a:xfrm>
            <a:off x="3436795" y="3034195"/>
            <a:ext cx="974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1"/>
                </a:solidFill>
              </a:rPr>
              <a:t>X: 0.04-0.07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9AD170B-08F3-1D52-ACF0-FBD35911143F}"/>
              </a:ext>
            </a:extLst>
          </p:cNvPr>
          <p:cNvSpPr txBox="1"/>
          <p:nvPr/>
        </p:nvSpPr>
        <p:spPr>
          <a:xfrm>
            <a:off x="3430238" y="1815316"/>
            <a:ext cx="974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1"/>
                </a:solidFill>
              </a:rPr>
              <a:t>X: 0.04-0.07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5AA0EA9-F3B9-E574-31FE-9045F2680212}"/>
              </a:ext>
            </a:extLst>
          </p:cNvPr>
          <p:cNvSpPr txBox="1"/>
          <p:nvPr/>
        </p:nvSpPr>
        <p:spPr>
          <a:xfrm>
            <a:off x="3427979" y="3975188"/>
            <a:ext cx="974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1"/>
                </a:solidFill>
              </a:rPr>
              <a:t>X: 0.04-0.07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62FD6FB-802F-3A78-7AB7-2658303873E4}"/>
              </a:ext>
            </a:extLst>
          </p:cNvPr>
          <p:cNvSpPr txBox="1"/>
          <p:nvPr/>
        </p:nvSpPr>
        <p:spPr>
          <a:xfrm>
            <a:off x="1357286" y="4866833"/>
            <a:ext cx="29713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FF0000"/>
                </a:solidFill>
              </a:rPr>
              <a:t>Faulted or down for service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AFD845F5-7CC5-3944-7B22-158CCF9E4FFE}"/>
              </a:ext>
            </a:extLst>
          </p:cNvPr>
          <p:cNvSpPr/>
          <p:nvPr/>
        </p:nvSpPr>
        <p:spPr>
          <a:xfrm>
            <a:off x="4971162" y="3047123"/>
            <a:ext cx="1079657" cy="437705"/>
          </a:xfrm>
          <a:prstGeom prst="ellipse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24A5695-2B3B-355D-0C02-D7AD8D6C880E}"/>
              </a:ext>
            </a:extLst>
          </p:cNvPr>
          <p:cNvSpPr txBox="1"/>
          <p:nvPr/>
        </p:nvSpPr>
        <p:spPr>
          <a:xfrm>
            <a:off x="5141685" y="3867466"/>
            <a:ext cx="38368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accent2"/>
                </a:solidFill>
              </a:rPr>
              <a:t>During partial outage, equivalent GSU impedance drops relative to inverter capacity remaining on-line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0CA046F-E077-F8CF-C70E-A1C670817E69}"/>
              </a:ext>
            </a:extLst>
          </p:cNvPr>
          <p:cNvSpPr txBox="1"/>
          <p:nvPr/>
        </p:nvSpPr>
        <p:spPr>
          <a:xfrm>
            <a:off x="5170078" y="3575945"/>
            <a:ext cx="17172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chemeClr val="accent2"/>
                </a:solidFill>
              </a:rPr>
              <a:t>Xeq</a:t>
            </a:r>
            <a:r>
              <a:rPr lang="en-US" sz="1100" dirty="0">
                <a:solidFill>
                  <a:schemeClr val="accent2"/>
                </a:solidFill>
              </a:rPr>
              <a:t>: (0.10-0.25) * (1-1/n)</a:t>
            </a:r>
          </a:p>
        </p:txBody>
      </p:sp>
      <p:pic>
        <p:nvPicPr>
          <p:cNvPr id="106" name="Picture 10" descr="Phone Battery Icon Full Battery Stock Illustration 1578448333 | Shutterstock">
            <a:extLst>
              <a:ext uri="{FF2B5EF4-FFF2-40B4-BE49-F238E27FC236}">
                <a16:creationId xmlns:a16="http://schemas.microsoft.com/office/drawing/2014/main" id="{2E1B5A5A-1395-F0A5-7BF2-1EB6979714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9" t="23031" r="6645" b="30950"/>
          <a:stretch/>
        </p:blipFill>
        <p:spPr bwMode="auto">
          <a:xfrm>
            <a:off x="1274860" y="4155308"/>
            <a:ext cx="900884" cy="527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10" descr="Phone Battery Icon Full Battery Stock Illustration 1578448333 | Shutterstock">
            <a:extLst>
              <a:ext uri="{FF2B5EF4-FFF2-40B4-BE49-F238E27FC236}">
                <a16:creationId xmlns:a16="http://schemas.microsoft.com/office/drawing/2014/main" id="{93AE0E20-4DF5-B463-3726-8FABCC315E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9" t="23031" r="6645" b="30950"/>
          <a:stretch/>
        </p:blipFill>
        <p:spPr bwMode="auto">
          <a:xfrm>
            <a:off x="1274860" y="3182095"/>
            <a:ext cx="900884" cy="527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10" descr="Phone Battery Icon Full Battery Stock Illustration 1578448333 | Shutterstock">
            <a:extLst>
              <a:ext uri="{FF2B5EF4-FFF2-40B4-BE49-F238E27FC236}">
                <a16:creationId xmlns:a16="http://schemas.microsoft.com/office/drawing/2014/main" id="{324492DE-42AB-A4F6-ED30-30CCAE3B88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9" t="23031" r="6645" b="30950"/>
          <a:stretch/>
        </p:blipFill>
        <p:spPr bwMode="auto">
          <a:xfrm>
            <a:off x="1274860" y="1976449"/>
            <a:ext cx="900884" cy="527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0" descr="Phone Battery Icon Full Battery Stock Illustration 1578448333 | Shutterstock">
            <a:extLst>
              <a:ext uri="{FF2B5EF4-FFF2-40B4-BE49-F238E27FC236}">
                <a16:creationId xmlns:a16="http://schemas.microsoft.com/office/drawing/2014/main" id="{5768532B-A35D-1D32-18E9-07523F0478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9" t="23031" r="6645" b="30950"/>
          <a:stretch/>
        </p:blipFill>
        <p:spPr bwMode="auto">
          <a:xfrm>
            <a:off x="1274860" y="1003236"/>
            <a:ext cx="900884" cy="527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7714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07162-CA07-4DC7-FA6B-3115C1F20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8E5CF07F-2F60-2460-03A0-1F25F57F0D85}"/>
              </a:ext>
            </a:extLst>
          </p:cNvPr>
          <p:cNvGrpSpPr/>
          <p:nvPr/>
        </p:nvGrpSpPr>
        <p:grpSpPr>
          <a:xfrm>
            <a:off x="4845680" y="3280214"/>
            <a:ext cx="302944" cy="175289"/>
            <a:chOff x="4100945" y="3306618"/>
            <a:chExt cx="434111" cy="277090"/>
          </a:xfrm>
        </p:grpSpPr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F32F81B-957E-AD3D-BDC1-5DE349CACFD4}"/>
                </a:ext>
              </a:extLst>
            </p:cNvPr>
            <p:cNvCxnSpPr/>
            <p:nvPr/>
          </p:nvCxnSpPr>
          <p:spPr>
            <a:xfrm>
              <a:off x="4100945" y="3306618"/>
              <a:ext cx="434110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21" name="Arc 120">
              <a:extLst>
                <a:ext uri="{FF2B5EF4-FFF2-40B4-BE49-F238E27FC236}">
                  <a16:creationId xmlns:a16="http://schemas.microsoft.com/office/drawing/2014/main" id="{ED325AC4-C1C1-9A81-E6A9-F7C0F3602A1E}"/>
                </a:ext>
              </a:extLst>
            </p:cNvPr>
            <p:cNvSpPr/>
            <p:nvPr/>
          </p:nvSpPr>
          <p:spPr>
            <a:xfrm>
              <a:off x="4100946" y="3392057"/>
              <a:ext cx="434110" cy="191651"/>
            </a:xfrm>
            <a:prstGeom prst="arc">
              <a:avLst>
                <a:gd name="adj1" fmla="val 10753069"/>
                <a:gd name="adj2" fmla="val 0"/>
              </a:avLst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B82F3D4-6394-6C08-EC06-B367EF350730}"/>
              </a:ext>
            </a:extLst>
          </p:cNvPr>
          <p:cNvGrpSpPr/>
          <p:nvPr/>
        </p:nvGrpSpPr>
        <p:grpSpPr>
          <a:xfrm>
            <a:off x="5516021" y="3035262"/>
            <a:ext cx="302944" cy="175289"/>
            <a:chOff x="4100945" y="3306618"/>
            <a:chExt cx="434111" cy="277090"/>
          </a:xfrm>
        </p:grpSpPr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C329E4C8-9C52-0686-7CE2-6D4D7D9F5CF3}"/>
                </a:ext>
              </a:extLst>
            </p:cNvPr>
            <p:cNvCxnSpPr/>
            <p:nvPr/>
          </p:nvCxnSpPr>
          <p:spPr>
            <a:xfrm>
              <a:off x="4100945" y="3306618"/>
              <a:ext cx="43411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Arc 118">
              <a:extLst>
                <a:ext uri="{FF2B5EF4-FFF2-40B4-BE49-F238E27FC236}">
                  <a16:creationId xmlns:a16="http://schemas.microsoft.com/office/drawing/2014/main" id="{C843FA71-54D5-9C93-A90D-43665EFB76A4}"/>
                </a:ext>
              </a:extLst>
            </p:cNvPr>
            <p:cNvSpPr/>
            <p:nvPr/>
          </p:nvSpPr>
          <p:spPr>
            <a:xfrm>
              <a:off x="4100946" y="3392057"/>
              <a:ext cx="434110" cy="191651"/>
            </a:xfrm>
            <a:prstGeom prst="arc">
              <a:avLst>
                <a:gd name="adj1" fmla="val 10753069"/>
                <a:gd name="adj2" fmla="val 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</p:grp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74B53B0-1D40-23A3-1E6F-5EF555ED38E0}"/>
              </a:ext>
            </a:extLst>
          </p:cNvPr>
          <p:cNvCxnSpPr>
            <a:cxnSpLocks/>
          </p:cNvCxnSpPr>
          <p:nvPr/>
        </p:nvCxnSpPr>
        <p:spPr>
          <a:xfrm flipH="1" flipV="1">
            <a:off x="5667492" y="2338412"/>
            <a:ext cx="1" cy="696850"/>
          </a:xfrm>
          <a:prstGeom prst="line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FDD7753-944B-D430-0C02-ACE95AFCA741}"/>
              </a:ext>
            </a:extLst>
          </p:cNvPr>
          <p:cNvCxnSpPr>
            <a:cxnSpLocks/>
          </p:cNvCxnSpPr>
          <p:nvPr/>
        </p:nvCxnSpPr>
        <p:spPr>
          <a:xfrm>
            <a:off x="4991717" y="2338412"/>
            <a:ext cx="1760064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2F35E16-5546-CC3A-9002-602DB03E2309}"/>
              </a:ext>
            </a:extLst>
          </p:cNvPr>
          <p:cNvCxnSpPr>
            <a:cxnSpLocks/>
          </p:cNvCxnSpPr>
          <p:nvPr/>
        </p:nvCxnSpPr>
        <p:spPr>
          <a:xfrm>
            <a:off x="3235530" y="3721326"/>
            <a:ext cx="4761005" cy="1078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AF4007E-84C6-407C-B361-D69E5546BA32}"/>
              </a:ext>
            </a:extLst>
          </p:cNvPr>
          <p:cNvCxnSpPr>
            <a:cxnSpLocks/>
          </p:cNvCxnSpPr>
          <p:nvPr/>
        </p:nvCxnSpPr>
        <p:spPr>
          <a:xfrm flipV="1">
            <a:off x="5667493" y="3089311"/>
            <a:ext cx="0" cy="642181"/>
          </a:xfrm>
          <a:prstGeom prst="line">
            <a:avLst/>
          </a:prstGeom>
          <a:ln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E94005E-566E-81C3-8865-E3213798B3EC}"/>
              </a:ext>
            </a:extLst>
          </p:cNvPr>
          <p:cNvGrpSpPr/>
          <p:nvPr/>
        </p:nvGrpSpPr>
        <p:grpSpPr>
          <a:xfrm rot="16200000">
            <a:off x="4891617" y="2824752"/>
            <a:ext cx="206650" cy="118051"/>
            <a:chOff x="4521709" y="2816352"/>
            <a:chExt cx="2024480" cy="745236"/>
          </a:xfrm>
        </p:grpSpPr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8E391A3E-CBE7-8C7D-F728-C41A878A7DF6}"/>
                </a:ext>
              </a:extLst>
            </p:cNvPr>
            <p:cNvCxnSpPr/>
            <p:nvPr/>
          </p:nvCxnSpPr>
          <p:spPr>
            <a:xfrm flipV="1">
              <a:off x="4718304" y="2816352"/>
              <a:ext cx="393192" cy="745236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27EBF46A-3364-E456-A5E5-AD82E71751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11496" y="2816352"/>
              <a:ext cx="422453" cy="745236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D3C5BCEC-D2B5-E805-BA52-7D07E7794031}"/>
                </a:ext>
              </a:extLst>
            </p:cNvPr>
            <p:cNvCxnSpPr/>
            <p:nvPr/>
          </p:nvCxnSpPr>
          <p:spPr>
            <a:xfrm flipV="1">
              <a:off x="5533949" y="2816352"/>
              <a:ext cx="393192" cy="745236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FE3FA064-8A91-EFA0-30B9-FD868BA24B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7141" y="2816352"/>
              <a:ext cx="422453" cy="745236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EB107BD8-80D3-9C17-FFF7-D71F583661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49594" y="3188969"/>
              <a:ext cx="196595" cy="372618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6E10ED1F-BF21-B630-7A4E-35AD456963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21709" y="3188970"/>
              <a:ext cx="212198" cy="372618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4FAEAA5-473F-99FD-3340-FCADB216E81C}"/>
              </a:ext>
            </a:extLst>
          </p:cNvPr>
          <p:cNvCxnSpPr>
            <a:cxnSpLocks/>
          </p:cNvCxnSpPr>
          <p:nvPr/>
        </p:nvCxnSpPr>
        <p:spPr>
          <a:xfrm>
            <a:off x="4997152" y="2980948"/>
            <a:ext cx="0" cy="29926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B416DC6-3615-98EE-9467-3A6731F395DF}"/>
              </a:ext>
            </a:extLst>
          </p:cNvPr>
          <p:cNvCxnSpPr>
            <a:cxnSpLocks/>
          </p:cNvCxnSpPr>
          <p:nvPr/>
        </p:nvCxnSpPr>
        <p:spPr>
          <a:xfrm flipV="1">
            <a:off x="4994942" y="2335019"/>
            <a:ext cx="0" cy="445433"/>
          </a:xfrm>
          <a:prstGeom prst="line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2FE6129-4E71-DDB4-6EB7-F83882A33AB3}"/>
              </a:ext>
            </a:extLst>
          </p:cNvPr>
          <p:cNvCxnSpPr>
            <a:cxnSpLocks/>
          </p:cNvCxnSpPr>
          <p:nvPr/>
        </p:nvCxnSpPr>
        <p:spPr>
          <a:xfrm flipH="1" flipV="1">
            <a:off x="4991717" y="3334263"/>
            <a:ext cx="3224" cy="391384"/>
          </a:xfrm>
          <a:prstGeom prst="line">
            <a:avLst/>
          </a:prstGeom>
          <a:ln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283B7A5E-3C6B-E0AF-3086-FC0B3662C7FC}"/>
              </a:ext>
            </a:extLst>
          </p:cNvPr>
          <p:cNvSpPr txBox="1"/>
          <p:nvPr/>
        </p:nvSpPr>
        <p:spPr>
          <a:xfrm>
            <a:off x="5097257" y="2725978"/>
            <a:ext cx="356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accent2"/>
                </a:solidFill>
              </a:rPr>
              <a:t>r</a:t>
            </a:r>
            <a:r>
              <a:rPr lang="en-US" sz="1200" i="1" baseline="-25000" dirty="0">
                <a:solidFill>
                  <a:schemeClr val="accent2"/>
                </a:solidFill>
              </a:rPr>
              <a:t>d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79E4A6B-9551-CE69-8B24-476CB3D083E1}"/>
              </a:ext>
            </a:extLst>
          </p:cNvPr>
          <p:cNvSpPr txBox="1"/>
          <p:nvPr/>
        </p:nvSpPr>
        <p:spPr>
          <a:xfrm>
            <a:off x="5166349" y="3233758"/>
            <a:ext cx="356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accent2"/>
                </a:solidFill>
              </a:rPr>
              <a:t>C</a:t>
            </a:r>
            <a:r>
              <a:rPr lang="en-US" sz="1200" i="1" baseline="-25000" dirty="0">
                <a:solidFill>
                  <a:schemeClr val="accent2"/>
                </a:solidFill>
              </a:rPr>
              <a:t>d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C2239C0-ED4F-0FE2-335B-F28783F872BB}"/>
              </a:ext>
            </a:extLst>
          </p:cNvPr>
          <p:cNvSpPr txBox="1"/>
          <p:nvPr/>
        </p:nvSpPr>
        <p:spPr>
          <a:xfrm>
            <a:off x="5874352" y="2970187"/>
            <a:ext cx="356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accent1"/>
                </a:solidFill>
              </a:rPr>
              <a:t>C</a:t>
            </a:r>
            <a:r>
              <a:rPr lang="en-US" sz="1200" i="1" baseline="-25000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317C1B1-E27B-1DB7-53C6-F8B89007E1D4}"/>
              </a:ext>
            </a:extLst>
          </p:cNvPr>
          <p:cNvSpPr/>
          <p:nvPr/>
        </p:nvSpPr>
        <p:spPr>
          <a:xfrm>
            <a:off x="2889026" y="2750317"/>
            <a:ext cx="693009" cy="675625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2"/>
                </a:solidFill>
              </a:rPr>
              <a:t>~</a:t>
            </a:r>
            <a:endParaRPr lang="en-US" sz="1100" dirty="0">
              <a:solidFill>
                <a:schemeClr val="accent2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F23AA69-8E23-EF1A-E117-75D9162F991F}"/>
              </a:ext>
            </a:extLst>
          </p:cNvPr>
          <p:cNvCxnSpPr>
            <a:cxnSpLocks/>
          </p:cNvCxnSpPr>
          <p:nvPr/>
        </p:nvCxnSpPr>
        <p:spPr>
          <a:xfrm flipH="1">
            <a:off x="3235530" y="2332547"/>
            <a:ext cx="286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6C1E6CBB-DE51-8342-F337-376B889C8765}"/>
              </a:ext>
            </a:extLst>
          </p:cNvPr>
          <p:cNvGrpSpPr/>
          <p:nvPr/>
        </p:nvGrpSpPr>
        <p:grpSpPr>
          <a:xfrm>
            <a:off x="3536363" y="2209103"/>
            <a:ext cx="1209158" cy="246888"/>
            <a:chOff x="3444000" y="4638266"/>
            <a:chExt cx="1209158" cy="24688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7C34FF6-AD21-A923-5BA2-17EB8878DC83}"/>
                </a:ext>
              </a:extLst>
            </p:cNvPr>
            <p:cNvGrpSpPr/>
            <p:nvPr/>
          </p:nvGrpSpPr>
          <p:grpSpPr>
            <a:xfrm>
              <a:off x="3444000" y="4638266"/>
              <a:ext cx="683640" cy="246888"/>
              <a:chOff x="2551176" y="3154680"/>
              <a:chExt cx="2880360" cy="768096"/>
            </a:xfrm>
          </p:grpSpPr>
          <p:sp>
            <p:nvSpPr>
              <p:cNvPr id="30" name="Arc 29">
                <a:extLst>
                  <a:ext uri="{FF2B5EF4-FFF2-40B4-BE49-F238E27FC236}">
                    <a16:creationId xmlns:a16="http://schemas.microsoft.com/office/drawing/2014/main" id="{5F970629-0117-1D95-58F7-D42E2E68DEB8}"/>
                  </a:ext>
                </a:extLst>
              </p:cNvPr>
              <p:cNvSpPr/>
              <p:nvPr/>
            </p:nvSpPr>
            <p:spPr>
              <a:xfrm>
                <a:off x="2551176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Arc 32">
                <a:extLst>
                  <a:ext uri="{FF2B5EF4-FFF2-40B4-BE49-F238E27FC236}">
                    <a16:creationId xmlns:a16="http://schemas.microsoft.com/office/drawing/2014/main" id="{DE17547A-2BE3-92E4-466F-3D90253BC650}"/>
                  </a:ext>
                </a:extLst>
              </p:cNvPr>
              <p:cNvSpPr/>
              <p:nvPr/>
            </p:nvSpPr>
            <p:spPr>
              <a:xfrm>
                <a:off x="3255264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Arc 34">
                <a:extLst>
                  <a:ext uri="{FF2B5EF4-FFF2-40B4-BE49-F238E27FC236}">
                    <a16:creationId xmlns:a16="http://schemas.microsoft.com/office/drawing/2014/main" id="{CE2CCED7-D224-F769-460A-BD63D8CDB679}"/>
                  </a:ext>
                </a:extLst>
              </p:cNvPr>
              <p:cNvSpPr/>
              <p:nvPr/>
            </p:nvSpPr>
            <p:spPr>
              <a:xfrm>
                <a:off x="3959352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Arc 123">
                <a:extLst>
                  <a:ext uri="{FF2B5EF4-FFF2-40B4-BE49-F238E27FC236}">
                    <a16:creationId xmlns:a16="http://schemas.microsoft.com/office/drawing/2014/main" id="{9A117951-85A6-818F-7D6B-F2D02D4D6209}"/>
                  </a:ext>
                </a:extLst>
              </p:cNvPr>
              <p:cNvSpPr/>
              <p:nvPr/>
            </p:nvSpPr>
            <p:spPr>
              <a:xfrm>
                <a:off x="4663440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B9F02D0-5613-588D-3CBE-8B23942678B3}"/>
                </a:ext>
              </a:extLst>
            </p:cNvPr>
            <p:cNvGrpSpPr/>
            <p:nvPr/>
          </p:nvGrpSpPr>
          <p:grpSpPr>
            <a:xfrm>
              <a:off x="4326494" y="4677128"/>
              <a:ext cx="326664" cy="169164"/>
              <a:chOff x="4521709" y="2816352"/>
              <a:chExt cx="2024480" cy="745236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FDA948A-FE9F-97A8-52EE-8556944FC8CC}"/>
                  </a:ext>
                </a:extLst>
              </p:cNvPr>
              <p:cNvCxnSpPr/>
              <p:nvPr/>
            </p:nvCxnSpPr>
            <p:spPr>
              <a:xfrm flipV="1">
                <a:off x="4718304" y="2816352"/>
                <a:ext cx="393192" cy="745236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C79CA8D-1874-3AF7-7960-32CBD2A14F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111496" y="2816352"/>
                <a:ext cx="422453" cy="745236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71E7055B-8C96-0042-5812-46F01F2EA7CE}"/>
                  </a:ext>
                </a:extLst>
              </p:cNvPr>
              <p:cNvCxnSpPr/>
              <p:nvPr/>
            </p:nvCxnSpPr>
            <p:spPr>
              <a:xfrm flipV="1">
                <a:off x="5533949" y="2816352"/>
                <a:ext cx="393192" cy="745236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1F7F38E4-6F62-4394-9203-8767CBC500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27141" y="2816352"/>
                <a:ext cx="422453" cy="745236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91627BDC-67BF-3305-1392-F327B73D7F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49594" y="3188969"/>
                <a:ext cx="196595" cy="372618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FCF0763A-5CA3-2528-C983-8E8277168C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521709" y="3188970"/>
                <a:ext cx="212198" cy="372618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B42B190-3832-8460-E40A-384529A573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16655" y="4761710"/>
              <a:ext cx="209839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574582-DD69-2214-6C41-5FA8C609392A}"/>
              </a:ext>
            </a:extLst>
          </p:cNvPr>
          <p:cNvCxnSpPr>
            <a:cxnSpLocks/>
          </p:cNvCxnSpPr>
          <p:nvPr/>
        </p:nvCxnSpPr>
        <p:spPr>
          <a:xfrm flipH="1">
            <a:off x="4745521" y="2332547"/>
            <a:ext cx="2098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4AAC3BE3-7222-4D8C-DED8-8DDEF5BF58FD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3235531" y="2329176"/>
            <a:ext cx="0" cy="4211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063C7BF-C347-6F88-A3C7-26A817C19364}"/>
              </a:ext>
            </a:extLst>
          </p:cNvPr>
          <p:cNvCxnSpPr>
            <a:cxnSpLocks/>
            <a:endCxn id="2" idx="4"/>
          </p:cNvCxnSpPr>
          <p:nvPr/>
        </p:nvCxnSpPr>
        <p:spPr>
          <a:xfrm flipV="1">
            <a:off x="3235531" y="3425942"/>
            <a:ext cx="0" cy="2953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EA98B986-2811-AE3D-E04A-873A05AD89EF}"/>
              </a:ext>
            </a:extLst>
          </p:cNvPr>
          <p:cNvSpPr txBox="1"/>
          <p:nvPr/>
        </p:nvSpPr>
        <p:spPr>
          <a:xfrm>
            <a:off x="4418857" y="1857031"/>
            <a:ext cx="356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>
                <a:solidFill>
                  <a:schemeClr val="accent2"/>
                </a:solidFill>
              </a:rPr>
              <a:t>r</a:t>
            </a:r>
            <a:r>
              <a:rPr lang="en-US" sz="1200" i="1" baseline="-25000" dirty="0" err="1">
                <a:solidFill>
                  <a:schemeClr val="accent2"/>
                </a:solidFill>
              </a:rPr>
              <a:t>s</a:t>
            </a:r>
            <a:endParaRPr lang="en-US" sz="1200" i="1" baseline="-25000" dirty="0">
              <a:solidFill>
                <a:schemeClr val="accent2"/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8279433E-C825-27D8-CB11-E387BD83B0D9}"/>
              </a:ext>
            </a:extLst>
          </p:cNvPr>
          <p:cNvSpPr txBox="1"/>
          <p:nvPr/>
        </p:nvSpPr>
        <p:spPr>
          <a:xfrm>
            <a:off x="3746599" y="1884318"/>
            <a:ext cx="356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accent2"/>
                </a:solidFill>
              </a:rPr>
              <a:t>L</a:t>
            </a:r>
            <a:r>
              <a:rPr lang="en-US" sz="1200" i="1" baseline="-25000" dirty="0">
                <a:solidFill>
                  <a:schemeClr val="accent2"/>
                </a:solidFill>
              </a:rPr>
              <a:t>s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09F7633-8DA8-B81C-AE17-A4F2E808FEF4}"/>
              </a:ext>
            </a:extLst>
          </p:cNvPr>
          <p:cNvSpPr txBox="1"/>
          <p:nvPr/>
        </p:nvSpPr>
        <p:spPr>
          <a:xfrm>
            <a:off x="2406802" y="2946967"/>
            <a:ext cx="482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>
                <a:solidFill>
                  <a:schemeClr val="accent2"/>
                </a:solidFill>
              </a:rPr>
              <a:t>V</a:t>
            </a:r>
            <a:r>
              <a:rPr lang="en-US" sz="1200" i="1" baseline="-25000" dirty="0" err="1">
                <a:solidFill>
                  <a:schemeClr val="accent2"/>
                </a:solidFill>
              </a:rPr>
              <a:t>emf</a:t>
            </a:r>
            <a:endParaRPr lang="en-US" sz="1200" i="1" baseline="-25000" dirty="0">
              <a:solidFill>
                <a:schemeClr val="accent2"/>
              </a:solidFill>
            </a:endParaRPr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669E7C87-9F48-C7BC-45C8-CDEB769B0387}"/>
              </a:ext>
            </a:extLst>
          </p:cNvPr>
          <p:cNvSpPr/>
          <p:nvPr/>
        </p:nvSpPr>
        <p:spPr>
          <a:xfrm>
            <a:off x="7650031" y="2757524"/>
            <a:ext cx="693009" cy="675625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accent1"/>
                </a:solidFill>
              </a:rPr>
              <a:t>V</a:t>
            </a:r>
            <a:r>
              <a:rPr lang="en-US" sz="1200" baseline="-25000" dirty="0" err="1">
                <a:solidFill>
                  <a:schemeClr val="accent1"/>
                </a:solidFill>
              </a:rPr>
              <a:t>grid</a:t>
            </a:r>
            <a:endParaRPr lang="en-US" sz="1100" baseline="-25000" dirty="0">
              <a:solidFill>
                <a:schemeClr val="accent1"/>
              </a:solidFill>
            </a:endParaRPr>
          </a:p>
        </p:txBody>
      </p: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F3AAEA7E-9439-0E0D-6FAE-5C26DB482D45}"/>
              </a:ext>
            </a:extLst>
          </p:cNvPr>
          <p:cNvGrpSpPr/>
          <p:nvPr/>
        </p:nvGrpSpPr>
        <p:grpSpPr>
          <a:xfrm>
            <a:off x="6751541" y="2231681"/>
            <a:ext cx="683640" cy="246888"/>
            <a:chOff x="2551176" y="3154680"/>
            <a:chExt cx="2880360" cy="768096"/>
          </a:xfrm>
        </p:grpSpPr>
        <p:sp>
          <p:nvSpPr>
            <p:cNvPr id="164" name="Arc 163">
              <a:extLst>
                <a:ext uri="{FF2B5EF4-FFF2-40B4-BE49-F238E27FC236}">
                  <a16:creationId xmlns:a16="http://schemas.microsoft.com/office/drawing/2014/main" id="{E086C79F-0A7A-2113-B061-CDA4F6893103}"/>
                </a:ext>
              </a:extLst>
            </p:cNvPr>
            <p:cNvSpPr/>
            <p:nvPr/>
          </p:nvSpPr>
          <p:spPr>
            <a:xfrm>
              <a:off x="2551176" y="3154680"/>
              <a:ext cx="768096" cy="768096"/>
            </a:xfrm>
            <a:prstGeom prst="arc">
              <a:avLst>
                <a:gd name="adj1" fmla="val 9491915"/>
                <a:gd name="adj2" fmla="val 137932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Arc 164">
              <a:extLst>
                <a:ext uri="{FF2B5EF4-FFF2-40B4-BE49-F238E27FC236}">
                  <a16:creationId xmlns:a16="http://schemas.microsoft.com/office/drawing/2014/main" id="{0AD49BA2-8DC0-594A-D8C0-5AA1B3B15640}"/>
                </a:ext>
              </a:extLst>
            </p:cNvPr>
            <p:cNvSpPr/>
            <p:nvPr/>
          </p:nvSpPr>
          <p:spPr>
            <a:xfrm>
              <a:off x="3255264" y="3154680"/>
              <a:ext cx="768096" cy="768096"/>
            </a:xfrm>
            <a:prstGeom prst="arc">
              <a:avLst>
                <a:gd name="adj1" fmla="val 9491915"/>
                <a:gd name="adj2" fmla="val 137932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Arc 165">
              <a:extLst>
                <a:ext uri="{FF2B5EF4-FFF2-40B4-BE49-F238E27FC236}">
                  <a16:creationId xmlns:a16="http://schemas.microsoft.com/office/drawing/2014/main" id="{2A088402-7FD4-3C10-1E7A-AC485B5DC1B6}"/>
                </a:ext>
              </a:extLst>
            </p:cNvPr>
            <p:cNvSpPr/>
            <p:nvPr/>
          </p:nvSpPr>
          <p:spPr>
            <a:xfrm>
              <a:off x="3959352" y="3154680"/>
              <a:ext cx="768096" cy="768096"/>
            </a:xfrm>
            <a:prstGeom prst="arc">
              <a:avLst>
                <a:gd name="adj1" fmla="val 9491915"/>
                <a:gd name="adj2" fmla="val 137932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Arc 166">
              <a:extLst>
                <a:ext uri="{FF2B5EF4-FFF2-40B4-BE49-F238E27FC236}">
                  <a16:creationId xmlns:a16="http://schemas.microsoft.com/office/drawing/2014/main" id="{1DA6D2D0-914D-EBEB-2592-D10B086E4F81}"/>
                </a:ext>
              </a:extLst>
            </p:cNvPr>
            <p:cNvSpPr/>
            <p:nvPr/>
          </p:nvSpPr>
          <p:spPr>
            <a:xfrm>
              <a:off x="4663440" y="3154680"/>
              <a:ext cx="768096" cy="768096"/>
            </a:xfrm>
            <a:prstGeom prst="arc">
              <a:avLst>
                <a:gd name="adj1" fmla="val 9491915"/>
                <a:gd name="adj2" fmla="val 137932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CE15D4CF-80FC-821A-5FE7-863122A4A842}"/>
              </a:ext>
            </a:extLst>
          </p:cNvPr>
          <p:cNvCxnSpPr>
            <a:cxnSpLocks/>
          </p:cNvCxnSpPr>
          <p:nvPr/>
        </p:nvCxnSpPr>
        <p:spPr>
          <a:xfrm flipH="1">
            <a:off x="7435277" y="2358028"/>
            <a:ext cx="561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0B004884-3ADC-7DED-5CB0-BE80078286AE}"/>
              </a:ext>
            </a:extLst>
          </p:cNvPr>
          <p:cNvCxnSpPr>
            <a:cxnSpLocks/>
            <a:stCxn id="147" idx="0"/>
          </p:cNvCxnSpPr>
          <p:nvPr/>
        </p:nvCxnSpPr>
        <p:spPr>
          <a:xfrm flipV="1">
            <a:off x="7996536" y="2355125"/>
            <a:ext cx="0" cy="4023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61BEA171-F5F9-3B51-8A31-C25C1EFB94A8}"/>
              </a:ext>
            </a:extLst>
          </p:cNvPr>
          <p:cNvCxnSpPr>
            <a:cxnSpLocks/>
            <a:endCxn id="147" idx="4"/>
          </p:cNvCxnSpPr>
          <p:nvPr/>
        </p:nvCxnSpPr>
        <p:spPr>
          <a:xfrm flipV="1">
            <a:off x="7996535" y="3433149"/>
            <a:ext cx="1" cy="2983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0343D845-4710-BE5F-F792-4757E4EB04C3}"/>
              </a:ext>
            </a:extLst>
          </p:cNvPr>
          <p:cNvSpPr txBox="1"/>
          <p:nvPr/>
        </p:nvSpPr>
        <p:spPr>
          <a:xfrm>
            <a:off x="6702406" y="1901316"/>
            <a:ext cx="7667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 err="1">
                <a:solidFill>
                  <a:schemeClr val="accent1"/>
                </a:solidFill>
              </a:rPr>
              <a:t>L</a:t>
            </a:r>
            <a:r>
              <a:rPr lang="en-US" sz="1200" i="1" baseline="-25000" dirty="0" err="1">
                <a:solidFill>
                  <a:schemeClr val="accent1"/>
                </a:solidFill>
              </a:rPr>
              <a:t>equ</a:t>
            </a:r>
            <a:endParaRPr lang="en-US" sz="1200" i="1" baseline="-25000" dirty="0">
              <a:solidFill>
                <a:schemeClr val="accent1"/>
              </a:solidFill>
            </a:endParaRP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B2B178D-BD67-FF06-82A7-3B30CCA6B2CE}"/>
              </a:ext>
            </a:extLst>
          </p:cNvPr>
          <p:cNvCxnSpPr>
            <a:cxnSpLocks/>
          </p:cNvCxnSpPr>
          <p:nvPr/>
        </p:nvCxnSpPr>
        <p:spPr>
          <a:xfrm>
            <a:off x="6317672" y="1884318"/>
            <a:ext cx="0" cy="2179683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8DC85EBC-BDEC-A058-68CE-55C8E1EBF67A}"/>
              </a:ext>
            </a:extLst>
          </p:cNvPr>
          <p:cNvSpPr txBox="1"/>
          <p:nvPr/>
        </p:nvSpPr>
        <p:spPr>
          <a:xfrm>
            <a:off x="5359022" y="1956744"/>
            <a:ext cx="625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>
                <a:solidFill>
                  <a:schemeClr val="accent2"/>
                </a:solidFill>
              </a:rPr>
              <a:t>v</a:t>
            </a:r>
            <a:r>
              <a:rPr lang="en-US" sz="1200" i="1" baseline="-25000" dirty="0" err="1">
                <a:solidFill>
                  <a:schemeClr val="accent2"/>
                </a:solidFill>
              </a:rPr>
              <a:t>inverter</a:t>
            </a:r>
            <a:endParaRPr lang="en-US" sz="1200" i="1" baseline="-25000" dirty="0">
              <a:solidFill>
                <a:schemeClr val="accent2"/>
              </a:solidFill>
            </a:endParaRPr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8FEB2E7C-B12E-4D81-43F6-3E62C51C78CC}"/>
              </a:ext>
            </a:extLst>
          </p:cNvPr>
          <p:cNvCxnSpPr>
            <a:cxnSpLocks/>
          </p:cNvCxnSpPr>
          <p:nvPr/>
        </p:nvCxnSpPr>
        <p:spPr>
          <a:xfrm flipV="1">
            <a:off x="6776519" y="1901316"/>
            <a:ext cx="812229" cy="717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7B227F96-E13A-41C7-4BAF-1A522822D8F2}"/>
              </a:ext>
            </a:extLst>
          </p:cNvPr>
          <p:cNvSpPr txBox="1"/>
          <p:nvPr/>
        </p:nvSpPr>
        <p:spPr>
          <a:xfrm>
            <a:off x="7428604" y="1915856"/>
            <a:ext cx="998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1"/>
                </a:solidFill>
              </a:rPr>
              <a:t>0.15 pu - ∞</a:t>
            </a:r>
            <a:endParaRPr lang="en-US" sz="1200" i="1" baseline="-25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407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20F9633-388F-9FB0-44B2-9684CC386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1524000"/>
            <a:ext cx="7620000" cy="304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4EE83819-0253-7BA2-C7B9-A8A18BCFA4BC}"/>
              </a:ext>
            </a:extLst>
          </p:cNvPr>
          <p:cNvSpPr/>
          <p:nvPr/>
        </p:nvSpPr>
        <p:spPr>
          <a:xfrm>
            <a:off x="3150816" y="1765910"/>
            <a:ext cx="788948" cy="636467"/>
          </a:xfrm>
          <a:prstGeom prst="ellipse">
            <a:avLst/>
          </a:prstGeom>
          <a:solidFill>
            <a:srgbClr val="FF0000">
              <a:alpha val="10196"/>
            </a:srgbClr>
          </a:solidFill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4A68DD-6743-3DCD-A57D-044EA3915FCB}"/>
              </a:ext>
            </a:extLst>
          </p:cNvPr>
          <p:cNvSpPr txBox="1"/>
          <p:nvPr/>
        </p:nvSpPr>
        <p:spPr>
          <a:xfrm>
            <a:off x="2162525" y="1167370"/>
            <a:ext cx="145472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solidFill>
                  <a:srgbClr val="FF0000"/>
                </a:solidFill>
              </a:rPr>
              <a:t>Clipping during sub-transient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03E47F-359E-423D-4840-6D2AE70024BA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2735956" y="1581150"/>
            <a:ext cx="530399" cy="277968"/>
          </a:xfrm>
          <a:prstGeom prst="line">
            <a:avLst/>
          </a:prstGeom>
          <a:ln w="127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8B08B82-3838-2340-1427-3D35AA45DB29}"/>
              </a:ext>
            </a:extLst>
          </p:cNvPr>
          <p:cNvSpPr txBox="1"/>
          <p:nvPr/>
        </p:nvSpPr>
        <p:spPr>
          <a:xfrm>
            <a:off x="6779239" y="3676389"/>
            <a:ext cx="137910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solidFill>
                  <a:schemeClr val="accent2"/>
                </a:solidFill>
              </a:rPr>
              <a:t>RMS limiting during extended transient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7F7DC07-8F81-1A92-9283-54B073565F70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6334125" y="3676389"/>
            <a:ext cx="445114" cy="207749"/>
          </a:xfrm>
          <a:prstGeom prst="line">
            <a:avLst/>
          </a:prstGeom>
          <a:ln w="12700">
            <a:solidFill>
              <a:schemeClr val="accent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C249E3D-98BF-46AC-B1E1-46A3E6670C3E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6210300" y="2515562"/>
            <a:ext cx="568939" cy="1368576"/>
          </a:xfrm>
          <a:prstGeom prst="line">
            <a:avLst/>
          </a:prstGeom>
          <a:ln w="12700">
            <a:solidFill>
              <a:schemeClr val="accent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44F7EB1-A327-7EF4-9D50-D733C8B27972}"/>
              </a:ext>
            </a:extLst>
          </p:cNvPr>
          <p:cNvSpPr/>
          <p:nvPr/>
        </p:nvSpPr>
        <p:spPr>
          <a:xfrm>
            <a:off x="3863680" y="2209800"/>
            <a:ext cx="788947" cy="1466589"/>
          </a:xfrm>
          <a:prstGeom prst="roundRect">
            <a:avLst/>
          </a:prstGeom>
          <a:solidFill>
            <a:schemeClr val="accent4">
              <a:alpha val="10196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6214D62-FA43-8954-01BE-9E01737B1F53}"/>
              </a:ext>
            </a:extLst>
          </p:cNvPr>
          <p:cNvCxnSpPr>
            <a:cxnSpLocks/>
          </p:cNvCxnSpPr>
          <p:nvPr/>
        </p:nvCxnSpPr>
        <p:spPr>
          <a:xfrm flipV="1">
            <a:off x="3714750" y="3676389"/>
            <a:ext cx="480677" cy="356630"/>
          </a:xfrm>
          <a:prstGeom prst="line">
            <a:avLst/>
          </a:prstGeom>
          <a:ln w="12700">
            <a:solidFill>
              <a:srgbClr val="0070C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E1350EF-9042-20CC-6032-35394872364D}"/>
              </a:ext>
            </a:extLst>
          </p:cNvPr>
          <p:cNvSpPr txBox="1"/>
          <p:nvPr/>
        </p:nvSpPr>
        <p:spPr>
          <a:xfrm>
            <a:off x="2470497" y="3761213"/>
            <a:ext cx="137910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solidFill>
                  <a:srgbClr val="0070C0"/>
                </a:solidFill>
              </a:rPr>
              <a:t>Impedance controls initial ac amplitude</a:t>
            </a:r>
          </a:p>
        </p:txBody>
      </p:sp>
    </p:spTree>
    <p:extLst>
      <p:ext uri="{BB962C8B-B14F-4D97-AF65-F5344CB8AC3E}">
        <p14:creationId xmlns:p14="http://schemas.microsoft.com/office/powerpoint/2010/main" val="4003907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5B6FA-34AA-8BA9-95B3-B1625D823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roup 201">
            <a:extLst>
              <a:ext uri="{FF2B5EF4-FFF2-40B4-BE49-F238E27FC236}">
                <a16:creationId xmlns:a16="http://schemas.microsoft.com/office/drawing/2014/main" id="{B34D078D-91D2-E520-BEA6-BA7A9D7FA09C}"/>
              </a:ext>
            </a:extLst>
          </p:cNvPr>
          <p:cNvGrpSpPr/>
          <p:nvPr/>
        </p:nvGrpSpPr>
        <p:grpSpPr>
          <a:xfrm>
            <a:off x="665430" y="523383"/>
            <a:ext cx="4547368" cy="1980063"/>
            <a:chOff x="1399230" y="465745"/>
            <a:chExt cx="4547368" cy="1980063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1BCD003-1958-7CE7-CE45-2AE3E75BE9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44930" y="2439389"/>
              <a:ext cx="3311044" cy="641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A989FE2-C055-9C1E-94E2-9623494521DB}"/>
                </a:ext>
              </a:extLst>
            </p:cNvPr>
            <p:cNvSpPr/>
            <p:nvPr/>
          </p:nvSpPr>
          <p:spPr>
            <a:xfrm>
              <a:off x="1898426" y="1474799"/>
              <a:ext cx="693009" cy="675625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accent2"/>
                  </a:solidFill>
                </a:rPr>
                <a:t>~</a:t>
              </a:r>
              <a:endParaRPr lang="en-US" sz="1100" dirty="0">
                <a:solidFill>
                  <a:schemeClr val="accent2"/>
                </a:solidFill>
              </a:endParaRP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7578D3E-C70C-2702-6268-8B5DC97B1CD9}"/>
                </a:ext>
              </a:extLst>
            </p:cNvPr>
            <p:cNvCxnSpPr>
              <a:cxnSpLocks/>
              <a:stCxn id="83" idx="0"/>
            </p:cNvCxnSpPr>
            <p:nvPr/>
          </p:nvCxnSpPr>
          <p:spPr>
            <a:xfrm flipH="1" flipV="1">
              <a:off x="2242117" y="1053657"/>
              <a:ext cx="406630" cy="7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7BD54A5B-43C6-AAF7-2383-815743FB3759}"/>
                </a:ext>
              </a:extLst>
            </p:cNvPr>
            <p:cNvGrpSpPr/>
            <p:nvPr/>
          </p:nvGrpSpPr>
          <p:grpSpPr>
            <a:xfrm>
              <a:off x="2645014" y="896014"/>
              <a:ext cx="683640" cy="246888"/>
              <a:chOff x="2551176" y="3154680"/>
              <a:chExt cx="2880360" cy="768096"/>
            </a:xfrm>
          </p:grpSpPr>
          <p:sp>
            <p:nvSpPr>
              <p:cNvPr id="83" name="Arc 82">
                <a:extLst>
                  <a:ext uri="{FF2B5EF4-FFF2-40B4-BE49-F238E27FC236}">
                    <a16:creationId xmlns:a16="http://schemas.microsoft.com/office/drawing/2014/main" id="{15AB663F-45D7-31DC-6531-F93F7FC560BB}"/>
                  </a:ext>
                </a:extLst>
              </p:cNvPr>
              <p:cNvSpPr/>
              <p:nvPr/>
            </p:nvSpPr>
            <p:spPr>
              <a:xfrm>
                <a:off x="2551176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Arc 83">
                <a:extLst>
                  <a:ext uri="{FF2B5EF4-FFF2-40B4-BE49-F238E27FC236}">
                    <a16:creationId xmlns:a16="http://schemas.microsoft.com/office/drawing/2014/main" id="{DFDB1848-B296-A4D6-1779-5449A4FA9A16}"/>
                  </a:ext>
                </a:extLst>
              </p:cNvPr>
              <p:cNvSpPr/>
              <p:nvPr/>
            </p:nvSpPr>
            <p:spPr>
              <a:xfrm>
                <a:off x="3255264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Arc 84">
                <a:extLst>
                  <a:ext uri="{FF2B5EF4-FFF2-40B4-BE49-F238E27FC236}">
                    <a16:creationId xmlns:a16="http://schemas.microsoft.com/office/drawing/2014/main" id="{09E7C417-F169-C366-0008-464D78227B43}"/>
                  </a:ext>
                </a:extLst>
              </p:cNvPr>
              <p:cNvSpPr/>
              <p:nvPr/>
            </p:nvSpPr>
            <p:spPr>
              <a:xfrm>
                <a:off x="3959352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Arc 85">
                <a:extLst>
                  <a:ext uri="{FF2B5EF4-FFF2-40B4-BE49-F238E27FC236}">
                    <a16:creationId xmlns:a16="http://schemas.microsoft.com/office/drawing/2014/main" id="{6975BBC1-16C5-A858-7CC3-6FD170D0D6C6}"/>
                  </a:ext>
                </a:extLst>
              </p:cNvPr>
              <p:cNvSpPr/>
              <p:nvPr/>
            </p:nvSpPr>
            <p:spPr>
              <a:xfrm>
                <a:off x="4663440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62A6A35-1027-3F73-5A8A-EA4735BC875B}"/>
                </a:ext>
              </a:extLst>
            </p:cNvPr>
            <p:cNvCxnSpPr>
              <a:cxnSpLocks/>
              <a:stCxn id="61" idx="0"/>
            </p:cNvCxnSpPr>
            <p:nvPr/>
          </p:nvCxnSpPr>
          <p:spPr>
            <a:xfrm flipV="1">
              <a:off x="2244931" y="1053658"/>
              <a:ext cx="0" cy="4211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9F34F7C-AAF6-5DF8-25AA-FA0A8B3DE546}"/>
                </a:ext>
              </a:extLst>
            </p:cNvPr>
            <p:cNvCxnSpPr>
              <a:cxnSpLocks/>
              <a:endCxn id="61" idx="4"/>
            </p:cNvCxnSpPr>
            <p:nvPr/>
          </p:nvCxnSpPr>
          <p:spPr>
            <a:xfrm flipV="1">
              <a:off x="2244931" y="2150424"/>
              <a:ext cx="0" cy="2953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BDC2624-1C2A-0A15-86A9-86E317DA69A2}"/>
                </a:ext>
              </a:extLst>
            </p:cNvPr>
            <p:cNvCxnSpPr>
              <a:cxnSpLocks/>
              <a:stCxn id="93" idx="2"/>
            </p:cNvCxnSpPr>
            <p:nvPr/>
          </p:nvCxnSpPr>
          <p:spPr>
            <a:xfrm flipV="1">
              <a:off x="4604907" y="1040406"/>
              <a:ext cx="1060395" cy="148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B3885E0-72F5-4DD0-145B-822BC75A2EE0}"/>
                </a:ext>
              </a:extLst>
            </p:cNvPr>
            <p:cNvSpPr txBox="1"/>
            <p:nvPr/>
          </p:nvSpPr>
          <p:spPr>
            <a:xfrm>
              <a:off x="5417128" y="1800054"/>
              <a:ext cx="5294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r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fault</a:t>
              </a:r>
              <a:endParaRPr lang="en-US" sz="1600" baseline="-25000" dirty="0">
                <a:solidFill>
                  <a:srgbClr val="FF0000"/>
                </a:solidFill>
              </a:endParaRP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CE345362-C8DD-0661-3EC1-2A541D7C850C}"/>
                </a:ext>
              </a:extLst>
            </p:cNvPr>
            <p:cNvGrpSpPr/>
            <p:nvPr/>
          </p:nvGrpSpPr>
          <p:grpSpPr>
            <a:xfrm>
              <a:off x="5178740" y="1053658"/>
              <a:ext cx="169164" cy="1385731"/>
              <a:chOff x="5063888" y="2084652"/>
              <a:chExt cx="169164" cy="1385731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B3F683CC-98CB-9A78-6F91-75C54C05B31F}"/>
                  </a:ext>
                </a:extLst>
              </p:cNvPr>
              <p:cNvGrpSpPr/>
              <p:nvPr/>
            </p:nvGrpSpPr>
            <p:grpSpPr>
              <a:xfrm rot="5400000">
                <a:off x="4985138" y="2878076"/>
                <a:ext cx="326664" cy="169164"/>
                <a:chOff x="4521709" y="2816352"/>
                <a:chExt cx="2024480" cy="745236"/>
              </a:xfrm>
            </p:grpSpPr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F14EFB3E-484C-7534-1945-F86F14958D2D}"/>
                    </a:ext>
                  </a:extLst>
                </p:cNvPr>
                <p:cNvCxnSpPr/>
                <p:nvPr/>
              </p:nvCxnSpPr>
              <p:spPr>
                <a:xfrm flipV="1">
                  <a:off x="4718304" y="2816352"/>
                  <a:ext cx="393192" cy="745236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551BF7A1-7FD7-E293-FBAA-80F67D0B2A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111496" y="2816352"/>
                  <a:ext cx="422453" cy="745236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0C7D2817-7736-C6C8-22DD-A6FAD2FA4072}"/>
                    </a:ext>
                  </a:extLst>
                </p:cNvPr>
                <p:cNvCxnSpPr/>
                <p:nvPr/>
              </p:nvCxnSpPr>
              <p:spPr>
                <a:xfrm flipV="1">
                  <a:off x="5533949" y="2816352"/>
                  <a:ext cx="393192" cy="745236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99AA6265-084F-64A6-803D-FC6D79A1A6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27141" y="2816352"/>
                  <a:ext cx="422453" cy="745236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9F4B2046-60DF-7C92-03FA-E4766451AB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49594" y="3188969"/>
                  <a:ext cx="196595" cy="37261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E2CA9460-8214-45F3-64F0-69A3BA982B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21709" y="3188970"/>
                  <a:ext cx="212198" cy="37261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E217F735-B274-86D9-B96B-156FBAF674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8470" y="2505793"/>
                <a:ext cx="0" cy="29353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3485E6FF-A0FB-D1D2-8EED-CC64D63197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8470" y="3125990"/>
                <a:ext cx="0" cy="34439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980E97F5-CB9A-3F8E-9330-1F3C7AC14D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8470" y="2084652"/>
                <a:ext cx="0" cy="28481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8158876-C198-3D66-1C38-0AB8489DF8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48470" y="2351277"/>
                <a:ext cx="84582" cy="15451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Arc 70">
              <a:extLst>
                <a:ext uri="{FF2B5EF4-FFF2-40B4-BE49-F238E27FC236}">
                  <a16:creationId xmlns:a16="http://schemas.microsoft.com/office/drawing/2014/main" id="{998F72D2-1064-DB6A-65CD-4392C4DA51ED}"/>
                </a:ext>
              </a:extLst>
            </p:cNvPr>
            <p:cNvSpPr/>
            <p:nvPr/>
          </p:nvSpPr>
          <p:spPr>
            <a:xfrm>
              <a:off x="3596568" y="1439286"/>
              <a:ext cx="1167558" cy="845252"/>
            </a:xfrm>
            <a:prstGeom prst="arc">
              <a:avLst>
                <a:gd name="adj1" fmla="val 12078507"/>
                <a:gd name="adj2" fmla="val 2607156"/>
              </a:avLst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349C3C56-24DD-2E67-1F21-05E9D37A86B8}"/>
                </a:ext>
              </a:extLst>
            </p:cNvPr>
            <p:cNvGrpSpPr/>
            <p:nvPr/>
          </p:nvGrpSpPr>
          <p:grpSpPr>
            <a:xfrm>
              <a:off x="3925435" y="894945"/>
              <a:ext cx="683640" cy="246888"/>
              <a:chOff x="2551176" y="3154680"/>
              <a:chExt cx="2880360" cy="768096"/>
            </a:xfrm>
          </p:grpSpPr>
          <p:sp>
            <p:nvSpPr>
              <p:cNvPr id="90" name="Arc 89">
                <a:extLst>
                  <a:ext uri="{FF2B5EF4-FFF2-40B4-BE49-F238E27FC236}">
                    <a16:creationId xmlns:a16="http://schemas.microsoft.com/office/drawing/2014/main" id="{208FCBE9-ADB6-0430-5A94-7CDFAE80E743}"/>
                  </a:ext>
                </a:extLst>
              </p:cNvPr>
              <p:cNvSpPr/>
              <p:nvPr/>
            </p:nvSpPr>
            <p:spPr>
              <a:xfrm>
                <a:off x="2551176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Arc 90">
                <a:extLst>
                  <a:ext uri="{FF2B5EF4-FFF2-40B4-BE49-F238E27FC236}">
                    <a16:creationId xmlns:a16="http://schemas.microsoft.com/office/drawing/2014/main" id="{784B23B8-341D-F53C-91D7-ED06529E5FD3}"/>
                  </a:ext>
                </a:extLst>
              </p:cNvPr>
              <p:cNvSpPr/>
              <p:nvPr/>
            </p:nvSpPr>
            <p:spPr>
              <a:xfrm>
                <a:off x="3255264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Arc 91">
                <a:extLst>
                  <a:ext uri="{FF2B5EF4-FFF2-40B4-BE49-F238E27FC236}">
                    <a16:creationId xmlns:a16="http://schemas.microsoft.com/office/drawing/2014/main" id="{B33929CB-CD2B-A50E-4147-9A9910B07E90}"/>
                  </a:ext>
                </a:extLst>
              </p:cNvPr>
              <p:cNvSpPr/>
              <p:nvPr/>
            </p:nvSpPr>
            <p:spPr>
              <a:xfrm>
                <a:off x="3959352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Arc 92">
                <a:extLst>
                  <a:ext uri="{FF2B5EF4-FFF2-40B4-BE49-F238E27FC236}">
                    <a16:creationId xmlns:a16="http://schemas.microsoft.com/office/drawing/2014/main" id="{8BB125A2-4F76-9CB5-3F4A-B214EDDF071B}"/>
                  </a:ext>
                </a:extLst>
              </p:cNvPr>
              <p:cNvSpPr/>
              <p:nvPr/>
            </p:nvSpPr>
            <p:spPr>
              <a:xfrm>
                <a:off x="4663440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19C3FA32-46BE-31BA-8888-EDAAAA86CB04}"/>
                </a:ext>
              </a:extLst>
            </p:cNvPr>
            <p:cNvCxnSpPr>
              <a:cxnSpLocks/>
              <a:stCxn id="90" idx="0"/>
              <a:endCxn id="86" idx="2"/>
            </p:cNvCxnSpPr>
            <p:nvPr/>
          </p:nvCxnSpPr>
          <p:spPr>
            <a:xfrm flipH="1">
              <a:off x="3324486" y="1053356"/>
              <a:ext cx="604682" cy="300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21C4EC3-9E3C-A169-7A6A-2387A13CFFFC}"/>
                </a:ext>
              </a:extLst>
            </p:cNvPr>
            <p:cNvSpPr txBox="1"/>
            <p:nvPr/>
          </p:nvSpPr>
          <p:spPr>
            <a:xfrm>
              <a:off x="3982051" y="465745"/>
              <a:ext cx="5358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>
                  <a:solidFill>
                    <a:schemeClr val="accent2"/>
                  </a:solidFill>
                </a:rPr>
                <a:t>X</a:t>
              </a:r>
              <a:r>
                <a:rPr lang="en-US" sz="1600" baseline="-25000" dirty="0" err="1">
                  <a:solidFill>
                    <a:schemeClr val="accent2"/>
                  </a:solidFill>
                </a:rPr>
                <a:t>line</a:t>
              </a:r>
              <a:endParaRPr lang="en-US" sz="1600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5638224-4078-EC98-1017-8B1F1F0D5545}"/>
                </a:ext>
              </a:extLst>
            </p:cNvPr>
            <p:cNvSpPr txBox="1"/>
            <p:nvPr/>
          </p:nvSpPr>
          <p:spPr>
            <a:xfrm>
              <a:off x="2701630" y="480035"/>
              <a:ext cx="5358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>
                  <a:solidFill>
                    <a:schemeClr val="accent2"/>
                  </a:solidFill>
                </a:rPr>
                <a:t>X</a:t>
              </a:r>
              <a:r>
                <a:rPr lang="en-US" sz="1600" baseline="-25000" dirty="0" err="1">
                  <a:solidFill>
                    <a:schemeClr val="accent2"/>
                  </a:solidFill>
                </a:rPr>
                <a:t>s</a:t>
              </a:r>
              <a:endParaRPr lang="en-US" sz="1600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78843DC5-F9D1-E12E-D902-571B7686ED57}"/>
                </a:ext>
              </a:extLst>
            </p:cNvPr>
            <p:cNvSpPr txBox="1"/>
            <p:nvPr/>
          </p:nvSpPr>
          <p:spPr>
            <a:xfrm>
              <a:off x="1399230" y="1639791"/>
              <a:ext cx="5358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accent2"/>
                  </a:solidFill>
                </a:rPr>
                <a:t>V</a:t>
              </a:r>
              <a:r>
                <a:rPr lang="en-US" sz="1600" baseline="-25000" dirty="0">
                  <a:solidFill>
                    <a:schemeClr val="accent2"/>
                  </a:solidFill>
                </a:rPr>
                <a:t>s</a:t>
              </a:r>
            </a:p>
          </p:txBody>
        </p: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67F0455A-DDFD-0A05-C60E-A788044DBE5B}"/>
              </a:ext>
            </a:extLst>
          </p:cNvPr>
          <p:cNvGrpSpPr/>
          <p:nvPr/>
        </p:nvGrpSpPr>
        <p:grpSpPr>
          <a:xfrm>
            <a:off x="1498775" y="3285595"/>
            <a:ext cx="3679965" cy="1972077"/>
            <a:chOff x="1498775" y="3285595"/>
            <a:chExt cx="3679965" cy="1972077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F5F25DA-B1D5-00DA-1916-67BF6054878C}"/>
                </a:ext>
              </a:extLst>
            </p:cNvPr>
            <p:cNvCxnSpPr>
              <a:cxnSpLocks/>
            </p:cNvCxnSpPr>
            <p:nvPr/>
          </p:nvCxnSpPr>
          <p:spPr>
            <a:xfrm>
              <a:off x="2398000" y="5257672"/>
              <a:ext cx="278074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F3FF836C-27A4-095A-F9C7-FAA2FB4635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98001" y="3849311"/>
              <a:ext cx="0" cy="43735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10AD675-6345-9FAE-B30B-FD215528C9E3}"/>
                </a:ext>
              </a:extLst>
            </p:cNvPr>
            <p:cNvCxnSpPr>
              <a:cxnSpLocks/>
              <a:endCxn id="45" idx="4"/>
            </p:cNvCxnSpPr>
            <p:nvPr/>
          </p:nvCxnSpPr>
          <p:spPr>
            <a:xfrm flipH="1" flipV="1">
              <a:off x="2394342" y="4935131"/>
              <a:ext cx="3659" cy="3225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77C5C66-5C11-5C07-D4DE-8799E156BA6A}"/>
                </a:ext>
              </a:extLst>
            </p:cNvPr>
            <p:cNvCxnSpPr>
              <a:cxnSpLocks/>
              <a:stCxn id="123" idx="2"/>
            </p:cNvCxnSpPr>
            <p:nvPr/>
          </p:nvCxnSpPr>
          <p:spPr>
            <a:xfrm>
              <a:off x="3558123" y="3852990"/>
              <a:ext cx="162061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D49A06D-947E-DDB7-CD67-4045037E8D75}"/>
                </a:ext>
              </a:extLst>
            </p:cNvPr>
            <p:cNvGrpSpPr/>
            <p:nvPr/>
          </p:nvGrpSpPr>
          <p:grpSpPr>
            <a:xfrm>
              <a:off x="4212008" y="3865522"/>
              <a:ext cx="169164" cy="1385731"/>
              <a:chOff x="5063888" y="2084652"/>
              <a:chExt cx="169164" cy="1385731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C68CE1F5-99A9-70C1-0A8E-C34B878E2BA4}"/>
                  </a:ext>
                </a:extLst>
              </p:cNvPr>
              <p:cNvGrpSpPr/>
              <p:nvPr/>
            </p:nvGrpSpPr>
            <p:grpSpPr>
              <a:xfrm rot="5400000">
                <a:off x="4985138" y="2878076"/>
                <a:ext cx="326664" cy="169164"/>
                <a:chOff x="4521709" y="2816352"/>
                <a:chExt cx="2024480" cy="745236"/>
              </a:xfrm>
            </p:grpSpPr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3B8B0E8A-5912-A38A-025F-E09DF81D9EAE}"/>
                    </a:ext>
                  </a:extLst>
                </p:cNvPr>
                <p:cNvCxnSpPr/>
                <p:nvPr/>
              </p:nvCxnSpPr>
              <p:spPr>
                <a:xfrm flipV="1">
                  <a:off x="4718304" y="2816352"/>
                  <a:ext cx="393192" cy="745236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5897C203-B86C-2E9B-A5B4-657CAF38A3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111496" y="2816352"/>
                  <a:ext cx="422453" cy="745236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CF26670E-B28D-6241-70C9-EC0BC93B6A7C}"/>
                    </a:ext>
                  </a:extLst>
                </p:cNvPr>
                <p:cNvCxnSpPr/>
                <p:nvPr/>
              </p:nvCxnSpPr>
              <p:spPr>
                <a:xfrm flipV="1">
                  <a:off x="5533949" y="2816352"/>
                  <a:ext cx="393192" cy="745236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DF3CAED9-9B61-B49C-6711-3A7D223A8C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27141" y="2816352"/>
                  <a:ext cx="422453" cy="745236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7D2E46D7-5CD2-10E5-09A8-4F49107EF1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49594" y="3188969"/>
                  <a:ext cx="196595" cy="37261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114C4509-66AD-5723-597F-A3767790D4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21709" y="3188970"/>
                  <a:ext cx="212198" cy="37261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8BF25FC7-980C-537B-434E-E1B1D095E2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8470" y="2505793"/>
                <a:ext cx="0" cy="29353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209A49F-AB92-FC68-5494-2A668FF32B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8470" y="3125990"/>
                <a:ext cx="0" cy="34439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07567C4-BE3E-29ED-59E6-07AD349046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8470" y="2084652"/>
                <a:ext cx="0" cy="28481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AF7E1BB9-AF77-DA05-F3DC-1DFBF9FE0F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48470" y="2351277"/>
                <a:ext cx="84582" cy="15451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9142F2B-78CC-841E-174E-4174C3E51196}"/>
                </a:ext>
              </a:extLst>
            </p:cNvPr>
            <p:cNvGrpSpPr/>
            <p:nvPr/>
          </p:nvGrpSpPr>
          <p:grpSpPr>
            <a:xfrm>
              <a:off x="2047837" y="4259506"/>
              <a:ext cx="693009" cy="675625"/>
              <a:chOff x="3163145" y="4818091"/>
              <a:chExt cx="693009" cy="675625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2CD23340-1301-42E3-59C4-92C071069054}"/>
                  </a:ext>
                </a:extLst>
              </p:cNvPr>
              <p:cNvSpPr/>
              <p:nvPr/>
            </p:nvSpPr>
            <p:spPr>
              <a:xfrm>
                <a:off x="3163145" y="4818091"/>
                <a:ext cx="693009" cy="675625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solidFill>
                    <a:schemeClr val="accent2"/>
                  </a:solidFill>
                </a:endParaRPr>
              </a:p>
            </p:txBody>
          </p: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BB426C7D-A847-EA38-AE45-9FA9E20C4FE2}"/>
                  </a:ext>
                </a:extLst>
              </p:cNvPr>
              <p:cNvCxnSpPr/>
              <p:nvPr/>
            </p:nvCxnSpPr>
            <p:spPr>
              <a:xfrm flipV="1">
                <a:off x="3509649" y="4999383"/>
                <a:ext cx="0" cy="298174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874B8742-96DE-A976-622D-53E9FA4E9F34}"/>
                </a:ext>
              </a:extLst>
            </p:cNvPr>
            <p:cNvGrpSpPr/>
            <p:nvPr/>
          </p:nvGrpSpPr>
          <p:grpSpPr>
            <a:xfrm>
              <a:off x="2878651" y="3692644"/>
              <a:ext cx="683640" cy="246888"/>
              <a:chOff x="2551176" y="3154680"/>
              <a:chExt cx="2880360" cy="768096"/>
            </a:xfrm>
          </p:grpSpPr>
          <p:sp>
            <p:nvSpPr>
              <p:cNvPr id="108" name="Arc 107">
                <a:extLst>
                  <a:ext uri="{FF2B5EF4-FFF2-40B4-BE49-F238E27FC236}">
                    <a16:creationId xmlns:a16="http://schemas.microsoft.com/office/drawing/2014/main" id="{EA5FD8D3-584D-171B-BB79-49669A088B55}"/>
                  </a:ext>
                </a:extLst>
              </p:cNvPr>
              <p:cNvSpPr/>
              <p:nvPr/>
            </p:nvSpPr>
            <p:spPr>
              <a:xfrm>
                <a:off x="2551176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Arc 112">
                <a:extLst>
                  <a:ext uri="{FF2B5EF4-FFF2-40B4-BE49-F238E27FC236}">
                    <a16:creationId xmlns:a16="http://schemas.microsoft.com/office/drawing/2014/main" id="{7FDBCD28-E86E-B6CF-BA59-57B05BA52104}"/>
                  </a:ext>
                </a:extLst>
              </p:cNvPr>
              <p:cNvSpPr/>
              <p:nvPr/>
            </p:nvSpPr>
            <p:spPr>
              <a:xfrm>
                <a:off x="3255264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Arc 121">
                <a:extLst>
                  <a:ext uri="{FF2B5EF4-FFF2-40B4-BE49-F238E27FC236}">
                    <a16:creationId xmlns:a16="http://schemas.microsoft.com/office/drawing/2014/main" id="{D70F5BF9-3FCB-72D8-4177-6D1FE38ED165}"/>
                  </a:ext>
                </a:extLst>
              </p:cNvPr>
              <p:cNvSpPr/>
              <p:nvPr/>
            </p:nvSpPr>
            <p:spPr>
              <a:xfrm>
                <a:off x="3959352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Arc 122">
                <a:extLst>
                  <a:ext uri="{FF2B5EF4-FFF2-40B4-BE49-F238E27FC236}">
                    <a16:creationId xmlns:a16="http://schemas.microsoft.com/office/drawing/2014/main" id="{E5495693-9B0E-76D5-45FD-C79ADA0FC0C2}"/>
                  </a:ext>
                </a:extLst>
              </p:cNvPr>
              <p:cNvSpPr/>
              <p:nvPr/>
            </p:nvSpPr>
            <p:spPr>
              <a:xfrm>
                <a:off x="4663440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4D7AC0ED-D58D-3C9A-5880-CF07F0024CE7}"/>
                </a:ext>
              </a:extLst>
            </p:cNvPr>
            <p:cNvCxnSpPr>
              <a:cxnSpLocks/>
              <a:endCxn id="108" idx="0"/>
            </p:cNvCxnSpPr>
            <p:nvPr/>
          </p:nvCxnSpPr>
          <p:spPr>
            <a:xfrm>
              <a:off x="2396171" y="3849311"/>
              <a:ext cx="486213" cy="17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Arc 137">
              <a:extLst>
                <a:ext uri="{FF2B5EF4-FFF2-40B4-BE49-F238E27FC236}">
                  <a16:creationId xmlns:a16="http://schemas.microsoft.com/office/drawing/2014/main" id="{903A3363-484F-346B-8ED5-97CD618CEA04}"/>
                </a:ext>
              </a:extLst>
            </p:cNvPr>
            <p:cNvSpPr/>
            <p:nvPr/>
          </p:nvSpPr>
          <p:spPr>
            <a:xfrm>
              <a:off x="2878650" y="4200953"/>
              <a:ext cx="1167558" cy="845252"/>
            </a:xfrm>
            <a:prstGeom prst="arc">
              <a:avLst>
                <a:gd name="adj1" fmla="val 12078507"/>
                <a:gd name="adj2" fmla="val 2607156"/>
              </a:avLst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5DA3665C-BDE1-3E6F-7B43-BC80C8BE4E97}"/>
                </a:ext>
              </a:extLst>
            </p:cNvPr>
            <p:cNvSpPr txBox="1"/>
            <p:nvPr/>
          </p:nvSpPr>
          <p:spPr>
            <a:xfrm>
              <a:off x="1498775" y="4402024"/>
              <a:ext cx="5358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>
                  <a:solidFill>
                    <a:schemeClr val="accent2"/>
                  </a:solidFill>
                </a:rPr>
                <a:t>I</a:t>
              </a:r>
              <a:r>
                <a:rPr lang="en-US" sz="1600" baseline="-25000" dirty="0" err="1">
                  <a:solidFill>
                    <a:schemeClr val="accent2"/>
                  </a:solidFill>
                </a:rPr>
                <a:t>limit</a:t>
              </a:r>
              <a:endParaRPr lang="en-US" sz="1600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B4230AB8-A97B-AD59-69DE-9F517F9888EA}"/>
                </a:ext>
              </a:extLst>
            </p:cNvPr>
            <p:cNvSpPr txBox="1"/>
            <p:nvPr/>
          </p:nvSpPr>
          <p:spPr>
            <a:xfrm>
              <a:off x="2959429" y="3285595"/>
              <a:ext cx="5358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>
                  <a:solidFill>
                    <a:schemeClr val="accent2"/>
                  </a:solidFill>
                </a:rPr>
                <a:t>X</a:t>
              </a:r>
              <a:r>
                <a:rPr lang="en-US" sz="1600" baseline="-25000" dirty="0" err="1">
                  <a:solidFill>
                    <a:schemeClr val="accent2"/>
                  </a:solidFill>
                </a:rPr>
                <a:t>line</a:t>
              </a:r>
              <a:endParaRPr lang="en-US" sz="1600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0428A304-B897-ADD6-F266-73EA2430C5A1}"/>
                </a:ext>
              </a:extLst>
            </p:cNvPr>
            <p:cNvSpPr txBox="1"/>
            <p:nvPr/>
          </p:nvSpPr>
          <p:spPr>
            <a:xfrm>
              <a:off x="4576097" y="4597500"/>
              <a:ext cx="5294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r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fault</a:t>
              </a:r>
              <a:endParaRPr lang="en-US" sz="1600" baseline="-250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20DAFC6E-3148-EA81-C7BA-683849FD4EE7}"/>
              </a:ext>
            </a:extLst>
          </p:cNvPr>
          <p:cNvGrpSpPr/>
          <p:nvPr/>
        </p:nvGrpSpPr>
        <p:grpSpPr>
          <a:xfrm>
            <a:off x="6343711" y="3507972"/>
            <a:ext cx="3401094" cy="2251566"/>
            <a:chOff x="7557375" y="4134333"/>
            <a:chExt cx="3401094" cy="2251566"/>
          </a:xfrm>
        </p:grpSpPr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11B053C0-4C6C-BEE3-644C-F63CDD14B1B8}"/>
                </a:ext>
              </a:extLst>
            </p:cNvPr>
            <p:cNvGrpSpPr/>
            <p:nvPr/>
          </p:nvGrpSpPr>
          <p:grpSpPr>
            <a:xfrm>
              <a:off x="7557375" y="4134333"/>
              <a:ext cx="3401094" cy="1925475"/>
              <a:chOff x="7480796" y="4371234"/>
              <a:chExt cx="3401094" cy="1925475"/>
            </a:xfrm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211BA69E-1F42-B942-67A3-F4B8CB5D6F67}"/>
                  </a:ext>
                </a:extLst>
              </p:cNvPr>
              <p:cNvSpPr/>
              <p:nvPr/>
            </p:nvSpPr>
            <p:spPr>
              <a:xfrm>
                <a:off x="8214413" y="4495675"/>
                <a:ext cx="1164101" cy="52618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PLL &amp; phase detection</a:t>
                </a:r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B3C28365-BDE9-9293-D253-59286708A9E1}"/>
                  </a:ext>
                </a:extLst>
              </p:cNvPr>
              <p:cNvSpPr/>
              <p:nvPr/>
            </p:nvSpPr>
            <p:spPr>
              <a:xfrm>
                <a:off x="9490414" y="5294486"/>
                <a:ext cx="478584" cy="475539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8" name="Connector: Elbow 157">
                <a:extLst>
                  <a:ext uri="{FF2B5EF4-FFF2-40B4-BE49-F238E27FC236}">
                    <a16:creationId xmlns:a16="http://schemas.microsoft.com/office/drawing/2014/main" id="{2D6217D2-E389-6C53-310F-9702869FD20E}"/>
                  </a:ext>
                </a:extLst>
              </p:cNvPr>
              <p:cNvCxnSpPr>
                <a:cxnSpLocks/>
                <a:stCxn id="152" idx="3"/>
                <a:endCxn id="156" idx="0"/>
              </p:cNvCxnSpPr>
              <p:nvPr/>
            </p:nvCxnSpPr>
            <p:spPr>
              <a:xfrm>
                <a:off x="9378514" y="4758769"/>
                <a:ext cx="351192" cy="535717"/>
              </a:xfrm>
              <a:prstGeom prst="bentConnector2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192030C9-C2DA-3DF2-99D8-614C638F3097}"/>
                  </a:ext>
                </a:extLst>
              </p:cNvPr>
              <p:cNvSpPr/>
              <p:nvPr/>
            </p:nvSpPr>
            <p:spPr>
              <a:xfrm>
                <a:off x="7642440" y="5292812"/>
                <a:ext cx="478584" cy="475539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2" name="Connector: Elbow 161">
                <a:extLst>
                  <a:ext uri="{FF2B5EF4-FFF2-40B4-BE49-F238E27FC236}">
                    <a16:creationId xmlns:a16="http://schemas.microsoft.com/office/drawing/2014/main" id="{F4A56BB1-FC0C-2225-8AE9-D9D9019A4745}"/>
                  </a:ext>
                </a:extLst>
              </p:cNvPr>
              <p:cNvCxnSpPr>
                <a:cxnSpLocks/>
                <a:stCxn id="160" idx="0"/>
                <a:endCxn id="152" idx="1"/>
              </p:cNvCxnSpPr>
              <p:nvPr/>
            </p:nvCxnSpPr>
            <p:spPr>
              <a:xfrm rot="5400000" flipH="1" flipV="1">
                <a:off x="7781051" y="4859451"/>
                <a:ext cx="534043" cy="332681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Arrow Connector 172">
                <a:extLst>
                  <a:ext uri="{FF2B5EF4-FFF2-40B4-BE49-F238E27FC236}">
                    <a16:creationId xmlns:a16="http://schemas.microsoft.com/office/drawing/2014/main" id="{E1141A3E-0162-F1B7-3C3B-BABBA1C14B2E}"/>
                  </a:ext>
                </a:extLst>
              </p:cNvPr>
              <p:cNvCxnSpPr>
                <a:stCxn id="156" idx="2"/>
                <a:endCxn id="160" idx="6"/>
              </p:cNvCxnSpPr>
              <p:nvPr/>
            </p:nvCxnSpPr>
            <p:spPr>
              <a:xfrm flipH="1" flipV="1">
                <a:off x="8121024" y="5530582"/>
                <a:ext cx="1369390" cy="167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Arrow Connector 174">
                <a:extLst>
                  <a:ext uri="{FF2B5EF4-FFF2-40B4-BE49-F238E27FC236}">
                    <a16:creationId xmlns:a16="http://schemas.microsoft.com/office/drawing/2014/main" id="{6B2FDA8C-696F-D80A-5259-B81A14450C28}"/>
                  </a:ext>
                </a:extLst>
              </p:cNvPr>
              <p:cNvCxnSpPr>
                <a:cxnSpLocks/>
                <a:endCxn id="160" idx="4"/>
              </p:cNvCxnSpPr>
              <p:nvPr/>
            </p:nvCxnSpPr>
            <p:spPr>
              <a:xfrm flipV="1">
                <a:off x="7881732" y="5768351"/>
                <a:ext cx="0" cy="34421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Arrow Connector 177">
                <a:extLst>
                  <a:ext uri="{FF2B5EF4-FFF2-40B4-BE49-F238E27FC236}">
                    <a16:creationId xmlns:a16="http://schemas.microsoft.com/office/drawing/2014/main" id="{94B780EC-C8DD-8BF1-FC08-7DC92C2C63A4}"/>
                  </a:ext>
                </a:extLst>
              </p:cNvPr>
              <p:cNvCxnSpPr>
                <a:endCxn id="156" idx="6"/>
              </p:cNvCxnSpPr>
              <p:nvPr/>
            </p:nvCxnSpPr>
            <p:spPr>
              <a:xfrm flipH="1">
                <a:off x="9968998" y="5530582"/>
                <a:ext cx="447211" cy="167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FE16D325-065F-594F-9663-9C991BF62047}"/>
                  </a:ext>
                </a:extLst>
              </p:cNvPr>
              <p:cNvSpPr txBox="1"/>
              <p:nvPr/>
            </p:nvSpPr>
            <p:spPr>
              <a:xfrm>
                <a:off x="10048461" y="5126598"/>
                <a:ext cx="8334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dirty="0"/>
                  <a:t>θ</a:t>
                </a:r>
                <a:r>
                  <a:rPr lang="en-US" baseline="-25000" dirty="0"/>
                  <a:t>desired</a:t>
                </a:r>
              </a:p>
            </p:txBody>
          </p: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231327B0-111D-E8DA-33D5-8081B0AB3837}"/>
                  </a:ext>
                </a:extLst>
              </p:cNvPr>
              <p:cNvSpPr txBox="1"/>
              <p:nvPr/>
            </p:nvSpPr>
            <p:spPr>
              <a:xfrm>
                <a:off x="7852645" y="5927377"/>
                <a:ext cx="478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dirty="0"/>
                  <a:t>θ</a:t>
                </a:r>
                <a:r>
                  <a:rPr lang="en-US" baseline="-25000" dirty="0"/>
                  <a:t>Z</a:t>
                </a:r>
              </a:p>
            </p:txBody>
          </p: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CFFF0F59-0C45-FC3F-D0C5-036AF28520DF}"/>
                  </a:ext>
                </a:extLst>
              </p:cNvPr>
              <p:cNvSpPr txBox="1"/>
              <p:nvPr/>
            </p:nvSpPr>
            <p:spPr>
              <a:xfrm>
                <a:off x="7594956" y="4371234"/>
                <a:ext cx="478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dirty="0"/>
                  <a:t>θ</a:t>
                </a:r>
                <a:r>
                  <a:rPr lang="en-US" baseline="-25000" dirty="0"/>
                  <a:t>V</a:t>
                </a:r>
              </a:p>
            </p:txBody>
          </p:sp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C38DA0B7-FDD5-AE51-4EBE-07AA2E02B434}"/>
                  </a:ext>
                </a:extLst>
              </p:cNvPr>
              <p:cNvSpPr txBox="1"/>
              <p:nvPr/>
            </p:nvSpPr>
            <p:spPr>
              <a:xfrm>
                <a:off x="8145118" y="5484027"/>
                <a:ext cx="2723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+</a:t>
                </a:r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593F4B07-6169-C0C9-01DB-A5C618D37C97}"/>
                  </a:ext>
                </a:extLst>
              </p:cNvPr>
              <p:cNvSpPr txBox="1"/>
              <p:nvPr/>
            </p:nvSpPr>
            <p:spPr>
              <a:xfrm>
                <a:off x="9110293" y="5561245"/>
                <a:ext cx="4307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dirty="0"/>
                  <a:t>θ</a:t>
                </a:r>
                <a:r>
                  <a:rPr lang="en-US" baseline="-25000" dirty="0"/>
                  <a:t>I</a:t>
                </a:r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BD703C91-CDD6-0FA6-846C-C914794F1074}"/>
                  </a:ext>
                </a:extLst>
              </p:cNvPr>
              <p:cNvSpPr txBox="1"/>
              <p:nvPr/>
            </p:nvSpPr>
            <p:spPr>
              <a:xfrm>
                <a:off x="7480796" y="5668693"/>
                <a:ext cx="2723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+</a:t>
                </a:r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ADF72765-AB30-435E-B31D-2AB4B4D34231}"/>
                  </a:ext>
                </a:extLst>
              </p:cNvPr>
              <p:cNvSpPr txBox="1"/>
              <p:nvPr/>
            </p:nvSpPr>
            <p:spPr>
              <a:xfrm>
                <a:off x="9776122" y="4941410"/>
                <a:ext cx="2723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+</a:t>
                </a:r>
              </a:p>
            </p:txBody>
          </p: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53E556F6-AACC-3A1C-16F0-D2C17D8FD174}"/>
                  </a:ext>
                </a:extLst>
              </p:cNvPr>
              <p:cNvSpPr txBox="1"/>
              <p:nvPr/>
            </p:nvSpPr>
            <p:spPr>
              <a:xfrm>
                <a:off x="10047755" y="5567178"/>
                <a:ext cx="2723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+</a:t>
                </a:r>
              </a:p>
            </p:txBody>
          </p:sp>
        </p:grp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D7CAF229-BD0B-5F76-7E6F-2FEE87E987C0}"/>
                </a:ext>
              </a:extLst>
            </p:cNvPr>
            <p:cNvSpPr txBox="1"/>
            <p:nvPr/>
          </p:nvSpPr>
          <p:spPr>
            <a:xfrm>
              <a:off x="8485083" y="5801124"/>
              <a:ext cx="22248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Phase ‘tailspin’ due to mismatch</a:t>
              </a:r>
            </a:p>
          </p:txBody>
        </p: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F4A5AF1F-EB41-EA58-0D7B-3DBCE8F67158}"/>
              </a:ext>
            </a:extLst>
          </p:cNvPr>
          <p:cNvGrpSpPr/>
          <p:nvPr/>
        </p:nvGrpSpPr>
        <p:grpSpPr>
          <a:xfrm>
            <a:off x="6053015" y="598469"/>
            <a:ext cx="5324515" cy="2043971"/>
            <a:chOff x="5560128" y="459475"/>
            <a:chExt cx="5324515" cy="2043971"/>
          </a:xfrm>
        </p:grpSpPr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21007155-C755-C2A0-0857-A94548DAA5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8148" y="2497027"/>
              <a:ext cx="4155871" cy="641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F5F9F613-35CE-B1C8-D8B7-382920384403}"/>
                </a:ext>
              </a:extLst>
            </p:cNvPr>
            <p:cNvSpPr/>
            <p:nvPr/>
          </p:nvSpPr>
          <p:spPr>
            <a:xfrm>
              <a:off x="5991644" y="1532437"/>
              <a:ext cx="693009" cy="675625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accent2"/>
                  </a:solidFill>
                </a:rPr>
                <a:t>~</a:t>
              </a:r>
              <a:endParaRPr lang="en-US" sz="1100" dirty="0">
                <a:solidFill>
                  <a:schemeClr val="accent2"/>
                </a:solidFill>
              </a:endParaRPr>
            </a:p>
          </p:txBody>
        </p: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A6B52754-0433-47AA-ECE6-0506ECE98495}"/>
                </a:ext>
              </a:extLst>
            </p:cNvPr>
            <p:cNvGrpSpPr/>
            <p:nvPr/>
          </p:nvGrpSpPr>
          <p:grpSpPr>
            <a:xfrm>
              <a:off x="7529480" y="930610"/>
              <a:ext cx="846865" cy="269930"/>
              <a:chOff x="2551176" y="3154680"/>
              <a:chExt cx="2880360" cy="768096"/>
            </a:xfrm>
          </p:grpSpPr>
          <p:sp>
            <p:nvSpPr>
              <p:cNvPr id="235" name="Arc 234">
                <a:extLst>
                  <a:ext uri="{FF2B5EF4-FFF2-40B4-BE49-F238E27FC236}">
                    <a16:creationId xmlns:a16="http://schemas.microsoft.com/office/drawing/2014/main" id="{83C58E48-29B3-27F2-F396-AB8FEFA3FEDF}"/>
                  </a:ext>
                </a:extLst>
              </p:cNvPr>
              <p:cNvSpPr/>
              <p:nvPr/>
            </p:nvSpPr>
            <p:spPr>
              <a:xfrm>
                <a:off x="2551176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" name="Arc 235">
                <a:extLst>
                  <a:ext uri="{FF2B5EF4-FFF2-40B4-BE49-F238E27FC236}">
                    <a16:creationId xmlns:a16="http://schemas.microsoft.com/office/drawing/2014/main" id="{E2DFF929-6604-A2D4-0E4B-E2CB3D017961}"/>
                  </a:ext>
                </a:extLst>
              </p:cNvPr>
              <p:cNvSpPr/>
              <p:nvPr/>
            </p:nvSpPr>
            <p:spPr>
              <a:xfrm>
                <a:off x="3255264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" name="Arc 236">
                <a:extLst>
                  <a:ext uri="{FF2B5EF4-FFF2-40B4-BE49-F238E27FC236}">
                    <a16:creationId xmlns:a16="http://schemas.microsoft.com/office/drawing/2014/main" id="{E1C200E7-AAE1-FEAC-438B-C543FE0333C0}"/>
                  </a:ext>
                </a:extLst>
              </p:cNvPr>
              <p:cNvSpPr/>
              <p:nvPr/>
            </p:nvSpPr>
            <p:spPr>
              <a:xfrm>
                <a:off x="3959352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8" name="Arc 237">
                <a:extLst>
                  <a:ext uri="{FF2B5EF4-FFF2-40B4-BE49-F238E27FC236}">
                    <a16:creationId xmlns:a16="http://schemas.microsoft.com/office/drawing/2014/main" id="{875DA45B-3F0B-956E-89A0-5A85CA26A1F4}"/>
                  </a:ext>
                </a:extLst>
              </p:cNvPr>
              <p:cNvSpPr/>
              <p:nvPr/>
            </p:nvSpPr>
            <p:spPr>
              <a:xfrm>
                <a:off x="4663440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CB9F67B8-D85D-5011-E597-43BD69FBECDE}"/>
                </a:ext>
              </a:extLst>
            </p:cNvPr>
            <p:cNvCxnSpPr>
              <a:cxnSpLocks/>
              <a:stCxn id="206" idx="0"/>
            </p:cNvCxnSpPr>
            <p:nvPr/>
          </p:nvCxnSpPr>
          <p:spPr>
            <a:xfrm flipV="1">
              <a:off x="6338149" y="1111296"/>
              <a:ext cx="0" cy="4211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5FC616EF-D526-A657-9BCF-E4DA6450A5AD}"/>
                </a:ext>
              </a:extLst>
            </p:cNvPr>
            <p:cNvCxnSpPr>
              <a:cxnSpLocks/>
              <a:endCxn id="206" idx="4"/>
            </p:cNvCxnSpPr>
            <p:nvPr/>
          </p:nvCxnSpPr>
          <p:spPr>
            <a:xfrm flipV="1">
              <a:off x="6338149" y="2208062"/>
              <a:ext cx="0" cy="2953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95C9318B-C453-0939-6FF7-B2C778AB7A68}"/>
                </a:ext>
              </a:extLst>
            </p:cNvPr>
            <p:cNvCxnSpPr>
              <a:cxnSpLocks/>
              <a:stCxn id="223" idx="2"/>
            </p:cNvCxnSpPr>
            <p:nvPr/>
          </p:nvCxnSpPr>
          <p:spPr>
            <a:xfrm flipV="1">
              <a:off x="9542952" y="1098044"/>
              <a:ext cx="1060395" cy="148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B1A414E4-CDFE-A0D6-C6B6-94B5E6527271}"/>
                </a:ext>
              </a:extLst>
            </p:cNvPr>
            <p:cNvSpPr txBox="1"/>
            <p:nvPr/>
          </p:nvSpPr>
          <p:spPr>
            <a:xfrm>
              <a:off x="10355173" y="1857692"/>
              <a:ext cx="5294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r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fault</a:t>
              </a:r>
              <a:endParaRPr lang="en-US" sz="1600" baseline="-25000" dirty="0">
                <a:solidFill>
                  <a:srgbClr val="FF0000"/>
                </a:solidFill>
              </a:endParaRPr>
            </a:p>
          </p:txBody>
        </p: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4EEF354A-E307-A1AF-A8C6-12E57419966A}"/>
                </a:ext>
              </a:extLst>
            </p:cNvPr>
            <p:cNvGrpSpPr/>
            <p:nvPr/>
          </p:nvGrpSpPr>
          <p:grpSpPr>
            <a:xfrm>
              <a:off x="10116785" y="1111296"/>
              <a:ext cx="169164" cy="1385731"/>
              <a:chOff x="5063888" y="2084652"/>
              <a:chExt cx="169164" cy="1385731"/>
            </a:xfrm>
          </p:grpSpPr>
          <p:grpSp>
            <p:nvGrpSpPr>
              <p:cNvPr id="224" name="Group 223">
                <a:extLst>
                  <a:ext uri="{FF2B5EF4-FFF2-40B4-BE49-F238E27FC236}">
                    <a16:creationId xmlns:a16="http://schemas.microsoft.com/office/drawing/2014/main" id="{5A4E7855-B457-CF8C-4EF3-8D8C0695B525}"/>
                  </a:ext>
                </a:extLst>
              </p:cNvPr>
              <p:cNvGrpSpPr/>
              <p:nvPr/>
            </p:nvGrpSpPr>
            <p:grpSpPr>
              <a:xfrm rot="5400000">
                <a:off x="4985138" y="2878076"/>
                <a:ext cx="326664" cy="169164"/>
                <a:chOff x="4521709" y="2816352"/>
                <a:chExt cx="2024480" cy="745236"/>
              </a:xfrm>
            </p:grpSpPr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10A7EBBB-EC2A-D285-DD1C-DA3C1DCAC6FD}"/>
                    </a:ext>
                  </a:extLst>
                </p:cNvPr>
                <p:cNvCxnSpPr/>
                <p:nvPr/>
              </p:nvCxnSpPr>
              <p:spPr>
                <a:xfrm flipV="1">
                  <a:off x="4718304" y="2816352"/>
                  <a:ext cx="393192" cy="745236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>
                  <a:extLst>
                    <a:ext uri="{FF2B5EF4-FFF2-40B4-BE49-F238E27FC236}">
                      <a16:creationId xmlns:a16="http://schemas.microsoft.com/office/drawing/2014/main" id="{446871A6-A945-2A76-7622-8D8C213FE6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111496" y="2816352"/>
                  <a:ext cx="422453" cy="745236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>
                  <a:extLst>
                    <a:ext uri="{FF2B5EF4-FFF2-40B4-BE49-F238E27FC236}">
                      <a16:creationId xmlns:a16="http://schemas.microsoft.com/office/drawing/2014/main" id="{6B7694EB-3909-FD92-50FA-36249DE752F8}"/>
                    </a:ext>
                  </a:extLst>
                </p:cNvPr>
                <p:cNvCxnSpPr/>
                <p:nvPr/>
              </p:nvCxnSpPr>
              <p:spPr>
                <a:xfrm flipV="1">
                  <a:off x="5533949" y="2816352"/>
                  <a:ext cx="393192" cy="745236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>
                  <a:extLst>
                    <a:ext uri="{FF2B5EF4-FFF2-40B4-BE49-F238E27FC236}">
                      <a16:creationId xmlns:a16="http://schemas.microsoft.com/office/drawing/2014/main" id="{9E72C9BA-3684-4B67-4CCC-9716461EF2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27141" y="2816352"/>
                  <a:ext cx="422453" cy="745236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>
                  <a:extLst>
                    <a:ext uri="{FF2B5EF4-FFF2-40B4-BE49-F238E27FC236}">
                      <a16:creationId xmlns:a16="http://schemas.microsoft.com/office/drawing/2014/main" id="{FA43D496-0217-206C-4706-54C5E4AA38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49594" y="3188969"/>
                  <a:ext cx="196595" cy="37261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>
                  <a:extLst>
                    <a:ext uri="{FF2B5EF4-FFF2-40B4-BE49-F238E27FC236}">
                      <a16:creationId xmlns:a16="http://schemas.microsoft.com/office/drawing/2014/main" id="{55EF49B4-4262-D2C5-06D9-2871D00C60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21709" y="3188970"/>
                  <a:ext cx="212198" cy="37261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173216CD-1D19-DF2B-BA24-7AB564DCC2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8470" y="2505793"/>
                <a:ext cx="0" cy="29353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FB37AC35-0E0A-6E20-8A77-A5DE002754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8470" y="3125990"/>
                <a:ext cx="0" cy="34439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409F9607-06C9-A243-925E-81FC43ADD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8470" y="2084652"/>
                <a:ext cx="0" cy="28481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4D143424-0F09-114D-3ACF-3473DC4575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48470" y="2351277"/>
                <a:ext cx="84582" cy="15451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4" name="Arc 213">
              <a:extLst>
                <a:ext uri="{FF2B5EF4-FFF2-40B4-BE49-F238E27FC236}">
                  <a16:creationId xmlns:a16="http://schemas.microsoft.com/office/drawing/2014/main" id="{1E0324E6-A8D4-5034-8E02-8B9FB1D5B4C3}"/>
                </a:ext>
              </a:extLst>
            </p:cNvPr>
            <p:cNvSpPr/>
            <p:nvPr/>
          </p:nvSpPr>
          <p:spPr>
            <a:xfrm>
              <a:off x="8534613" y="1496924"/>
              <a:ext cx="1167558" cy="845252"/>
            </a:xfrm>
            <a:prstGeom prst="arc">
              <a:avLst>
                <a:gd name="adj1" fmla="val 12078507"/>
                <a:gd name="adj2" fmla="val 2607156"/>
              </a:avLst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5D82E249-44DD-D376-8ACA-3587FDE9C479}"/>
                </a:ext>
              </a:extLst>
            </p:cNvPr>
            <p:cNvGrpSpPr/>
            <p:nvPr/>
          </p:nvGrpSpPr>
          <p:grpSpPr>
            <a:xfrm>
              <a:off x="8863480" y="952583"/>
              <a:ext cx="683640" cy="246888"/>
              <a:chOff x="2551176" y="3154680"/>
              <a:chExt cx="2880360" cy="768096"/>
            </a:xfrm>
          </p:grpSpPr>
          <p:sp>
            <p:nvSpPr>
              <p:cNvPr id="220" name="Arc 219">
                <a:extLst>
                  <a:ext uri="{FF2B5EF4-FFF2-40B4-BE49-F238E27FC236}">
                    <a16:creationId xmlns:a16="http://schemas.microsoft.com/office/drawing/2014/main" id="{D0B471F9-E62B-443E-674D-F1C32C5AFD1E}"/>
                  </a:ext>
                </a:extLst>
              </p:cNvPr>
              <p:cNvSpPr/>
              <p:nvPr/>
            </p:nvSpPr>
            <p:spPr>
              <a:xfrm>
                <a:off x="2551176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Arc 220">
                <a:extLst>
                  <a:ext uri="{FF2B5EF4-FFF2-40B4-BE49-F238E27FC236}">
                    <a16:creationId xmlns:a16="http://schemas.microsoft.com/office/drawing/2014/main" id="{A7110914-DC42-51B7-9081-013E068ACD58}"/>
                  </a:ext>
                </a:extLst>
              </p:cNvPr>
              <p:cNvSpPr/>
              <p:nvPr/>
            </p:nvSpPr>
            <p:spPr>
              <a:xfrm>
                <a:off x="3255264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Arc 221">
                <a:extLst>
                  <a:ext uri="{FF2B5EF4-FFF2-40B4-BE49-F238E27FC236}">
                    <a16:creationId xmlns:a16="http://schemas.microsoft.com/office/drawing/2014/main" id="{5BE47A52-4E8C-CA42-823D-EF5072CC59EF}"/>
                  </a:ext>
                </a:extLst>
              </p:cNvPr>
              <p:cNvSpPr/>
              <p:nvPr/>
            </p:nvSpPr>
            <p:spPr>
              <a:xfrm>
                <a:off x="3959352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Arc 222">
                <a:extLst>
                  <a:ext uri="{FF2B5EF4-FFF2-40B4-BE49-F238E27FC236}">
                    <a16:creationId xmlns:a16="http://schemas.microsoft.com/office/drawing/2014/main" id="{CF4F27FA-B98F-1D81-4B05-91150D07164E}"/>
                  </a:ext>
                </a:extLst>
              </p:cNvPr>
              <p:cNvSpPr/>
              <p:nvPr/>
            </p:nvSpPr>
            <p:spPr>
              <a:xfrm>
                <a:off x="4663440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E2B4F03C-42C5-22EE-2CD7-B20927BB7B37}"/>
                </a:ext>
              </a:extLst>
            </p:cNvPr>
            <p:cNvCxnSpPr>
              <a:cxnSpLocks/>
              <a:stCxn id="220" idx="0"/>
              <a:endCxn id="238" idx="2"/>
            </p:cNvCxnSpPr>
            <p:nvPr/>
          </p:nvCxnSpPr>
          <p:spPr>
            <a:xfrm flipH="1" flipV="1">
              <a:off x="8369841" y="1110719"/>
              <a:ext cx="497372" cy="27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F305EABE-667E-BA26-8827-798B844D157E}"/>
                </a:ext>
              </a:extLst>
            </p:cNvPr>
            <p:cNvSpPr txBox="1"/>
            <p:nvPr/>
          </p:nvSpPr>
          <p:spPr>
            <a:xfrm>
              <a:off x="8920096" y="523383"/>
              <a:ext cx="5358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>
                  <a:solidFill>
                    <a:schemeClr val="accent2"/>
                  </a:solidFill>
                </a:rPr>
                <a:t>X</a:t>
              </a:r>
              <a:r>
                <a:rPr lang="en-US" sz="1600" baseline="-25000" dirty="0" err="1">
                  <a:solidFill>
                    <a:schemeClr val="accent2"/>
                  </a:solidFill>
                </a:rPr>
                <a:t>line</a:t>
              </a:r>
              <a:endParaRPr lang="en-US" sz="1600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5D43E160-22DC-5D6C-6F7A-C9673B858C6A}"/>
                </a:ext>
              </a:extLst>
            </p:cNvPr>
            <p:cNvSpPr txBox="1"/>
            <p:nvPr/>
          </p:nvSpPr>
          <p:spPr>
            <a:xfrm>
              <a:off x="6698567" y="459475"/>
              <a:ext cx="16994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accent2"/>
                  </a:solidFill>
                </a:rPr>
                <a:t>Amplified </a:t>
              </a:r>
              <a:r>
                <a:rPr lang="en-US" sz="1600" dirty="0" err="1">
                  <a:solidFill>
                    <a:schemeClr val="accent2"/>
                  </a:solidFill>
                </a:rPr>
                <a:t>X</a:t>
              </a:r>
              <a:r>
                <a:rPr lang="en-US" sz="1600" baseline="-25000" dirty="0" err="1">
                  <a:solidFill>
                    <a:schemeClr val="accent2"/>
                  </a:solidFill>
                </a:rPr>
                <a:t>s</a:t>
              </a:r>
              <a:endParaRPr lang="en-US" sz="1600" baseline="-25000" dirty="0">
                <a:solidFill>
                  <a:schemeClr val="accent2"/>
                </a:solidFill>
              </a:endParaRP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08D86812-EBF7-85F7-2752-8622BA5BE8D3}"/>
                </a:ext>
              </a:extLst>
            </p:cNvPr>
            <p:cNvSpPr txBox="1"/>
            <p:nvPr/>
          </p:nvSpPr>
          <p:spPr>
            <a:xfrm>
              <a:off x="5560128" y="1706190"/>
              <a:ext cx="5358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accent2"/>
                  </a:solidFill>
                </a:rPr>
                <a:t>V</a:t>
              </a:r>
              <a:r>
                <a:rPr lang="en-US" sz="1600" baseline="-25000" dirty="0">
                  <a:solidFill>
                    <a:schemeClr val="accent2"/>
                  </a:solidFill>
                </a:rPr>
                <a:t>s</a:t>
              </a:r>
            </a:p>
          </p:txBody>
        </p: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EBBB1F46-D0AC-C57A-3D75-C7F2088EC44C}"/>
                </a:ext>
              </a:extLst>
            </p:cNvPr>
            <p:cNvGrpSpPr/>
            <p:nvPr/>
          </p:nvGrpSpPr>
          <p:grpSpPr>
            <a:xfrm>
              <a:off x="6698567" y="931123"/>
              <a:ext cx="846865" cy="269930"/>
              <a:chOff x="2551176" y="3154680"/>
              <a:chExt cx="2880360" cy="768096"/>
            </a:xfrm>
          </p:grpSpPr>
          <p:sp>
            <p:nvSpPr>
              <p:cNvPr id="278" name="Arc 277">
                <a:extLst>
                  <a:ext uri="{FF2B5EF4-FFF2-40B4-BE49-F238E27FC236}">
                    <a16:creationId xmlns:a16="http://schemas.microsoft.com/office/drawing/2014/main" id="{7FA24882-6A34-478A-4671-84DE0BCE489E}"/>
                  </a:ext>
                </a:extLst>
              </p:cNvPr>
              <p:cNvSpPr/>
              <p:nvPr/>
            </p:nvSpPr>
            <p:spPr>
              <a:xfrm>
                <a:off x="2551176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9" name="Arc 278">
                <a:extLst>
                  <a:ext uri="{FF2B5EF4-FFF2-40B4-BE49-F238E27FC236}">
                    <a16:creationId xmlns:a16="http://schemas.microsoft.com/office/drawing/2014/main" id="{E4D94DF4-4697-AD45-2A4B-4B4E107941F7}"/>
                  </a:ext>
                </a:extLst>
              </p:cNvPr>
              <p:cNvSpPr/>
              <p:nvPr/>
            </p:nvSpPr>
            <p:spPr>
              <a:xfrm>
                <a:off x="3255264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" name="Arc 279">
                <a:extLst>
                  <a:ext uri="{FF2B5EF4-FFF2-40B4-BE49-F238E27FC236}">
                    <a16:creationId xmlns:a16="http://schemas.microsoft.com/office/drawing/2014/main" id="{14286474-03E2-F17B-5107-FC04E46FC9F1}"/>
                  </a:ext>
                </a:extLst>
              </p:cNvPr>
              <p:cNvSpPr/>
              <p:nvPr/>
            </p:nvSpPr>
            <p:spPr>
              <a:xfrm>
                <a:off x="3959352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" name="Arc 280">
                <a:extLst>
                  <a:ext uri="{FF2B5EF4-FFF2-40B4-BE49-F238E27FC236}">
                    <a16:creationId xmlns:a16="http://schemas.microsoft.com/office/drawing/2014/main" id="{2931A342-69A2-9337-0918-391E6349345D}"/>
                  </a:ext>
                </a:extLst>
              </p:cNvPr>
              <p:cNvSpPr/>
              <p:nvPr/>
            </p:nvSpPr>
            <p:spPr>
              <a:xfrm>
                <a:off x="4663440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9386F8AB-E261-4265-3A5E-586A8B6425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33032" y="1111788"/>
              <a:ext cx="404499" cy="6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59482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208A909-C9AC-A329-CFCC-938A16BC1E55}"/>
              </a:ext>
            </a:extLst>
          </p:cNvPr>
          <p:cNvCxnSpPr>
            <a:cxnSpLocks/>
          </p:cNvCxnSpPr>
          <p:nvPr/>
        </p:nvCxnSpPr>
        <p:spPr>
          <a:xfrm flipV="1">
            <a:off x="5187203" y="2338412"/>
            <a:ext cx="1564578" cy="476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09E97AC4-B87A-948F-B16F-062B7BCEE570}"/>
              </a:ext>
            </a:extLst>
          </p:cNvPr>
          <p:cNvGrpSpPr/>
          <p:nvPr/>
        </p:nvGrpSpPr>
        <p:grpSpPr>
          <a:xfrm>
            <a:off x="4365391" y="3280214"/>
            <a:ext cx="302944" cy="175289"/>
            <a:chOff x="4100945" y="3306618"/>
            <a:chExt cx="434111" cy="27709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FDBF6BD7-7EC2-E4F5-B1E4-6973957E936B}"/>
                </a:ext>
              </a:extLst>
            </p:cNvPr>
            <p:cNvCxnSpPr/>
            <p:nvPr/>
          </p:nvCxnSpPr>
          <p:spPr>
            <a:xfrm>
              <a:off x="4100945" y="3306618"/>
              <a:ext cx="434110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4" name="Arc 3">
              <a:extLst>
                <a:ext uri="{FF2B5EF4-FFF2-40B4-BE49-F238E27FC236}">
                  <a16:creationId xmlns:a16="http://schemas.microsoft.com/office/drawing/2014/main" id="{9B9D492F-EBC9-3D3A-646F-D4ABC94F0471}"/>
                </a:ext>
              </a:extLst>
            </p:cNvPr>
            <p:cNvSpPr/>
            <p:nvPr/>
          </p:nvSpPr>
          <p:spPr>
            <a:xfrm>
              <a:off x="4100946" y="3392057"/>
              <a:ext cx="434110" cy="191651"/>
            </a:xfrm>
            <a:prstGeom prst="arc">
              <a:avLst>
                <a:gd name="adj1" fmla="val 10753069"/>
                <a:gd name="adj2" fmla="val 0"/>
              </a:avLst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41D3436-5C1D-1765-3696-5485BCDABB37}"/>
              </a:ext>
            </a:extLst>
          </p:cNvPr>
          <p:cNvGrpSpPr/>
          <p:nvPr/>
        </p:nvGrpSpPr>
        <p:grpSpPr>
          <a:xfrm>
            <a:off x="5035732" y="3035262"/>
            <a:ext cx="302944" cy="175289"/>
            <a:chOff x="4100945" y="3306618"/>
            <a:chExt cx="434111" cy="27709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9449329-4A9D-DB4E-9BF6-E3624642567A}"/>
                </a:ext>
              </a:extLst>
            </p:cNvPr>
            <p:cNvCxnSpPr/>
            <p:nvPr/>
          </p:nvCxnSpPr>
          <p:spPr>
            <a:xfrm>
              <a:off x="4100945" y="3306618"/>
              <a:ext cx="43411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9EFDEACF-0A43-0729-4DB3-9CA18DB347CA}"/>
                </a:ext>
              </a:extLst>
            </p:cNvPr>
            <p:cNvSpPr/>
            <p:nvPr/>
          </p:nvSpPr>
          <p:spPr>
            <a:xfrm>
              <a:off x="4100946" y="3392057"/>
              <a:ext cx="434110" cy="191651"/>
            </a:xfrm>
            <a:prstGeom prst="arc">
              <a:avLst>
                <a:gd name="adj1" fmla="val 10753069"/>
                <a:gd name="adj2" fmla="val 0"/>
              </a:avLst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>
                <a:solidFill>
                  <a:schemeClr val="accent2"/>
                </a:solidFill>
              </a:endParaRP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4F2B8F-376D-9A97-0547-DE27F4AE09C2}"/>
              </a:ext>
            </a:extLst>
          </p:cNvPr>
          <p:cNvCxnSpPr>
            <a:cxnSpLocks/>
          </p:cNvCxnSpPr>
          <p:nvPr/>
        </p:nvCxnSpPr>
        <p:spPr>
          <a:xfrm flipH="1" flipV="1">
            <a:off x="5187203" y="2338412"/>
            <a:ext cx="1" cy="696850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C2C5E37-14E5-1F24-63BF-2D9D4611A3F5}"/>
              </a:ext>
            </a:extLst>
          </p:cNvPr>
          <p:cNvCxnSpPr>
            <a:cxnSpLocks/>
          </p:cNvCxnSpPr>
          <p:nvPr/>
        </p:nvCxnSpPr>
        <p:spPr>
          <a:xfrm>
            <a:off x="3106225" y="3721326"/>
            <a:ext cx="2104829" cy="0"/>
          </a:xfrm>
          <a:prstGeom prst="line">
            <a:avLst/>
          </a:prstGeom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8C88CD-F5AB-08FD-9518-ECA542D3F344}"/>
              </a:ext>
            </a:extLst>
          </p:cNvPr>
          <p:cNvCxnSpPr>
            <a:cxnSpLocks/>
          </p:cNvCxnSpPr>
          <p:nvPr/>
        </p:nvCxnSpPr>
        <p:spPr>
          <a:xfrm flipV="1">
            <a:off x="5187204" y="3089311"/>
            <a:ext cx="0" cy="642181"/>
          </a:xfrm>
          <a:prstGeom prst="line">
            <a:avLst/>
          </a:prstGeom>
          <a:ln>
            <a:solidFill>
              <a:schemeClr val="accent2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48F56BB-F032-CA08-B1AC-B898D3E3AA91}"/>
              </a:ext>
            </a:extLst>
          </p:cNvPr>
          <p:cNvGrpSpPr/>
          <p:nvPr/>
        </p:nvGrpSpPr>
        <p:grpSpPr>
          <a:xfrm rot="16200000">
            <a:off x="4411328" y="2824752"/>
            <a:ext cx="206650" cy="118051"/>
            <a:chOff x="4521709" y="2816352"/>
            <a:chExt cx="2024480" cy="74523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36D15A7-59A0-10D3-0909-061973E8A5F2}"/>
                </a:ext>
              </a:extLst>
            </p:cNvPr>
            <p:cNvCxnSpPr/>
            <p:nvPr/>
          </p:nvCxnSpPr>
          <p:spPr>
            <a:xfrm flipV="1">
              <a:off x="4718304" y="2816352"/>
              <a:ext cx="393192" cy="745236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F5A45C3-E49F-2278-FA38-AEB54F2FB9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11496" y="2816352"/>
              <a:ext cx="422453" cy="745236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BDA35F3-143B-6ABC-A6B5-C01DFD6F6128}"/>
                </a:ext>
              </a:extLst>
            </p:cNvPr>
            <p:cNvCxnSpPr/>
            <p:nvPr/>
          </p:nvCxnSpPr>
          <p:spPr>
            <a:xfrm flipV="1">
              <a:off x="5533949" y="2816352"/>
              <a:ext cx="393192" cy="745236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361434C-AA80-90FD-96EE-03AF7C14E6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7141" y="2816352"/>
              <a:ext cx="422453" cy="745236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8E64795-6D6A-2444-F740-4047E6670B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49594" y="3188969"/>
              <a:ext cx="196595" cy="372618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6C90586-E49E-B2BE-206D-2673BC4C8C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21709" y="3188970"/>
              <a:ext cx="212198" cy="372618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DA6646F-815F-6963-0A7B-6F6876CA92BF}"/>
              </a:ext>
            </a:extLst>
          </p:cNvPr>
          <p:cNvCxnSpPr>
            <a:cxnSpLocks/>
          </p:cNvCxnSpPr>
          <p:nvPr/>
        </p:nvCxnSpPr>
        <p:spPr>
          <a:xfrm>
            <a:off x="4516863" y="2980948"/>
            <a:ext cx="0" cy="29926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F53E99E-D505-9D17-4A6C-605FD13748D8}"/>
              </a:ext>
            </a:extLst>
          </p:cNvPr>
          <p:cNvCxnSpPr>
            <a:cxnSpLocks/>
          </p:cNvCxnSpPr>
          <p:nvPr/>
        </p:nvCxnSpPr>
        <p:spPr>
          <a:xfrm flipV="1">
            <a:off x="4514653" y="2335019"/>
            <a:ext cx="0" cy="445433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94718B-D007-E3E3-C20E-56E104531DF4}"/>
              </a:ext>
            </a:extLst>
          </p:cNvPr>
          <p:cNvCxnSpPr>
            <a:cxnSpLocks/>
          </p:cNvCxnSpPr>
          <p:nvPr/>
        </p:nvCxnSpPr>
        <p:spPr>
          <a:xfrm flipH="1" flipV="1">
            <a:off x="4511428" y="3334263"/>
            <a:ext cx="3224" cy="391384"/>
          </a:xfrm>
          <a:prstGeom prst="line">
            <a:avLst/>
          </a:prstGeom>
          <a:ln>
            <a:solidFill>
              <a:schemeClr val="accent2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566A888-D6DC-8347-2C91-8E3627FB7FC3}"/>
              </a:ext>
            </a:extLst>
          </p:cNvPr>
          <p:cNvSpPr txBox="1"/>
          <p:nvPr/>
        </p:nvSpPr>
        <p:spPr>
          <a:xfrm>
            <a:off x="3632390" y="2680611"/>
            <a:ext cx="911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accent2"/>
                </a:solidFill>
              </a:rPr>
              <a:t>g = </a:t>
            </a:r>
            <a:r>
              <a:rPr lang="en-US" sz="1400" i="1" dirty="0" err="1">
                <a:solidFill>
                  <a:schemeClr val="accent2"/>
                </a:solidFill>
              </a:rPr>
              <a:t>k</a:t>
            </a:r>
            <a:r>
              <a:rPr lang="en-US" sz="1400" i="1" baseline="-25000" dirty="0" err="1">
                <a:solidFill>
                  <a:schemeClr val="accent2"/>
                </a:solidFill>
              </a:rPr>
              <a:t>damp</a:t>
            </a:r>
            <a:endParaRPr lang="en-US" sz="1400" i="1" baseline="-25000" dirty="0">
              <a:solidFill>
                <a:schemeClr val="accent2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3058C6-D39A-59DD-9C7A-ABEE3A91BF9B}"/>
              </a:ext>
            </a:extLst>
          </p:cNvPr>
          <p:cNvSpPr txBox="1"/>
          <p:nvPr/>
        </p:nvSpPr>
        <p:spPr>
          <a:xfrm>
            <a:off x="5368303" y="2909581"/>
            <a:ext cx="1070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>
                <a:solidFill>
                  <a:schemeClr val="accent2"/>
                </a:solidFill>
              </a:rPr>
              <a:t>C</a:t>
            </a:r>
            <a:r>
              <a:rPr lang="en-US" sz="1400" i="1" baseline="-25000" dirty="0" err="1">
                <a:solidFill>
                  <a:schemeClr val="accent2"/>
                </a:solidFill>
              </a:rPr>
              <a:t>rotor</a:t>
            </a:r>
            <a:endParaRPr lang="en-US" sz="1400" i="1" dirty="0">
              <a:solidFill>
                <a:schemeClr val="accent2"/>
              </a:solidFill>
            </a:endParaRPr>
          </a:p>
          <a:p>
            <a:r>
              <a:rPr lang="en-US" sz="1400" i="1" dirty="0">
                <a:solidFill>
                  <a:schemeClr val="accent2"/>
                </a:solidFill>
              </a:rPr>
              <a:t>=1/</a:t>
            </a:r>
            <a:r>
              <a:rPr lang="en-US" sz="1400" i="1" dirty="0" err="1">
                <a:solidFill>
                  <a:schemeClr val="accent2"/>
                </a:solidFill>
              </a:rPr>
              <a:t>k</a:t>
            </a:r>
            <a:r>
              <a:rPr lang="en-US" sz="1400" i="1" baseline="-25000" dirty="0" err="1">
                <a:solidFill>
                  <a:schemeClr val="accent2"/>
                </a:solidFill>
              </a:rPr>
              <a:t>inertia</a:t>
            </a:r>
            <a:endParaRPr lang="en-US" sz="1400" i="1" baseline="-25000" dirty="0">
              <a:solidFill>
                <a:schemeClr val="accent2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301E32A-B849-107A-B05E-00B0DCB38B7C}"/>
              </a:ext>
            </a:extLst>
          </p:cNvPr>
          <p:cNvSpPr/>
          <p:nvPr/>
        </p:nvSpPr>
        <p:spPr>
          <a:xfrm>
            <a:off x="2759721" y="2750317"/>
            <a:ext cx="693009" cy="675625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2"/>
                </a:solidFill>
              </a:rPr>
              <a:t>+</a:t>
            </a:r>
            <a:br>
              <a:rPr lang="en-US" sz="1400" dirty="0">
                <a:solidFill>
                  <a:schemeClr val="accent2"/>
                </a:solidFill>
              </a:rPr>
            </a:br>
            <a:r>
              <a:rPr lang="en-US" sz="1400" dirty="0">
                <a:solidFill>
                  <a:schemeClr val="accent2"/>
                </a:solidFill>
              </a:rPr>
              <a:t>_</a:t>
            </a:r>
            <a:endParaRPr lang="en-US" sz="800" dirty="0">
              <a:solidFill>
                <a:schemeClr val="accent2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95D546C-6FFB-9432-ECA2-8DD133DD3E10}"/>
              </a:ext>
            </a:extLst>
          </p:cNvPr>
          <p:cNvCxnSpPr>
            <a:cxnSpLocks/>
          </p:cNvCxnSpPr>
          <p:nvPr/>
        </p:nvCxnSpPr>
        <p:spPr>
          <a:xfrm flipH="1">
            <a:off x="3106225" y="2319940"/>
            <a:ext cx="313716" cy="337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80D31C2-C2B0-2B9A-386E-6B1665E7FC44}"/>
              </a:ext>
            </a:extLst>
          </p:cNvPr>
          <p:cNvGrpSpPr/>
          <p:nvPr/>
        </p:nvGrpSpPr>
        <p:grpSpPr>
          <a:xfrm>
            <a:off x="3419941" y="2235358"/>
            <a:ext cx="326664" cy="169164"/>
            <a:chOff x="4521709" y="2816352"/>
            <a:chExt cx="2024480" cy="745236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7E21B60-2B47-3FF5-AF0B-AD16658DA31A}"/>
                </a:ext>
              </a:extLst>
            </p:cNvPr>
            <p:cNvCxnSpPr/>
            <p:nvPr/>
          </p:nvCxnSpPr>
          <p:spPr>
            <a:xfrm flipV="1">
              <a:off x="4718304" y="2816352"/>
              <a:ext cx="393192" cy="74523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750C25C-DC79-A4F4-6869-EC0D4E4878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11496" y="2816352"/>
              <a:ext cx="422453" cy="74523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3A06A85-FD75-3CBA-CAED-3F5065793F11}"/>
                </a:ext>
              </a:extLst>
            </p:cNvPr>
            <p:cNvCxnSpPr/>
            <p:nvPr/>
          </p:nvCxnSpPr>
          <p:spPr>
            <a:xfrm flipV="1">
              <a:off x="5533949" y="2816352"/>
              <a:ext cx="393192" cy="74523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F20260C-31EC-4B2F-7DFF-B5E0353AF8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7141" y="2816352"/>
              <a:ext cx="422453" cy="74523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0A502B4-7A85-146A-00C5-9523E4F7A9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49594" y="3188969"/>
              <a:ext cx="196595" cy="37261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D57912D-85B3-389C-DECA-B2336CA1CD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21709" y="3188970"/>
              <a:ext cx="212198" cy="37261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FEAF06C-05AF-C3DD-8154-A8B05D081B8D}"/>
              </a:ext>
            </a:extLst>
          </p:cNvPr>
          <p:cNvCxnSpPr>
            <a:cxnSpLocks/>
          </p:cNvCxnSpPr>
          <p:nvPr/>
        </p:nvCxnSpPr>
        <p:spPr>
          <a:xfrm flipH="1" flipV="1">
            <a:off x="3744708" y="2315250"/>
            <a:ext cx="730363" cy="806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00A3843-61F9-A908-6F7B-7D8FC6C1107C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3106226" y="2329176"/>
            <a:ext cx="0" cy="42114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8B3A36E-0EF7-B045-D2F2-200A5BB86057}"/>
              </a:ext>
            </a:extLst>
          </p:cNvPr>
          <p:cNvCxnSpPr>
            <a:cxnSpLocks/>
            <a:endCxn id="25" idx="4"/>
          </p:cNvCxnSpPr>
          <p:nvPr/>
        </p:nvCxnSpPr>
        <p:spPr>
          <a:xfrm flipV="1">
            <a:off x="3106226" y="3425942"/>
            <a:ext cx="0" cy="29538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CB4ACB1-1BB7-80BF-11C0-B843DBDC4286}"/>
              </a:ext>
            </a:extLst>
          </p:cNvPr>
          <p:cNvSpPr txBox="1"/>
          <p:nvPr/>
        </p:nvSpPr>
        <p:spPr>
          <a:xfrm>
            <a:off x="3196913" y="1847795"/>
            <a:ext cx="10981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>
                <a:solidFill>
                  <a:schemeClr val="accent2"/>
                </a:solidFill>
              </a:rPr>
              <a:t>g</a:t>
            </a:r>
            <a:r>
              <a:rPr lang="en-US" sz="1400" i="1" baseline="-25000" dirty="0" err="1">
                <a:solidFill>
                  <a:schemeClr val="accent2"/>
                </a:solidFill>
              </a:rPr>
              <a:t>droop</a:t>
            </a:r>
            <a:r>
              <a:rPr lang="en-US" sz="1400" i="1" dirty="0">
                <a:solidFill>
                  <a:schemeClr val="accent2"/>
                </a:solidFill>
              </a:rPr>
              <a:t>= </a:t>
            </a:r>
            <a:r>
              <a:rPr lang="en-US" sz="1400" i="1" dirty="0" err="1">
                <a:solidFill>
                  <a:schemeClr val="accent2"/>
                </a:solidFill>
              </a:rPr>
              <a:t>k</a:t>
            </a:r>
            <a:r>
              <a:rPr lang="en-US" sz="1400" i="1" baseline="-25000" dirty="0" err="1">
                <a:solidFill>
                  <a:schemeClr val="accent2"/>
                </a:solidFill>
              </a:rPr>
              <a:t>droop</a:t>
            </a:r>
            <a:endParaRPr lang="en-US" sz="1400" i="1" baseline="-25000" dirty="0">
              <a:solidFill>
                <a:schemeClr val="accent2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15CF8EE-77AA-3444-0696-06E95C5F15A6}"/>
              </a:ext>
            </a:extLst>
          </p:cNvPr>
          <p:cNvSpPr txBox="1"/>
          <p:nvPr/>
        </p:nvSpPr>
        <p:spPr>
          <a:xfrm>
            <a:off x="2277497" y="2946967"/>
            <a:ext cx="482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>
                <a:solidFill>
                  <a:schemeClr val="accent2"/>
                </a:solidFill>
              </a:rPr>
              <a:t>F</a:t>
            </a:r>
            <a:r>
              <a:rPr lang="en-US" sz="1400" i="1" baseline="-25000" dirty="0" err="1">
                <a:solidFill>
                  <a:schemeClr val="accent2"/>
                </a:solidFill>
              </a:rPr>
              <a:t>ref</a:t>
            </a:r>
            <a:endParaRPr lang="en-US" sz="1400" i="1" baseline="-25000" dirty="0">
              <a:solidFill>
                <a:schemeClr val="accent2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8832305-C280-F037-EC57-A1791CCC31FE}"/>
              </a:ext>
            </a:extLst>
          </p:cNvPr>
          <p:cNvSpPr/>
          <p:nvPr/>
        </p:nvSpPr>
        <p:spPr>
          <a:xfrm>
            <a:off x="7650031" y="2757524"/>
            <a:ext cx="693009" cy="675625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+</a:t>
            </a:r>
            <a:br>
              <a:rPr lang="en-US" sz="1600" dirty="0">
                <a:solidFill>
                  <a:schemeClr val="accent1"/>
                </a:solidFill>
              </a:rPr>
            </a:br>
            <a:r>
              <a:rPr lang="en-US" sz="1600" dirty="0">
                <a:solidFill>
                  <a:schemeClr val="accent1"/>
                </a:solidFill>
              </a:rPr>
              <a:t>_</a:t>
            </a:r>
            <a:endParaRPr lang="en-US" sz="900" dirty="0">
              <a:solidFill>
                <a:schemeClr val="accent1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3188EA8-3503-9DCD-9569-B3B62A900429}"/>
              </a:ext>
            </a:extLst>
          </p:cNvPr>
          <p:cNvGrpSpPr/>
          <p:nvPr/>
        </p:nvGrpSpPr>
        <p:grpSpPr>
          <a:xfrm>
            <a:off x="6751541" y="2231681"/>
            <a:ext cx="683640" cy="246888"/>
            <a:chOff x="2551176" y="3154680"/>
            <a:chExt cx="2880360" cy="768096"/>
          </a:xfrm>
        </p:grpSpPr>
        <p:sp>
          <p:nvSpPr>
            <p:cNvPr id="49" name="Arc 48">
              <a:extLst>
                <a:ext uri="{FF2B5EF4-FFF2-40B4-BE49-F238E27FC236}">
                  <a16:creationId xmlns:a16="http://schemas.microsoft.com/office/drawing/2014/main" id="{4C134FD5-CC6F-FCCF-A036-F43F9EAD28C7}"/>
                </a:ext>
              </a:extLst>
            </p:cNvPr>
            <p:cNvSpPr/>
            <p:nvPr/>
          </p:nvSpPr>
          <p:spPr>
            <a:xfrm>
              <a:off x="2551176" y="3154680"/>
              <a:ext cx="768096" cy="768096"/>
            </a:xfrm>
            <a:prstGeom prst="arc">
              <a:avLst>
                <a:gd name="adj1" fmla="val 9491915"/>
                <a:gd name="adj2" fmla="val 137932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Arc 49">
              <a:extLst>
                <a:ext uri="{FF2B5EF4-FFF2-40B4-BE49-F238E27FC236}">
                  <a16:creationId xmlns:a16="http://schemas.microsoft.com/office/drawing/2014/main" id="{53B980E8-AC07-8401-7780-79DB8EE47B7D}"/>
                </a:ext>
              </a:extLst>
            </p:cNvPr>
            <p:cNvSpPr/>
            <p:nvPr/>
          </p:nvSpPr>
          <p:spPr>
            <a:xfrm>
              <a:off x="3255264" y="3154680"/>
              <a:ext cx="768096" cy="768096"/>
            </a:xfrm>
            <a:prstGeom prst="arc">
              <a:avLst>
                <a:gd name="adj1" fmla="val 9491915"/>
                <a:gd name="adj2" fmla="val 137932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Arc 50">
              <a:extLst>
                <a:ext uri="{FF2B5EF4-FFF2-40B4-BE49-F238E27FC236}">
                  <a16:creationId xmlns:a16="http://schemas.microsoft.com/office/drawing/2014/main" id="{1382EA94-94E7-04FA-8476-53301A837062}"/>
                </a:ext>
              </a:extLst>
            </p:cNvPr>
            <p:cNvSpPr/>
            <p:nvPr/>
          </p:nvSpPr>
          <p:spPr>
            <a:xfrm>
              <a:off x="3959352" y="3154680"/>
              <a:ext cx="768096" cy="768096"/>
            </a:xfrm>
            <a:prstGeom prst="arc">
              <a:avLst>
                <a:gd name="adj1" fmla="val 9491915"/>
                <a:gd name="adj2" fmla="val 137932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Arc 51">
              <a:extLst>
                <a:ext uri="{FF2B5EF4-FFF2-40B4-BE49-F238E27FC236}">
                  <a16:creationId xmlns:a16="http://schemas.microsoft.com/office/drawing/2014/main" id="{2D7D624C-A234-C135-6288-761C8B8794A2}"/>
                </a:ext>
              </a:extLst>
            </p:cNvPr>
            <p:cNvSpPr/>
            <p:nvPr/>
          </p:nvSpPr>
          <p:spPr>
            <a:xfrm>
              <a:off x="4663440" y="3154680"/>
              <a:ext cx="768096" cy="768096"/>
            </a:xfrm>
            <a:prstGeom prst="arc">
              <a:avLst>
                <a:gd name="adj1" fmla="val 9491915"/>
                <a:gd name="adj2" fmla="val 137932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5BD94E7-42B1-D9C6-4CD4-E593D5B5CBFB}"/>
              </a:ext>
            </a:extLst>
          </p:cNvPr>
          <p:cNvCxnSpPr>
            <a:cxnSpLocks/>
          </p:cNvCxnSpPr>
          <p:nvPr/>
        </p:nvCxnSpPr>
        <p:spPr>
          <a:xfrm flipH="1">
            <a:off x="7435277" y="2358028"/>
            <a:ext cx="5612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DA7D620-38E5-6BE8-D050-406AE0149869}"/>
              </a:ext>
            </a:extLst>
          </p:cNvPr>
          <p:cNvCxnSpPr>
            <a:cxnSpLocks/>
            <a:stCxn id="47" idx="0"/>
          </p:cNvCxnSpPr>
          <p:nvPr/>
        </p:nvCxnSpPr>
        <p:spPr>
          <a:xfrm flipV="1">
            <a:off x="7996536" y="2355125"/>
            <a:ext cx="0" cy="4023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3E36C6B-3ECF-195D-B724-D1B1B597EB42}"/>
              </a:ext>
            </a:extLst>
          </p:cNvPr>
          <p:cNvCxnSpPr>
            <a:cxnSpLocks/>
            <a:endCxn id="47" idx="4"/>
          </p:cNvCxnSpPr>
          <p:nvPr/>
        </p:nvCxnSpPr>
        <p:spPr>
          <a:xfrm flipV="1">
            <a:off x="7996535" y="3433149"/>
            <a:ext cx="1" cy="2983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7DF770F4-DD15-88D4-820A-D2352EDC6C44}"/>
              </a:ext>
            </a:extLst>
          </p:cNvPr>
          <p:cNvSpPr txBox="1"/>
          <p:nvPr/>
        </p:nvSpPr>
        <p:spPr>
          <a:xfrm>
            <a:off x="6253438" y="1715993"/>
            <a:ext cx="1643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 err="1">
                <a:solidFill>
                  <a:schemeClr val="accent1"/>
                </a:solidFill>
              </a:rPr>
              <a:t>L</a:t>
            </a:r>
            <a:r>
              <a:rPr lang="en-US" sz="1200" i="1" baseline="-25000" dirty="0" err="1">
                <a:solidFill>
                  <a:schemeClr val="accent1"/>
                </a:solidFill>
              </a:rPr>
              <a:t>equ</a:t>
            </a:r>
            <a:r>
              <a:rPr lang="en-US" sz="1200" i="1" baseline="-25000" dirty="0">
                <a:solidFill>
                  <a:schemeClr val="accent1"/>
                </a:solidFill>
              </a:rPr>
              <a:t> </a:t>
            </a:r>
            <a:r>
              <a:rPr lang="en-US" sz="1200" i="1" dirty="0">
                <a:solidFill>
                  <a:schemeClr val="accent1"/>
                </a:solidFill>
              </a:rPr>
              <a:t>= (</a:t>
            </a:r>
            <a:r>
              <a:rPr lang="en-US" sz="1200" i="1" dirty="0" err="1">
                <a:solidFill>
                  <a:schemeClr val="accent1"/>
                </a:solidFill>
              </a:rPr>
              <a:t>X</a:t>
            </a:r>
            <a:r>
              <a:rPr lang="en-US" sz="1200" i="1" baseline="-25000" dirty="0" err="1">
                <a:solidFill>
                  <a:schemeClr val="accent1"/>
                </a:solidFill>
              </a:rPr>
              <a:t>s</a:t>
            </a:r>
            <a:r>
              <a:rPr lang="en-US" sz="1200" i="1" dirty="0" err="1">
                <a:solidFill>
                  <a:schemeClr val="accent1"/>
                </a:solidFill>
              </a:rPr>
              <a:t>+X</a:t>
            </a:r>
            <a:r>
              <a:rPr lang="en-US" sz="1200" i="1" baseline="-25000" dirty="0" err="1">
                <a:solidFill>
                  <a:schemeClr val="accent1"/>
                </a:solidFill>
              </a:rPr>
              <a:t>g</a:t>
            </a:r>
            <a:r>
              <a:rPr lang="en-US" sz="1200" i="1" dirty="0">
                <a:solidFill>
                  <a:schemeClr val="accent1"/>
                </a:solidFill>
              </a:rPr>
              <a:t>)/(2</a:t>
            </a:r>
            <a:r>
              <a:rPr lang="el-GR" sz="1200" i="1" dirty="0">
                <a:solidFill>
                  <a:schemeClr val="accent1"/>
                </a:solidFill>
              </a:rPr>
              <a:t>π</a:t>
            </a:r>
            <a:r>
              <a:rPr lang="en-US" sz="1200" i="1" dirty="0">
                <a:solidFill>
                  <a:schemeClr val="accent1"/>
                </a:solidFill>
              </a:rPr>
              <a:t>V</a:t>
            </a:r>
            <a:r>
              <a:rPr lang="en-US" sz="1200" i="1" baseline="-25000" dirty="0">
                <a:solidFill>
                  <a:schemeClr val="accent1"/>
                </a:solidFill>
              </a:rPr>
              <a:t>nom</a:t>
            </a:r>
            <a:r>
              <a:rPr lang="en-US" sz="1200" i="1" baseline="30000" dirty="0">
                <a:solidFill>
                  <a:schemeClr val="accent1"/>
                </a:solidFill>
              </a:rPr>
              <a:t>2</a:t>
            </a:r>
            <a:r>
              <a:rPr lang="en-US" sz="1200" i="1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AB3EF54-BD21-A281-C205-1F77C5F0DF02}"/>
              </a:ext>
            </a:extLst>
          </p:cNvPr>
          <p:cNvSpPr txBox="1"/>
          <p:nvPr/>
        </p:nvSpPr>
        <p:spPr>
          <a:xfrm>
            <a:off x="4898127" y="1886596"/>
            <a:ext cx="6258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>
                <a:solidFill>
                  <a:schemeClr val="accent2"/>
                </a:solidFill>
              </a:rPr>
              <a:t>f</a:t>
            </a:r>
            <a:r>
              <a:rPr lang="en-US" sz="1400" i="1" baseline="-25000" dirty="0" err="1">
                <a:solidFill>
                  <a:schemeClr val="accent2"/>
                </a:solidFill>
              </a:rPr>
              <a:t>rotor</a:t>
            </a:r>
            <a:endParaRPr lang="en-US" sz="1400" i="1" baseline="-25000" dirty="0">
              <a:solidFill>
                <a:schemeClr val="accent2"/>
              </a:solidFill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A09BA08-8BCF-948D-4B8F-62FB4CECF614}"/>
              </a:ext>
            </a:extLst>
          </p:cNvPr>
          <p:cNvCxnSpPr>
            <a:cxnSpLocks/>
          </p:cNvCxnSpPr>
          <p:nvPr/>
        </p:nvCxnSpPr>
        <p:spPr>
          <a:xfrm flipV="1">
            <a:off x="6610122" y="2715186"/>
            <a:ext cx="981670" cy="7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F0526285-AE8B-FC30-A64F-7C3A39B85DA8}"/>
              </a:ext>
            </a:extLst>
          </p:cNvPr>
          <p:cNvSpPr txBox="1"/>
          <p:nvPr/>
        </p:nvSpPr>
        <p:spPr>
          <a:xfrm>
            <a:off x="8423344" y="2975984"/>
            <a:ext cx="482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>
                <a:solidFill>
                  <a:schemeClr val="accent1"/>
                </a:solidFill>
              </a:rPr>
              <a:t>F</a:t>
            </a:r>
            <a:r>
              <a:rPr lang="en-US" sz="1400" i="1" baseline="-25000" dirty="0" err="1">
                <a:solidFill>
                  <a:schemeClr val="accent1"/>
                </a:solidFill>
              </a:rPr>
              <a:t>grid</a:t>
            </a:r>
            <a:endParaRPr lang="en-US" sz="1400" i="1" baseline="-25000" dirty="0">
              <a:solidFill>
                <a:schemeClr val="accent1"/>
              </a:solidFill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AACC95E-D1AB-4CAB-8242-9EEC39F8DCD5}"/>
              </a:ext>
            </a:extLst>
          </p:cNvPr>
          <p:cNvCxnSpPr>
            <a:cxnSpLocks/>
          </p:cNvCxnSpPr>
          <p:nvPr/>
        </p:nvCxnSpPr>
        <p:spPr>
          <a:xfrm>
            <a:off x="4511428" y="2334866"/>
            <a:ext cx="699626" cy="0"/>
          </a:xfrm>
          <a:prstGeom prst="line">
            <a:avLst/>
          </a:prstGeom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E2621CA-3056-4D27-ADFA-2F24FB91D77E}"/>
              </a:ext>
            </a:extLst>
          </p:cNvPr>
          <p:cNvCxnSpPr>
            <a:cxnSpLocks/>
          </p:cNvCxnSpPr>
          <p:nvPr/>
        </p:nvCxnSpPr>
        <p:spPr>
          <a:xfrm>
            <a:off x="5187203" y="3721326"/>
            <a:ext cx="280933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AB6CE799-9888-594E-220F-0067C3D442BE}"/>
              </a:ext>
            </a:extLst>
          </p:cNvPr>
          <p:cNvSpPr txBox="1"/>
          <p:nvPr/>
        </p:nvSpPr>
        <p:spPr>
          <a:xfrm>
            <a:off x="3419941" y="3886176"/>
            <a:ext cx="4633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Circuit equivalent with voltage representing frequency, current representing power flow</a:t>
            </a:r>
          </a:p>
        </p:txBody>
      </p:sp>
    </p:spTree>
    <p:extLst>
      <p:ext uri="{BB962C8B-B14F-4D97-AF65-F5344CB8AC3E}">
        <p14:creationId xmlns:p14="http://schemas.microsoft.com/office/powerpoint/2010/main" val="2823104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68">
            <a:extLst>
              <a:ext uri="{FF2B5EF4-FFF2-40B4-BE49-F238E27FC236}">
                <a16:creationId xmlns:a16="http://schemas.microsoft.com/office/drawing/2014/main" id="{BE47F949-ED3A-A10D-6088-C1A6111F84FE}"/>
              </a:ext>
            </a:extLst>
          </p:cNvPr>
          <p:cNvSpPr txBox="1"/>
          <p:nvPr/>
        </p:nvSpPr>
        <p:spPr>
          <a:xfrm>
            <a:off x="4318811" y="4531014"/>
            <a:ext cx="2534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accent2"/>
                </a:solidFill>
              </a:rPr>
              <a:t>Natural resonance mode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932280F-C986-AEBA-D30B-0C3EEF0233C7}"/>
              </a:ext>
            </a:extLst>
          </p:cNvPr>
          <p:cNvGrpSpPr/>
          <p:nvPr/>
        </p:nvGrpSpPr>
        <p:grpSpPr>
          <a:xfrm>
            <a:off x="2371802" y="561819"/>
            <a:ext cx="7334173" cy="5805770"/>
            <a:chOff x="2371802" y="561819"/>
            <a:chExt cx="7334173" cy="5805770"/>
          </a:xfrm>
        </p:grpSpPr>
        <p:sp>
          <p:nvSpPr>
            <p:cNvPr id="2" name="Isosceles Triangle 1">
              <a:extLst>
                <a:ext uri="{FF2B5EF4-FFF2-40B4-BE49-F238E27FC236}">
                  <a16:creationId xmlns:a16="http://schemas.microsoft.com/office/drawing/2014/main" id="{0EFCC6D2-D49B-E814-0DD8-0F0DB11BFA3F}"/>
                </a:ext>
              </a:extLst>
            </p:cNvPr>
            <p:cNvSpPr/>
            <p:nvPr/>
          </p:nvSpPr>
          <p:spPr>
            <a:xfrm rot="5400000">
              <a:off x="4567790" y="3461784"/>
              <a:ext cx="683586" cy="677383"/>
            </a:xfrm>
            <a:prstGeom prst="triangl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BF39FC81-B4AE-D63E-8A6E-361199DF04AC}"/>
                    </a:ext>
                  </a:extLst>
                </p:cNvPr>
                <p:cNvSpPr/>
                <p:nvPr/>
              </p:nvSpPr>
              <p:spPr>
                <a:xfrm>
                  <a:off x="6015470" y="3458679"/>
                  <a:ext cx="852056" cy="683587"/>
                </a:xfrm>
                <a:prstGeom prst="rect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BF39FC81-B4AE-D63E-8A6E-361199DF04A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5470" y="3458679"/>
                  <a:ext cx="852056" cy="68358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49B82320-AD5F-8761-1CAC-BDD44502FB96}"/>
                    </a:ext>
                  </a:extLst>
                </p:cNvPr>
                <p:cNvSpPr txBox="1"/>
                <p:nvPr/>
              </p:nvSpPr>
              <p:spPr>
                <a:xfrm>
                  <a:off x="4226333" y="3091891"/>
                  <a:ext cx="1109278" cy="3047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𝑖𝑛𝑒𝑟𝑡𝑖𝑎</m:t>
                          </m:r>
                        </m:sub>
                      </m:sSub>
                    </m:oMath>
                  </a14:m>
                  <a:r>
                    <a:rPr lang="en-US" sz="1400" dirty="0"/>
                    <a:t> </a:t>
                  </a:r>
                  <a14:m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𝑛𝑜𝑚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den>
                      </m:f>
                    </m:oMath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49B82320-AD5F-8761-1CAC-BDD44502FB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6333" y="3091891"/>
                  <a:ext cx="1109278" cy="304763"/>
                </a:xfrm>
                <a:prstGeom prst="rect">
                  <a:avLst/>
                </a:prstGeom>
                <a:blipFill>
                  <a:blip r:embed="rId3"/>
                  <a:stretch>
                    <a:fillRect l="-5495" r="-1648" b="-1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588AE3AF-A8D3-BE7B-A1FF-1DE9E946579A}"/>
                </a:ext>
              </a:extLst>
            </p:cNvPr>
            <p:cNvSpPr/>
            <p:nvPr/>
          </p:nvSpPr>
          <p:spPr>
            <a:xfrm rot="16200000">
              <a:off x="6099704" y="5338210"/>
              <a:ext cx="683586" cy="677383"/>
            </a:xfrm>
            <a:prstGeom prst="triangl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C0E15C55-4C11-7358-9807-A5DB3718471A}"/>
                    </a:ext>
                  </a:extLst>
                </p:cNvPr>
                <p:cNvSpPr/>
                <p:nvPr/>
              </p:nvSpPr>
              <p:spPr>
                <a:xfrm>
                  <a:off x="4483555" y="5335107"/>
                  <a:ext cx="852056" cy="683587"/>
                </a:xfrm>
                <a:prstGeom prst="rect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C0E15C55-4C11-7358-9807-A5DB371847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3555" y="5335107"/>
                  <a:ext cx="852056" cy="6835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5343D50-A1CF-E8E7-3DED-E2923F41AC09}"/>
                    </a:ext>
                  </a:extLst>
                </p:cNvPr>
                <p:cNvSpPr txBox="1"/>
                <p:nvPr/>
              </p:nvSpPr>
              <p:spPr>
                <a:xfrm>
                  <a:off x="5785397" y="6011594"/>
                  <a:ext cx="1755545" cy="35599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𝑡𝑟𝑎𝑛𝑠𝑓𝑒𝑟</m:t>
                          </m:r>
                        </m:sub>
                      </m:sSub>
                    </m:oMath>
                  </a14:m>
                  <a:r>
                    <a:rPr lang="en-US" sz="1400" dirty="0"/>
                    <a:t> </a:t>
                  </a:r>
                  <a14:m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𝑝𝑙𝑎𝑛𝑡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𝑔𝑟𝑖𝑑</m:t>
                              </m:r>
                            </m:sub>
                          </m:sSub>
                        </m:den>
                      </m:f>
                    </m:oMath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5343D50-A1CF-E8E7-3DED-E2923F41AC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5397" y="6011594"/>
                  <a:ext cx="1755545" cy="355995"/>
                </a:xfrm>
                <a:prstGeom prst="rect">
                  <a:avLst/>
                </a:prstGeom>
                <a:blipFill>
                  <a:blip r:embed="rId5"/>
                  <a:stretch>
                    <a:fillRect l="-3472" r="-2083" b="-135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A40DF4E-7DA9-0B07-2765-453F3A60EEC3}"/>
                </a:ext>
              </a:extLst>
            </p:cNvPr>
            <p:cNvCxnSpPr>
              <a:stCxn id="2" idx="0"/>
              <a:endCxn id="3" idx="1"/>
            </p:cNvCxnSpPr>
            <p:nvPr/>
          </p:nvCxnSpPr>
          <p:spPr>
            <a:xfrm flipV="1">
              <a:off x="5248275" y="3800473"/>
              <a:ext cx="767195" cy="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61493A2-3259-56C6-F696-F7EC70B11F2D}"/>
                </a:ext>
              </a:extLst>
            </p:cNvPr>
            <p:cNvCxnSpPr>
              <a:stCxn id="5" idx="0"/>
              <a:endCxn id="6" idx="3"/>
            </p:cNvCxnSpPr>
            <p:nvPr/>
          </p:nvCxnSpPr>
          <p:spPr>
            <a:xfrm flipH="1" flipV="1">
              <a:off x="5335611" y="5676901"/>
              <a:ext cx="76719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6977F3B-2976-FE6D-4D2D-0A326AFF0A0C}"/>
                </a:ext>
              </a:extLst>
            </p:cNvPr>
            <p:cNvSpPr/>
            <p:nvPr/>
          </p:nvSpPr>
          <p:spPr>
            <a:xfrm>
              <a:off x="2677732" y="3558139"/>
              <a:ext cx="479581" cy="484666"/>
            </a:xfrm>
            <a:prstGeom prst="ellips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AD38AAD-FE49-777B-B5EB-E9582105D827}"/>
                </a:ext>
              </a:extLst>
            </p:cNvPr>
            <p:cNvSpPr/>
            <p:nvPr/>
          </p:nvSpPr>
          <p:spPr>
            <a:xfrm>
              <a:off x="8154607" y="5434567"/>
              <a:ext cx="479581" cy="484666"/>
            </a:xfrm>
            <a:prstGeom prst="ellips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2E9AD10-5C23-5307-CA40-04A85B49C575}"/>
                </a:ext>
              </a:extLst>
            </p:cNvPr>
            <p:cNvSpPr/>
            <p:nvPr/>
          </p:nvSpPr>
          <p:spPr>
            <a:xfrm>
              <a:off x="8154607" y="925034"/>
              <a:ext cx="479581" cy="484666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76B5996-8D3A-4868-E30F-4225A3040689}"/>
                </a:ext>
              </a:extLst>
            </p:cNvPr>
            <p:cNvCxnSpPr>
              <a:endCxn id="13" idx="6"/>
            </p:cNvCxnSpPr>
            <p:nvPr/>
          </p:nvCxnSpPr>
          <p:spPr>
            <a:xfrm flipH="1">
              <a:off x="8634188" y="5676900"/>
              <a:ext cx="10717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1C0665C-B5DE-61F9-8719-21FD9DB492F2}"/>
                </a:ext>
              </a:extLst>
            </p:cNvPr>
            <p:cNvCxnSpPr>
              <a:stCxn id="13" idx="2"/>
              <a:endCxn id="5" idx="3"/>
            </p:cNvCxnSpPr>
            <p:nvPr/>
          </p:nvCxnSpPr>
          <p:spPr>
            <a:xfrm flipH="1">
              <a:off x="6780189" y="5676900"/>
              <a:ext cx="1374418" cy="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: Elbow 19">
              <a:extLst>
                <a:ext uri="{FF2B5EF4-FFF2-40B4-BE49-F238E27FC236}">
                  <a16:creationId xmlns:a16="http://schemas.microsoft.com/office/drawing/2014/main" id="{7B7DEA4E-537F-230A-BBBD-FFE13AE784E0}"/>
                </a:ext>
              </a:extLst>
            </p:cNvPr>
            <p:cNvCxnSpPr>
              <a:stCxn id="3" idx="3"/>
              <a:endCxn id="13" idx="0"/>
            </p:cNvCxnSpPr>
            <p:nvPr/>
          </p:nvCxnSpPr>
          <p:spPr>
            <a:xfrm>
              <a:off x="6867526" y="3800473"/>
              <a:ext cx="1526872" cy="1634094"/>
            </a:xfrm>
            <a:prstGeom prst="bentConnector2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1B7CD4F-87DB-945F-FA02-9321418EEDCD}"/>
                </a:ext>
              </a:extLst>
            </p:cNvPr>
            <p:cNvCxnSpPr>
              <a:cxnSpLocks/>
              <a:endCxn id="14" idx="4"/>
            </p:cNvCxnSpPr>
            <p:nvPr/>
          </p:nvCxnSpPr>
          <p:spPr>
            <a:xfrm flipV="1">
              <a:off x="8394397" y="1409700"/>
              <a:ext cx="1" cy="2390772"/>
            </a:xfrm>
            <a:prstGeom prst="straightConnector1">
              <a:avLst/>
            </a:prstGeom>
            <a:ln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009D283-625D-A5E5-6B1E-C6DF5C0E0A26}"/>
                </a:ext>
              </a:extLst>
            </p:cNvPr>
            <p:cNvSpPr/>
            <p:nvPr/>
          </p:nvSpPr>
          <p:spPr>
            <a:xfrm>
              <a:off x="6663170" y="1786705"/>
              <a:ext cx="852056" cy="683587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LPF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646A464-1EE5-D4E2-A76A-0A3DF06DAB5A}"/>
                </a:ext>
              </a:extLst>
            </p:cNvPr>
            <p:cNvSpPr/>
            <p:nvPr/>
          </p:nvSpPr>
          <p:spPr>
            <a:xfrm>
              <a:off x="5985320" y="925034"/>
              <a:ext cx="479581" cy="484666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EE47A20-324E-321D-3502-2D5E5A286A2D}"/>
                </a:ext>
              </a:extLst>
            </p:cNvPr>
            <p:cNvSpPr/>
            <p:nvPr/>
          </p:nvSpPr>
          <p:spPr>
            <a:xfrm rot="16200000">
              <a:off x="4091640" y="1789807"/>
              <a:ext cx="683586" cy="677383"/>
            </a:xfrm>
            <a:prstGeom prst="triangl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CE5D2457-969E-A5E2-8E5D-53DE686496C2}"/>
                </a:ext>
              </a:extLst>
            </p:cNvPr>
            <p:cNvSpPr/>
            <p:nvPr/>
          </p:nvSpPr>
          <p:spPr>
            <a:xfrm rot="16200000">
              <a:off x="4091641" y="827986"/>
              <a:ext cx="683586" cy="677383"/>
            </a:xfrm>
            <a:prstGeom prst="triangl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F7DC40F-6D09-7F3A-35ED-BCE07AD9B1B1}"/>
                </a:ext>
              </a:extLst>
            </p:cNvPr>
            <p:cNvSpPr/>
            <p:nvPr/>
          </p:nvSpPr>
          <p:spPr>
            <a:xfrm>
              <a:off x="3219560" y="925034"/>
              <a:ext cx="479581" cy="484666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48EA179-1F04-292F-8E53-FB2CF7D9F839}"/>
                </a:ext>
              </a:extLst>
            </p:cNvPr>
            <p:cNvCxnSpPr>
              <a:endCxn id="14" idx="6"/>
            </p:cNvCxnSpPr>
            <p:nvPr/>
          </p:nvCxnSpPr>
          <p:spPr>
            <a:xfrm flipH="1">
              <a:off x="8634188" y="1166677"/>
              <a:ext cx="938437" cy="69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B7A04AA-D335-BBAD-1900-5A09EB681267}"/>
                </a:ext>
              </a:extLst>
            </p:cNvPr>
            <p:cNvCxnSpPr>
              <a:stCxn id="14" idx="2"/>
              <a:endCxn id="26" idx="6"/>
            </p:cNvCxnSpPr>
            <p:nvPr/>
          </p:nvCxnSpPr>
          <p:spPr>
            <a:xfrm flipH="1">
              <a:off x="6464901" y="1167367"/>
              <a:ext cx="168970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B280D8F-304B-F51E-BC83-82647EF4CDDF}"/>
                </a:ext>
              </a:extLst>
            </p:cNvPr>
            <p:cNvCxnSpPr>
              <a:stCxn id="26" idx="2"/>
              <a:endCxn id="34" idx="3"/>
            </p:cNvCxnSpPr>
            <p:nvPr/>
          </p:nvCxnSpPr>
          <p:spPr>
            <a:xfrm flipH="1" flipV="1">
              <a:off x="4772126" y="1166678"/>
              <a:ext cx="1213194" cy="6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7E6D4FC-94DC-2A19-00FC-109D57C2A1AE}"/>
                </a:ext>
              </a:extLst>
            </p:cNvPr>
            <p:cNvCxnSpPr>
              <a:stCxn id="25" idx="1"/>
              <a:endCxn id="33" idx="3"/>
            </p:cNvCxnSpPr>
            <p:nvPr/>
          </p:nvCxnSpPr>
          <p:spPr>
            <a:xfrm flipH="1">
              <a:off x="4772125" y="2128499"/>
              <a:ext cx="1891045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: Elbow 44">
              <a:extLst>
                <a:ext uri="{FF2B5EF4-FFF2-40B4-BE49-F238E27FC236}">
                  <a16:creationId xmlns:a16="http://schemas.microsoft.com/office/drawing/2014/main" id="{81BF1769-AB7C-0795-AFD6-D0A6C0CBFA35}"/>
                </a:ext>
              </a:extLst>
            </p:cNvPr>
            <p:cNvCxnSpPr>
              <a:cxnSpLocks/>
              <a:endCxn id="25" idx="3"/>
            </p:cNvCxnSpPr>
            <p:nvPr/>
          </p:nvCxnSpPr>
          <p:spPr>
            <a:xfrm rot="5400000">
              <a:off x="7203452" y="1492875"/>
              <a:ext cx="947399" cy="323849"/>
            </a:xfrm>
            <a:prstGeom prst="bentConnector2">
              <a:avLst/>
            </a:prstGeom>
            <a:ln>
              <a:solidFill>
                <a:schemeClr val="bg1">
                  <a:lumMod val="50000"/>
                </a:schemeClr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1254D9B-7302-7E5F-7AAC-5FAE0907BA63}"/>
                </a:ext>
              </a:extLst>
            </p:cNvPr>
            <p:cNvCxnSpPr>
              <a:endCxn id="26" idx="4"/>
            </p:cNvCxnSpPr>
            <p:nvPr/>
          </p:nvCxnSpPr>
          <p:spPr>
            <a:xfrm flipV="1">
              <a:off x="6225110" y="1409700"/>
              <a:ext cx="1" cy="718798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C827D9AE-1566-2A92-D718-D15EAAF2F5D5}"/>
                </a:ext>
              </a:extLst>
            </p:cNvPr>
            <p:cNvCxnSpPr>
              <a:stCxn id="34" idx="0"/>
              <a:endCxn id="35" idx="6"/>
            </p:cNvCxnSpPr>
            <p:nvPr/>
          </p:nvCxnSpPr>
          <p:spPr>
            <a:xfrm flipH="1">
              <a:off x="3699141" y="1166678"/>
              <a:ext cx="395602" cy="6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A3CF9183-B7E6-EB9C-2F84-B246CE2B239A}"/>
                </a:ext>
              </a:extLst>
            </p:cNvPr>
            <p:cNvCxnSpPr>
              <a:stCxn id="33" idx="0"/>
              <a:endCxn id="35" idx="4"/>
            </p:cNvCxnSpPr>
            <p:nvPr/>
          </p:nvCxnSpPr>
          <p:spPr>
            <a:xfrm rot="10800000">
              <a:off x="3459352" y="1409701"/>
              <a:ext cx="635391" cy="718799"/>
            </a:xfrm>
            <a:prstGeom prst="bentConnector2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: Elbow 53">
              <a:extLst>
                <a:ext uri="{FF2B5EF4-FFF2-40B4-BE49-F238E27FC236}">
                  <a16:creationId xmlns:a16="http://schemas.microsoft.com/office/drawing/2014/main" id="{9BE5A4D2-BA01-76C1-C230-02A637F610A8}"/>
                </a:ext>
              </a:extLst>
            </p:cNvPr>
            <p:cNvCxnSpPr>
              <a:stCxn id="35" idx="2"/>
              <a:endCxn id="12" idx="0"/>
            </p:cNvCxnSpPr>
            <p:nvPr/>
          </p:nvCxnSpPr>
          <p:spPr>
            <a:xfrm rot="10800000" flipV="1">
              <a:off x="2917524" y="1167367"/>
              <a:ext cx="302037" cy="2390772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: Elbow 55">
              <a:extLst>
                <a:ext uri="{FF2B5EF4-FFF2-40B4-BE49-F238E27FC236}">
                  <a16:creationId xmlns:a16="http://schemas.microsoft.com/office/drawing/2014/main" id="{3A2429DC-FA4A-DCD3-86FE-B572C4389806}"/>
                </a:ext>
              </a:extLst>
            </p:cNvPr>
            <p:cNvCxnSpPr>
              <a:stCxn id="6" idx="1"/>
              <a:endCxn id="12" idx="4"/>
            </p:cNvCxnSpPr>
            <p:nvPr/>
          </p:nvCxnSpPr>
          <p:spPr>
            <a:xfrm rot="10800000">
              <a:off x="2917523" y="4042805"/>
              <a:ext cx="1566032" cy="1634096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53AFF228-CDA4-6F0A-CCB4-0DF54BD5E853}"/>
                </a:ext>
              </a:extLst>
            </p:cNvPr>
            <p:cNvCxnSpPr>
              <a:stCxn id="12" idx="6"/>
              <a:endCxn id="2" idx="3"/>
            </p:cNvCxnSpPr>
            <p:nvPr/>
          </p:nvCxnSpPr>
          <p:spPr>
            <a:xfrm>
              <a:off x="3157313" y="3800472"/>
              <a:ext cx="1413579" cy="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0944368B-A8CF-6B58-29F9-E71FE1032B36}"/>
                    </a:ext>
                  </a:extLst>
                </p:cNvPr>
                <p:cNvSpPr txBox="1"/>
                <p:nvPr/>
              </p:nvSpPr>
              <p:spPr>
                <a:xfrm>
                  <a:off x="4052200" y="2356016"/>
                  <a:ext cx="533223" cy="2320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𝑑𝑟𝑜𝑜𝑝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0944368B-A8CF-6B58-29F9-E71FE1032B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2200" y="2356016"/>
                  <a:ext cx="533223" cy="232051"/>
                </a:xfrm>
                <a:prstGeom prst="rect">
                  <a:avLst/>
                </a:prstGeom>
                <a:blipFill>
                  <a:blip r:embed="rId6"/>
                  <a:stretch>
                    <a:fillRect l="-9195" r="-3448" b="-2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F424090-F580-7F6F-7E49-23AF64912C76}"/>
                    </a:ext>
                  </a:extLst>
                </p:cNvPr>
                <p:cNvSpPr txBox="1"/>
                <p:nvPr/>
              </p:nvSpPr>
              <p:spPr>
                <a:xfrm>
                  <a:off x="4127271" y="561819"/>
                  <a:ext cx="513987" cy="2320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𝑑𝑎𝑚𝑝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F424090-F580-7F6F-7E49-23AF64912C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7271" y="561819"/>
                  <a:ext cx="513987" cy="232051"/>
                </a:xfrm>
                <a:prstGeom prst="rect">
                  <a:avLst/>
                </a:prstGeom>
                <a:blipFill>
                  <a:blip r:embed="rId7"/>
                  <a:stretch>
                    <a:fillRect l="-8333" r="-4762" b="-26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2D7A424C-392F-6E87-36C1-B092B12C1640}"/>
                    </a:ext>
                  </a:extLst>
                </p:cNvPr>
                <p:cNvSpPr txBox="1"/>
                <p:nvPr/>
              </p:nvSpPr>
              <p:spPr>
                <a:xfrm>
                  <a:off x="5046883" y="822848"/>
                  <a:ext cx="48885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𝑑𝑓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𝐻𝑃𝐹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2D7A424C-392F-6E87-36C1-B092B12C16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6883" y="822848"/>
                  <a:ext cx="488852" cy="215444"/>
                </a:xfrm>
                <a:prstGeom prst="rect">
                  <a:avLst/>
                </a:prstGeom>
                <a:blipFill>
                  <a:blip r:embed="rId8"/>
                  <a:stretch>
                    <a:fillRect l="-13750" r="-1250" b="-3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8137746B-C295-D4AB-247D-9D880482E6FB}"/>
                    </a:ext>
                  </a:extLst>
                </p:cNvPr>
                <p:cNvSpPr txBox="1"/>
                <p:nvPr/>
              </p:nvSpPr>
              <p:spPr>
                <a:xfrm>
                  <a:off x="5046883" y="1822376"/>
                  <a:ext cx="46320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𝑑𝑓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𝐿𝑃𝐹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8137746B-C295-D4AB-247D-9D880482E6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6883" y="1822376"/>
                  <a:ext cx="463204" cy="215444"/>
                </a:xfrm>
                <a:prstGeom prst="rect">
                  <a:avLst/>
                </a:prstGeom>
                <a:blipFill>
                  <a:blip r:embed="rId9"/>
                  <a:stretch>
                    <a:fillRect l="-14474" r="-1316" b="-3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E9005C58-DC7F-077C-50DF-D01379DE35A4}"/>
                    </a:ext>
                  </a:extLst>
                </p:cNvPr>
                <p:cNvSpPr txBox="1"/>
                <p:nvPr/>
              </p:nvSpPr>
              <p:spPr>
                <a:xfrm>
                  <a:off x="9045153" y="822848"/>
                  <a:ext cx="355225" cy="23269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E9005C58-DC7F-077C-50DF-D01379DE35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45153" y="822848"/>
                  <a:ext cx="355225" cy="232692"/>
                </a:xfrm>
                <a:prstGeom prst="rect">
                  <a:avLst/>
                </a:prstGeom>
                <a:blipFill>
                  <a:blip r:embed="rId10"/>
                  <a:stretch>
                    <a:fillRect l="-12069" r="-6897" b="-2368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4D172CE6-C7DF-01C2-EB02-FB49675AAE69}"/>
                    </a:ext>
                  </a:extLst>
                </p:cNvPr>
                <p:cNvSpPr txBox="1"/>
                <p:nvPr/>
              </p:nvSpPr>
              <p:spPr>
                <a:xfrm>
                  <a:off x="9103406" y="5746747"/>
                  <a:ext cx="415498" cy="23294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𝑔𝑟𝑖𝑑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4D172CE6-C7DF-01C2-EB02-FB49675AAE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3406" y="5746747"/>
                  <a:ext cx="415498" cy="232949"/>
                </a:xfrm>
                <a:prstGeom prst="rect">
                  <a:avLst/>
                </a:prstGeom>
                <a:blipFill>
                  <a:blip r:embed="rId11"/>
                  <a:stretch>
                    <a:fillRect l="-10145" r="-4348" b="-2368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D57B9014-A7B5-5D4D-0577-F2243263135F}"/>
                    </a:ext>
                  </a:extLst>
                </p:cNvPr>
                <p:cNvSpPr txBox="1"/>
                <p:nvPr/>
              </p:nvSpPr>
              <p:spPr>
                <a:xfrm>
                  <a:off x="7323358" y="3861941"/>
                  <a:ext cx="469296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𝑟𝑜𝑡𝑜𝑟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D57B9014-A7B5-5D4D-0577-F224326313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3358" y="3861941"/>
                  <a:ext cx="469296" cy="215444"/>
                </a:xfrm>
                <a:prstGeom prst="rect">
                  <a:avLst/>
                </a:prstGeom>
                <a:blipFill>
                  <a:blip r:embed="rId12"/>
                  <a:stretch>
                    <a:fillRect l="-12987" r="-1299" b="-3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458061FB-0594-4E6E-DB9C-5C61C786045E}"/>
                    </a:ext>
                  </a:extLst>
                </p:cNvPr>
                <p:cNvSpPr txBox="1"/>
                <p:nvPr/>
              </p:nvSpPr>
              <p:spPr>
                <a:xfrm>
                  <a:off x="2415656" y="4617520"/>
                  <a:ext cx="395429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𝑒𝑙𝑒𝑐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458061FB-0594-4E6E-DB9C-5C61C78604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5656" y="4617520"/>
                  <a:ext cx="395429" cy="215444"/>
                </a:xfrm>
                <a:prstGeom prst="rect">
                  <a:avLst/>
                </a:prstGeom>
                <a:blipFill>
                  <a:blip r:embed="rId13"/>
                  <a:stretch>
                    <a:fillRect l="-10769" r="-3077" b="-2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1DEE8B14-B48D-97CF-9389-810DBBF97409}"/>
                    </a:ext>
                  </a:extLst>
                </p:cNvPr>
                <p:cNvSpPr txBox="1"/>
                <p:nvPr/>
              </p:nvSpPr>
              <p:spPr>
                <a:xfrm>
                  <a:off x="2371802" y="2263236"/>
                  <a:ext cx="481157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𝑚𝑒𝑐h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1DEE8B14-B48D-97CF-9389-810DBBF974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1802" y="2263236"/>
                  <a:ext cx="481157" cy="215444"/>
                </a:xfrm>
                <a:prstGeom prst="rect">
                  <a:avLst/>
                </a:prstGeom>
                <a:blipFill>
                  <a:blip r:embed="rId14"/>
                  <a:stretch>
                    <a:fillRect l="-8861" r="-2532" b="-2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139F550-300F-D0E0-0AB9-0FCC126DC5BE}"/>
                </a:ext>
              </a:extLst>
            </p:cNvPr>
            <p:cNvSpPr txBox="1"/>
            <p:nvPr/>
          </p:nvSpPr>
          <p:spPr>
            <a:xfrm>
              <a:off x="8652037" y="1139139"/>
              <a:ext cx="187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7AF490C-5DE9-D195-579C-8B8A264D7B2E}"/>
                </a:ext>
              </a:extLst>
            </p:cNvPr>
            <p:cNvSpPr txBox="1"/>
            <p:nvPr/>
          </p:nvSpPr>
          <p:spPr>
            <a:xfrm>
              <a:off x="8464404" y="5150441"/>
              <a:ext cx="187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70A4A78-D26E-E6DD-17E7-23966B33361E}"/>
                </a:ext>
              </a:extLst>
            </p:cNvPr>
            <p:cNvSpPr txBox="1"/>
            <p:nvPr/>
          </p:nvSpPr>
          <p:spPr>
            <a:xfrm>
              <a:off x="3753611" y="1139139"/>
              <a:ext cx="187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BF5A983-446B-91E5-62E6-30E2E9C4E50F}"/>
                </a:ext>
              </a:extLst>
            </p:cNvPr>
            <p:cNvSpPr txBox="1"/>
            <p:nvPr/>
          </p:nvSpPr>
          <p:spPr>
            <a:xfrm>
              <a:off x="3229728" y="1382158"/>
              <a:ext cx="187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DE39A2D-C493-0284-F3E6-51AA8842ABC3}"/>
                </a:ext>
              </a:extLst>
            </p:cNvPr>
            <p:cNvSpPr txBox="1"/>
            <p:nvPr/>
          </p:nvSpPr>
          <p:spPr>
            <a:xfrm>
              <a:off x="2665326" y="3213610"/>
              <a:ext cx="187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6AAD60D-608E-EAF2-CC44-7279520F107E}"/>
                </a:ext>
              </a:extLst>
            </p:cNvPr>
            <p:cNvSpPr txBox="1"/>
            <p:nvPr/>
          </p:nvSpPr>
          <p:spPr>
            <a:xfrm>
              <a:off x="6554928" y="1139139"/>
              <a:ext cx="187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189F50A-2D00-4791-40E7-8426DD556539}"/>
                </a:ext>
              </a:extLst>
            </p:cNvPr>
            <p:cNvSpPr txBox="1"/>
            <p:nvPr/>
          </p:nvSpPr>
          <p:spPr>
            <a:xfrm>
              <a:off x="5992463" y="1235312"/>
              <a:ext cx="187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_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E59DC85-D073-0372-E8CD-2BF995B464DC}"/>
                </a:ext>
              </a:extLst>
            </p:cNvPr>
            <p:cNvSpPr txBox="1"/>
            <p:nvPr/>
          </p:nvSpPr>
          <p:spPr>
            <a:xfrm>
              <a:off x="8148789" y="1266828"/>
              <a:ext cx="187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_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0B624E0-1DE6-EE1E-B61F-A49F0BB7E4F6}"/>
                </a:ext>
              </a:extLst>
            </p:cNvPr>
            <p:cNvSpPr txBox="1"/>
            <p:nvPr/>
          </p:nvSpPr>
          <p:spPr>
            <a:xfrm>
              <a:off x="2677731" y="3915565"/>
              <a:ext cx="187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_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2A898CD-9B0E-6F4D-C143-F32A7BB5D56E}"/>
                </a:ext>
              </a:extLst>
            </p:cNvPr>
            <p:cNvSpPr txBox="1"/>
            <p:nvPr/>
          </p:nvSpPr>
          <p:spPr>
            <a:xfrm>
              <a:off x="8693703" y="5551237"/>
              <a:ext cx="187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_</a:t>
              </a:r>
            </a:p>
          </p:txBody>
        </p:sp>
      </p:grp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9D3DFA06-1FCE-B00F-E9B4-9E5F64086409}"/>
              </a:ext>
            </a:extLst>
          </p:cNvPr>
          <p:cNvSpPr/>
          <p:nvPr/>
        </p:nvSpPr>
        <p:spPr>
          <a:xfrm>
            <a:off x="3651470" y="4260039"/>
            <a:ext cx="3783968" cy="986755"/>
          </a:xfrm>
          <a:custGeom>
            <a:avLst/>
            <a:gdLst>
              <a:gd name="csX0" fmla="*/ 6130 w 3783968"/>
              <a:gd name="csY0" fmla="*/ 498557 h 1555955"/>
              <a:gd name="csX1" fmla="*/ 520480 w 3783968"/>
              <a:gd name="csY1" fmla="*/ 79457 h 1555955"/>
              <a:gd name="csX2" fmla="*/ 3301780 w 3783968"/>
              <a:gd name="csY2" fmla="*/ 98507 h 1555955"/>
              <a:gd name="csX3" fmla="*/ 3654205 w 3783968"/>
              <a:gd name="csY3" fmla="*/ 1079582 h 1555955"/>
              <a:gd name="csX4" fmla="*/ 1892080 w 3783968"/>
              <a:gd name="csY4" fmla="*/ 1555832 h 1555955"/>
              <a:gd name="csX5" fmla="*/ 377605 w 3783968"/>
              <a:gd name="csY5" fmla="*/ 1041482 h 15559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783968" h="1555955">
                <a:moveTo>
                  <a:pt x="6130" y="498557"/>
                </a:moveTo>
                <a:cubicBezTo>
                  <a:pt x="-11333" y="322344"/>
                  <a:pt x="-28795" y="146132"/>
                  <a:pt x="520480" y="79457"/>
                </a:cubicBezTo>
                <a:cubicBezTo>
                  <a:pt x="1069755" y="12782"/>
                  <a:pt x="2779493" y="-68181"/>
                  <a:pt x="3301780" y="98507"/>
                </a:cubicBezTo>
                <a:cubicBezTo>
                  <a:pt x="3824068" y="265194"/>
                  <a:pt x="3889155" y="836695"/>
                  <a:pt x="3654205" y="1079582"/>
                </a:cubicBezTo>
                <a:cubicBezTo>
                  <a:pt x="3419255" y="1322469"/>
                  <a:pt x="2438180" y="1562182"/>
                  <a:pt x="1892080" y="1555832"/>
                </a:cubicBezTo>
                <a:cubicBezTo>
                  <a:pt x="1345980" y="1549482"/>
                  <a:pt x="861792" y="1295482"/>
                  <a:pt x="377605" y="1041482"/>
                </a:cubicBezTo>
              </a:path>
            </a:pathLst>
          </a:custGeom>
          <a:ln w="28575">
            <a:solidFill>
              <a:schemeClr val="accent2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8D9F8A0-6033-64E1-E7F1-F09B6DA6C908}"/>
              </a:ext>
            </a:extLst>
          </p:cNvPr>
          <p:cNvSpPr txBox="1"/>
          <p:nvPr/>
        </p:nvSpPr>
        <p:spPr>
          <a:xfrm>
            <a:off x="8887896" y="2144680"/>
            <a:ext cx="25590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Slow droop path is time-scale separated from resonance/damping dynamics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17AE274-AD7C-ECE3-6199-7DCC7859FB11}"/>
              </a:ext>
            </a:extLst>
          </p:cNvPr>
          <p:cNvGrpSpPr/>
          <p:nvPr/>
        </p:nvGrpSpPr>
        <p:grpSpPr>
          <a:xfrm>
            <a:off x="4641258" y="2260216"/>
            <a:ext cx="6250355" cy="598826"/>
            <a:chOff x="4641258" y="2260216"/>
            <a:chExt cx="6250355" cy="598826"/>
          </a:xfrm>
        </p:grpSpPr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0C5C5169-7D51-989B-23BE-1DDDEE6BF0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10087" y="2859042"/>
              <a:ext cx="5381526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EC10D8A7-EDE0-0185-D576-AB29C4FC1440}"/>
                </a:ext>
              </a:extLst>
            </p:cNvPr>
            <p:cNvCxnSpPr/>
            <p:nvPr/>
          </p:nvCxnSpPr>
          <p:spPr>
            <a:xfrm flipH="1" flipV="1">
              <a:off x="4641258" y="2263236"/>
              <a:ext cx="868829" cy="595806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F74176C5-45DA-A220-B302-E624A3C619B4}"/>
                </a:ext>
              </a:extLst>
            </p:cNvPr>
            <p:cNvCxnSpPr/>
            <p:nvPr/>
          </p:nvCxnSpPr>
          <p:spPr>
            <a:xfrm flipH="1" flipV="1">
              <a:off x="7242736" y="2260216"/>
              <a:ext cx="868829" cy="595806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80724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64A7880-DD99-86AE-B8BD-930A1E2552EC}"/>
              </a:ext>
            </a:extLst>
          </p:cNvPr>
          <p:cNvSpPr/>
          <p:nvPr/>
        </p:nvSpPr>
        <p:spPr>
          <a:xfrm>
            <a:off x="1351743" y="2176787"/>
            <a:ext cx="693009" cy="675625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2"/>
                </a:solidFill>
              </a:rPr>
              <a:t>~</a:t>
            </a:r>
            <a:endParaRPr lang="en-US" sz="1100" dirty="0">
              <a:solidFill>
                <a:schemeClr val="accent2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85433EE-8B23-7E0F-E3DF-87DAA5CAB387}"/>
              </a:ext>
            </a:extLst>
          </p:cNvPr>
          <p:cNvCxnSpPr>
            <a:cxnSpLocks/>
          </p:cNvCxnSpPr>
          <p:nvPr/>
        </p:nvCxnSpPr>
        <p:spPr>
          <a:xfrm flipH="1">
            <a:off x="1698247" y="1518874"/>
            <a:ext cx="286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1A01E6EF-2CCD-1D97-953B-DDB268068D8F}"/>
              </a:ext>
            </a:extLst>
          </p:cNvPr>
          <p:cNvGrpSpPr/>
          <p:nvPr/>
        </p:nvGrpSpPr>
        <p:grpSpPr>
          <a:xfrm>
            <a:off x="1999080" y="1395430"/>
            <a:ext cx="1418997" cy="246888"/>
            <a:chOff x="6830568" y="2084592"/>
            <a:chExt cx="1418997" cy="24688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D68BA88-4570-BEFF-E88A-DCE81897E909}"/>
                </a:ext>
              </a:extLst>
            </p:cNvPr>
            <p:cNvGrpSpPr/>
            <p:nvPr/>
          </p:nvGrpSpPr>
          <p:grpSpPr>
            <a:xfrm>
              <a:off x="6830568" y="2084592"/>
              <a:ext cx="683640" cy="246888"/>
              <a:chOff x="2551176" y="3154680"/>
              <a:chExt cx="2880360" cy="768096"/>
            </a:xfrm>
          </p:grpSpPr>
          <p:sp>
            <p:nvSpPr>
              <p:cNvPr id="15" name="Arc 14">
                <a:extLst>
                  <a:ext uri="{FF2B5EF4-FFF2-40B4-BE49-F238E27FC236}">
                    <a16:creationId xmlns:a16="http://schemas.microsoft.com/office/drawing/2014/main" id="{1A91D668-6BF7-6B1D-C37A-F12B936F338D}"/>
                  </a:ext>
                </a:extLst>
              </p:cNvPr>
              <p:cNvSpPr/>
              <p:nvPr/>
            </p:nvSpPr>
            <p:spPr>
              <a:xfrm>
                <a:off x="2551176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EFDE555B-1473-D464-A9C1-F6A12E814F4D}"/>
                  </a:ext>
                </a:extLst>
              </p:cNvPr>
              <p:cNvSpPr/>
              <p:nvPr/>
            </p:nvSpPr>
            <p:spPr>
              <a:xfrm>
                <a:off x="3255264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C95E53BA-33EF-47F3-C991-B36D5A513466}"/>
                  </a:ext>
                </a:extLst>
              </p:cNvPr>
              <p:cNvSpPr/>
              <p:nvPr/>
            </p:nvSpPr>
            <p:spPr>
              <a:xfrm>
                <a:off x="3959352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863C7F7F-D61F-21FF-E331-8A95337C34C4}"/>
                  </a:ext>
                </a:extLst>
              </p:cNvPr>
              <p:cNvSpPr/>
              <p:nvPr/>
            </p:nvSpPr>
            <p:spPr>
              <a:xfrm>
                <a:off x="4663440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216A46F-F056-A3E3-BD67-D44B7354ACE7}"/>
                </a:ext>
              </a:extLst>
            </p:cNvPr>
            <p:cNvGrpSpPr/>
            <p:nvPr/>
          </p:nvGrpSpPr>
          <p:grpSpPr>
            <a:xfrm>
              <a:off x="7713062" y="2123454"/>
              <a:ext cx="326664" cy="169164"/>
              <a:chOff x="4521709" y="2816352"/>
              <a:chExt cx="2024480" cy="745236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B98354F6-02CC-E8D8-2636-3F7441C3F1CC}"/>
                  </a:ext>
                </a:extLst>
              </p:cNvPr>
              <p:cNvCxnSpPr/>
              <p:nvPr/>
            </p:nvCxnSpPr>
            <p:spPr>
              <a:xfrm flipV="1">
                <a:off x="4718304" y="2816352"/>
                <a:ext cx="393192" cy="74523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395F1A6-53E0-54D8-4A59-11EFB708D5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111496" y="2816352"/>
                <a:ext cx="422453" cy="74523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694C1F61-9E0F-399A-6F68-317EF87479ED}"/>
                  </a:ext>
                </a:extLst>
              </p:cNvPr>
              <p:cNvCxnSpPr/>
              <p:nvPr/>
            </p:nvCxnSpPr>
            <p:spPr>
              <a:xfrm flipV="1">
                <a:off x="5533949" y="2816352"/>
                <a:ext cx="393192" cy="74523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356AD4C3-C00E-41B2-C2F6-39B8CEE456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27141" y="2816352"/>
                <a:ext cx="422453" cy="74523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8DCE67D-ED53-F84B-FC1E-8A6F3A10B1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49594" y="3188969"/>
                <a:ext cx="196595" cy="37261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F22DAB6-014C-A86E-74F5-F121994B76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521709" y="3188970"/>
                <a:ext cx="212198" cy="37261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0D48957-2698-1048-1C57-75E706F239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03223" y="2208036"/>
              <a:ext cx="20983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FBB8AFE-6A77-827C-6A43-6E86B58DBB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9726" y="2208036"/>
              <a:ext cx="20983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4681886-C839-8D73-6D84-C42F2183BCD9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1698248" y="1518874"/>
            <a:ext cx="0" cy="6579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A603EC1-D60E-98FD-B4AF-9E4AD1DB7D04}"/>
              </a:ext>
            </a:extLst>
          </p:cNvPr>
          <p:cNvCxnSpPr/>
          <p:nvPr/>
        </p:nvCxnSpPr>
        <p:spPr>
          <a:xfrm flipV="1">
            <a:off x="3418077" y="1397324"/>
            <a:ext cx="287866" cy="1215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E31AA999-B2D0-9824-3111-43A5BC9F1807}"/>
              </a:ext>
            </a:extLst>
          </p:cNvPr>
          <p:cNvSpPr/>
          <p:nvPr/>
        </p:nvSpPr>
        <p:spPr>
          <a:xfrm>
            <a:off x="5924786" y="2234413"/>
            <a:ext cx="693008" cy="67562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58F72EC-A99F-04D4-5E46-AEBC6A04040E}"/>
              </a:ext>
            </a:extLst>
          </p:cNvPr>
          <p:cNvCxnSpPr>
            <a:cxnSpLocks/>
          </p:cNvCxnSpPr>
          <p:nvPr/>
        </p:nvCxnSpPr>
        <p:spPr>
          <a:xfrm flipH="1">
            <a:off x="3749268" y="1513302"/>
            <a:ext cx="3805903" cy="5572"/>
          </a:xfrm>
          <a:prstGeom prst="line">
            <a:avLst/>
          </a:prstGeom>
          <a:ln>
            <a:headEnd type="diamond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624739C-2B42-1ABD-C487-717ACA2C5E4D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6271290" y="1529640"/>
            <a:ext cx="0" cy="7047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0F617A7-BEAE-5059-4958-4DADCC2915D2}"/>
              </a:ext>
            </a:extLst>
          </p:cNvPr>
          <p:cNvCxnSpPr/>
          <p:nvPr/>
        </p:nvCxnSpPr>
        <p:spPr>
          <a:xfrm>
            <a:off x="6271290" y="2403341"/>
            <a:ext cx="0" cy="40278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DFD209B-D5A0-DCBC-140C-D738FCA4F7FB}"/>
              </a:ext>
            </a:extLst>
          </p:cNvPr>
          <p:cNvCxnSpPr>
            <a:cxnSpLocks/>
          </p:cNvCxnSpPr>
          <p:nvPr/>
        </p:nvCxnSpPr>
        <p:spPr>
          <a:xfrm>
            <a:off x="3749268" y="1745596"/>
            <a:ext cx="5355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DDCB7D4-0C9A-D1C1-F454-C806D964EC1F}"/>
              </a:ext>
            </a:extLst>
          </p:cNvPr>
          <p:cNvCxnSpPr>
            <a:cxnSpLocks/>
          </p:cNvCxnSpPr>
          <p:nvPr/>
        </p:nvCxnSpPr>
        <p:spPr>
          <a:xfrm>
            <a:off x="6675498" y="1761265"/>
            <a:ext cx="5561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1C23EA8-1BD2-BBDF-7D9B-667F4B370349}"/>
              </a:ext>
            </a:extLst>
          </p:cNvPr>
          <p:cNvSpPr txBox="1"/>
          <p:nvPr/>
        </p:nvSpPr>
        <p:spPr>
          <a:xfrm>
            <a:off x="3528976" y="1778720"/>
            <a:ext cx="879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machine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C64692-DE7F-3FF8-2E90-54E5CC788D85}"/>
              </a:ext>
            </a:extLst>
          </p:cNvPr>
          <p:cNvSpPr txBox="1"/>
          <p:nvPr/>
        </p:nvSpPr>
        <p:spPr>
          <a:xfrm>
            <a:off x="6675498" y="1745596"/>
            <a:ext cx="879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ref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9FF066-2C4C-D78F-F718-8216A5EA31FA}"/>
              </a:ext>
            </a:extLst>
          </p:cNvPr>
          <p:cNvSpPr txBox="1"/>
          <p:nvPr/>
        </p:nvSpPr>
        <p:spPr>
          <a:xfrm>
            <a:off x="5625362" y="2806123"/>
            <a:ext cx="879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</a:t>
            </a:r>
            <a:r>
              <a:rPr lang="en-US" baseline="-25000" dirty="0">
                <a:solidFill>
                  <a:srgbClr val="C00000"/>
                </a:solidFill>
              </a:rPr>
              <a:t>excess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36E6552-4823-0FA4-46CA-D4085B51C288}"/>
              </a:ext>
            </a:extLst>
          </p:cNvPr>
          <p:cNvGrpSpPr/>
          <p:nvPr/>
        </p:nvGrpSpPr>
        <p:grpSpPr>
          <a:xfrm>
            <a:off x="4875896" y="1502354"/>
            <a:ext cx="177831" cy="1491770"/>
            <a:chOff x="4995165" y="2416754"/>
            <a:chExt cx="177831" cy="149177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2AE087B-6EAD-F5BC-B408-934A52CB4338}"/>
                </a:ext>
              </a:extLst>
            </p:cNvPr>
            <p:cNvGrpSpPr/>
            <p:nvPr/>
          </p:nvGrpSpPr>
          <p:grpSpPr>
            <a:xfrm rot="5400000">
              <a:off x="4932276" y="2918224"/>
              <a:ext cx="294942" cy="169164"/>
              <a:chOff x="4521709" y="2816352"/>
              <a:chExt cx="1827885" cy="745236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5E942C8-9880-21C3-4BD8-3AC53AB5FB7E}"/>
                  </a:ext>
                </a:extLst>
              </p:cNvPr>
              <p:cNvCxnSpPr/>
              <p:nvPr/>
            </p:nvCxnSpPr>
            <p:spPr>
              <a:xfrm flipV="1">
                <a:off x="4718304" y="2816352"/>
                <a:ext cx="393192" cy="745236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E5BF3C0B-8CC9-33F7-6435-A20765B287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111496" y="2816352"/>
                <a:ext cx="422453" cy="745236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8924E0CE-D8FF-3B9D-1AD5-F69A0CE2AD24}"/>
                  </a:ext>
                </a:extLst>
              </p:cNvPr>
              <p:cNvCxnSpPr/>
              <p:nvPr/>
            </p:nvCxnSpPr>
            <p:spPr>
              <a:xfrm flipV="1">
                <a:off x="5533949" y="2816352"/>
                <a:ext cx="393192" cy="745236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BB924913-1570-7B67-E7A0-B6FC035AD7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27141" y="2816352"/>
                <a:ext cx="422453" cy="745236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9EB9297A-BD16-67F4-1AD4-4CA8290734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521709" y="3188970"/>
                <a:ext cx="212198" cy="372618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2034898-2B4D-F712-DB88-D781A6939F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79014" y="2416754"/>
              <a:ext cx="732" cy="448522"/>
            </a:xfrm>
            <a:prstGeom prst="line">
              <a:avLst/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3D009AF-8B55-3ADE-AAB1-2CF88061E807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974095" y="3803605"/>
              <a:ext cx="209839" cy="0"/>
            </a:xfrm>
            <a:prstGeom prst="line">
              <a:avLst/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22B259F-35B8-10EA-AF80-746563DA188D}"/>
                </a:ext>
              </a:extLst>
            </p:cNvPr>
            <p:cNvGrpSpPr/>
            <p:nvPr/>
          </p:nvGrpSpPr>
          <p:grpSpPr>
            <a:xfrm rot="5400000">
              <a:off x="4955714" y="3187459"/>
              <a:ext cx="263220" cy="169164"/>
              <a:chOff x="4718304" y="2816352"/>
              <a:chExt cx="1631290" cy="745236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17E0E30A-31F8-061B-399E-C9AB160E908F}"/>
                  </a:ext>
                </a:extLst>
              </p:cNvPr>
              <p:cNvCxnSpPr/>
              <p:nvPr/>
            </p:nvCxnSpPr>
            <p:spPr>
              <a:xfrm flipV="1">
                <a:off x="4718304" y="2816352"/>
                <a:ext cx="393192" cy="745236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A7147F1B-E5DB-FF93-A8E1-339C7D2DB5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111496" y="2816352"/>
                <a:ext cx="422453" cy="745236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3622398F-D5FA-8BFB-3FC5-10512715289B}"/>
                  </a:ext>
                </a:extLst>
              </p:cNvPr>
              <p:cNvCxnSpPr/>
              <p:nvPr/>
            </p:nvCxnSpPr>
            <p:spPr>
              <a:xfrm flipV="1">
                <a:off x="5533949" y="2816352"/>
                <a:ext cx="393192" cy="745236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E2C60500-9A26-3CF0-2069-2AA2E9CBB37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27141" y="2816352"/>
                <a:ext cx="422453" cy="745236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9EFC3B2A-F144-FDD3-A958-7BF86DE7D6C9}"/>
                </a:ext>
              </a:extLst>
            </p:cNvPr>
            <p:cNvGrpSpPr/>
            <p:nvPr/>
          </p:nvGrpSpPr>
          <p:grpSpPr>
            <a:xfrm rot="5400000">
              <a:off x="4940943" y="3466633"/>
              <a:ext cx="294942" cy="169164"/>
              <a:chOff x="4718304" y="2816352"/>
              <a:chExt cx="1827885" cy="745236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44E494EB-0FF7-983F-DA81-6C76E8DE4CC1}"/>
                  </a:ext>
                </a:extLst>
              </p:cNvPr>
              <p:cNvCxnSpPr/>
              <p:nvPr/>
            </p:nvCxnSpPr>
            <p:spPr>
              <a:xfrm flipV="1">
                <a:off x="4718304" y="2816352"/>
                <a:ext cx="393192" cy="745236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C3E01235-2CE3-6886-50E1-0AE06EE0AC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111496" y="2816352"/>
                <a:ext cx="422453" cy="745236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4ECE39C4-A618-FFF9-F6FD-0197DF40567B}"/>
                  </a:ext>
                </a:extLst>
              </p:cNvPr>
              <p:cNvCxnSpPr/>
              <p:nvPr/>
            </p:nvCxnSpPr>
            <p:spPr>
              <a:xfrm flipV="1">
                <a:off x="5533949" y="2816352"/>
                <a:ext cx="393192" cy="745236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B2CA1701-EA6C-D9E8-BD4B-8E8B0F5CE1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27141" y="2816352"/>
                <a:ext cx="422453" cy="745236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A59B593-3825-88A9-1E8F-E35D6FC2B8A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49594" y="3188969"/>
                <a:ext cx="196595" cy="372618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E01E207-B1D5-5F94-8299-CCDA5685E629}"/>
              </a:ext>
            </a:extLst>
          </p:cNvPr>
          <p:cNvCxnSpPr>
            <a:cxnSpLocks/>
          </p:cNvCxnSpPr>
          <p:nvPr/>
        </p:nvCxnSpPr>
        <p:spPr>
          <a:xfrm flipH="1">
            <a:off x="4492488" y="2043341"/>
            <a:ext cx="889401" cy="609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668864A3-BE2E-5EAB-A9E1-E41FE52B0CE1}"/>
              </a:ext>
            </a:extLst>
          </p:cNvPr>
          <p:cNvSpPr txBox="1"/>
          <p:nvPr/>
        </p:nvSpPr>
        <p:spPr>
          <a:xfrm>
            <a:off x="3399789" y="2718481"/>
            <a:ext cx="13710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5"/>
                </a:solidFill>
              </a:rPr>
              <a:t>Power limiting “virtual load”</a:t>
            </a:r>
            <a:endParaRPr lang="en-US" sz="1400" baseline="-25000" dirty="0">
              <a:solidFill>
                <a:schemeClr val="accent5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379946E-7CFA-565D-0456-4E8E1B91344F}"/>
              </a:ext>
            </a:extLst>
          </p:cNvPr>
          <p:cNvGrpSpPr/>
          <p:nvPr/>
        </p:nvGrpSpPr>
        <p:grpSpPr>
          <a:xfrm>
            <a:off x="1351743" y="4005589"/>
            <a:ext cx="6203428" cy="1985839"/>
            <a:chOff x="1351743" y="4005589"/>
            <a:chExt cx="6203428" cy="1985839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3EE3C3B8-DC39-C6AC-C963-266AE64BABF5}"/>
                </a:ext>
              </a:extLst>
            </p:cNvPr>
            <p:cNvSpPr/>
            <p:nvPr/>
          </p:nvSpPr>
          <p:spPr>
            <a:xfrm>
              <a:off x="1351743" y="4786946"/>
              <a:ext cx="693009" cy="675625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accent2"/>
                  </a:solidFill>
                </a:rPr>
                <a:t>~</a:t>
              </a:r>
              <a:endParaRPr lang="en-US" sz="1100" dirty="0">
                <a:solidFill>
                  <a:schemeClr val="accent2"/>
                </a:solidFill>
              </a:endParaRP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8FD612A-978E-8F0F-0795-DF2D29251D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98247" y="4129033"/>
              <a:ext cx="2864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C32567D5-0DC8-598D-15C4-B6C12554E1F8}"/>
                </a:ext>
              </a:extLst>
            </p:cNvPr>
            <p:cNvGrpSpPr/>
            <p:nvPr/>
          </p:nvGrpSpPr>
          <p:grpSpPr>
            <a:xfrm>
              <a:off x="1999080" y="4005589"/>
              <a:ext cx="1418997" cy="246888"/>
              <a:chOff x="6830568" y="2084592"/>
              <a:chExt cx="1418997" cy="246888"/>
            </a:xfrm>
          </p:grpSpPr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418442C6-4994-466F-59E3-718FDAA2F67C}"/>
                  </a:ext>
                </a:extLst>
              </p:cNvPr>
              <p:cNvGrpSpPr/>
              <p:nvPr/>
            </p:nvGrpSpPr>
            <p:grpSpPr>
              <a:xfrm>
                <a:off x="6830568" y="2084592"/>
                <a:ext cx="683640" cy="246888"/>
                <a:chOff x="2551176" y="3154680"/>
                <a:chExt cx="2880360" cy="768096"/>
              </a:xfrm>
            </p:grpSpPr>
            <p:sp>
              <p:nvSpPr>
                <p:cNvPr id="88" name="Arc 87">
                  <a:extLst>
                    <a:ext uri="{FF2B5EF4-FFF2-40B4-BE49-F238E27FC236}">
                      <a16:creationId xmlns:a16="http://schemas.microsoft.com/office/drawing/2014/main" id="{1CF72463-58DF-0DEF-C269-154E1DEBFD88}"/>
                    </a:ext>
                  </a:extLst>
                </p:cNvPr>
                <p:cNvSpPr/>
                <p:nvPr/>
              </p:nvSpPr>
              <p:spPr>
                <a:xfrm>
                  <a:off x="2551176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Arc 88">
                  <a:extLst>
                    <a:ext uri="{FF2B5EF4-FFF2-40B4-BE49-F238E27FC236}">
                      <a16:creationId xmlns:a16="http://schemas.microsoft.com/office/drawing/2014/main" id="{9C4FAF15-00D3-EBA6-5EDB-99A9D830DB6B}"/>
                    </a:ext>
                  </a:extLst>
                </p:cNvPr>
                <p:cNvSpPr/>
                <p:nvPr/>
              </p:nvSpPr>
              <p:spPr>
                <a:xfrm>
                  <a:off x="3255264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Arc 89">
                  <a:extLst>
                    <a:ext uri="{FF2B5EF4-FFF2-40B4-BE49-F238E27FC236}">
                      <a16:creationId xmlns:a16="http://schemas.microsoft.com/office/drawing/2014/main" id="{2A3EF689-1773-971E-30E8-E6F75FE71998}"/>
                    </a:ext>
                  </a:extLst>
                </p:cNvPr>
                <p:cNvSpPr/>
                <p:nvPr/>
              </p:nvSpPr>
              <p:spPr>
                <a:xfrm>
                  <a:off x="3959352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Arc 90">
                  <a:extLst>
                    <a:ext uri="{FF2B5EF4-FFF2-40B4-BE49-F238E27FC236}">
                      <a16:creationId xmlns:a16="http://schemas.microsoft.com/office/drawing/2014/main" id="{AF452939-E11D-0504-C70D-D20F908105F7}"/>
                    </a:ext>
                  </a:extLst>
                </p:cNvPr>
                <p:cNvSpPr/>
                <p:nvPr/>
              </p:nvSpPr>
              <p:spPr>
                <a:xfrm>
                  <a:off x="4663440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10909FCF-0757-20AC-8E86-737CBA9E9C1E}"/>
                  </a:ext>
                </a:extLst>
              </p:cNvPr>
              <p:cNvGrpSpPr/>
              <p:nvPr/>
            </p:nvGrpSpPr>
            <p:grpSpPr>
              <a:xfrm>
                <a:off x="7713062" y="2123454"/>
                <a:ext cx="326664" cy="169164"/>
                <a:chOff x="4521709" y="2816352"/>
                <a:chExt cx="2024480" cy="745236"/>
              </a:xfrm>
            </p:grpSpPr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455D0EC0-39F7-BB9E-6BB4-1AE11AF05C66}"/>
                    </a:ext>
                  </a:extLst>
                </p:cNvPr>
                <p:cNvCxnSpPr/>
                <p:nvPr/>
              </p:nvCxnSpPr>
              <p:spPr>
                <a:xfrm flipV="1">
                  <a:off x="4718304" y="2816352"/>
                  <a:ext cx="393192" cy="74523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5D7242DF-35B0-902D-C264-65AE30A4CB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111496" y="2816352"/>
                  <a:ext cx="422453" cy="74523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4CD87ED9-C78C-B223-DE24-CCB772CE202B}"/>
                    </a:ext>
                  </a:extLst>
                </p:cNvPr>
                <p:cNvCxnSpPr/>
                <p:nvPr/>
              </p:nvCxnSpPr>
              <p:spPr>
                <a:xfrm flipV="1">
                  <a:off x="5533949" y="2816352"/>
                  <a:ext cx="393192" cy="74523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1A609BDC-D2FB-8A87-A946-D75B7B4067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27141" y="2816352"/>
                  <a:ext cx="422453" cy="74523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4F799A9F-F73E-CCC3-3A8B-D61CD68205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49594" y="3188969"/>
                  <a:ext cx="196595" cy="37261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3B8255E4-CADD-B534-677A-CF1D621A68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21709" y="3188970"/>
                  <a:ext cx="212198" cy="37261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4E8B9CB9-4AA3-5DBF-0A04-9F515708E49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03223" y="2208036"/>
                <a:ext cx="209839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7D429D12-769C-CC06-3CBA-144BF711DE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39726" y="2208036"/>
                <a:ext cx="209839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936F9A18-12CB-18F6-F8F2-F15EB4748435}"/>
                </a:ext>
              </a:extLst>
            </p:cNvPr>
            <p:cNvCxnSpPr>
              <a:cxnSpLocks/>
              <a:stCxn id="75" idx="0"/>
            </p:cNvCxnSpPr>
            <p:nvPr/>
          </p:nvCxnSpPr>
          <p:spPr>
            <a:xfrm flipV="1">
              <a:off x="1698248" y="4129033"/>
              <a:ext cx="0" cy="6579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3C1BDDDC-5E68-BDF5-8FF1-E4E0DD92E670}"/>
                </a:ext>
              </a:extLst>
            </p:cNvPr>
            <p:cNvSpPr/>
            <p:nvPr/>
          </p:nvSpPr>
          <p:spPr>
            <a:xfrm>
              <a:off x="5924786" y="4844572"/>
              <a:ext cx="693008" cy="675624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8DE8CEBA-B8A8-4CD2-2848-D45DC547FA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99789" y="4122758"/>
              <a:ext cx="4155382" cy="0"/>
            </a:xfrm>
            <a:prstGeom prst="line">
              <a:avLst/>
            </a:prstGeom>
            <a:ln>
              <a:headEnd type="diamond" w="lg" len="lg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C5BD13D9-5AE5-8EAE-0B3B-EBCE8AF83740}"/>
                </a:ext>
              </a:extLst>
            </p:cNvPr>
            <p:cNvCxnSpPr>
              <a:cxnSpLocks/>
              <a:endCxn id="94" idx="0"/>
            </p:cNvCxnSpPr>
            <p:nvPr/>
          </p:nvCxnSpPr>
          <p:spPr>
            <a:xfrm>
              <a:off x="6271290" y="4122758"/>
              <a:ext cx="0" cy="7218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E4970C48-9F61-8429-15D4-74A7682D8DA4}"/>
                </a:ext>
              </a:extLst>
            </p:cNvPr>
            <p:cNvCxnSpPr/>
            <p:nvPr/>
          </p:nvCxnSpPr>
          <p:spPr>
            <a:xfrm>
              <a:off x="6271290" y="5013500"/>
              <a:ext cx="0" cy="402782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68F2E1AD-9053-23E4-FD4A-7B3DA4469AB4}"/>
                </a:ext>
              </a:extLst>
            </p:cNvPr>
            <p:cNvCxnSpPr>
              <a:cxnSpLocks/>
            </p:cNvCxnSpPr>
            <p:nvPr/>
          </p:nvCxnSpPr>
          <p:spPr>
            <a:xfrm>
              <a:off x="3749268" y="4355755"/>
              <a:ext cx="5355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E8D19849-78B4-AFF2-CBB2-80FE84D0BB7C}"/>
                </a:ext>
              </a:extLst>
            </p:cNvPr>
            <p:cNvCxnSpPr>
              <a:cxnSpLocks/>
            </p:cNvCxnSpPr>
            <p:nvPr/>
          </p:nvCxnSpPr>
          <p:spPr>
            <a:xfrm>
              <a:off x="6675498" y="4371424"/>
              <a:ext cx="55613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A8521A57-5634-E651-6328-228F9D1252CF}"/>
                </a:ext>
              </a:extLst>
            </p:cNvPr>
            <p:cNvSpPr txBox="1"/>
            <p:nvPr/>
          </p:nvSpPr>
          <p:spPr>
            <a:xfrm>
              <a:off x="3528976" y="4388879"/>
              <a:ext cx="8796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</a:t>
              </a:r>
              <a:r>
                <a:rPr lang="en-US" baseline="-25000" dirty="0"/>
                <a:t>machine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BA0040EF-4F76-8C79-0124-CD3611518E12}"/>
                </a:ext>
              </a:extLst>
            </p:cNvPr>
            <p:cNvSpPr txBox="1"/>
            <p:nvPr/>
          </p:nvSpPr>
          <p:spPr>
            <a:xfrm>
              <a:off x="6675498" y="4355755"/>
              <a:ext cx="8796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</a:t>
              </a:r>
              <a:r>
                <a:rPr lang="en-US" baseline="-25000" dirty="0"/>
                <a:t>ref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E7C0A425-EBD2-A939-8D6D-EB3F962FF91C}"/>
                </a:ext>
              </a:extLst>
            </p:cNvPr>
            <p:cNvSpPr txBox="1"/>
            <p:nvPr/>
          </p:nvSpPr>
          <p:spPr>
            <a:xfrm>
              <a:off x="5625362" y="5416282"/>
              <a:ext cx="8796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i</a:t>
              </a:r>
              <a:r>
                <a:rPr lang="en-US" baseline="-25000" dirty="0">
                  <a:solidFill>
                    <a:srgbClr val="C00000"/>
                  </a:solidFill>
                </a:rPr>
                <a:t>excess</a:t>
              </a:r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79A9A506-F017-3BC7-DADE-AE5A030D5C6A}"/>
                </a:ext>
              </a:extLst>
            </p:cNvPr>
            <p:cNvSpPr/>
            <p:nvPr/>
          </p:nvSpPr>
          <p:spPr>
            <a:xfrm>
              <a:off x="4677109" y="4840464"/>
              <a:ext cx="693008" cy="675624"/>
            </a:xfrm>
            <a:prstGeom prst="ellips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643FC840-AF72-DC47-F982-8B6D12F9DA64}"/>
                </a:ext>
              </a:extLst>
            </p:cNvPr>
            <p:cNvCxnSpPr>
              <a:cxnSpLocks/>
            </p:cNvCxnSpPr>
            <p:nvPr/>
          </p:nvCxnSpPr>
          <p:spPr>
            <a:xfrm>
              <a:off x="5022518" y="4122758"/>
              <a:ext cx="0" cy="7218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71973631-0724-C159-A74B-C793B4EB59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2518" y="4978417"/>
              <a:ext cx="0" cy="437865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13A1889-4D65-3DD4-16D9-30B78D498892}"/>
                </a:ext>
              </a:extLst>
            </p:cNvPr>
            <p:cNvSpPr txBox="1"/>
            <p:nvPr/>
          </p:nvSpPr>
          <p:spPr>
            <a:xfrm>
              <a:off x="4284835" y="5468208"/>
              <a:ext cx="8321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5"/>
                  </a:solidFill>
                </a:rPr>
                <a:t>Current source</a:t>
              </a:r>
              <a:endParaRPr lang="en-US" sz="1400" baseline="-25000" dirty="0">
                <a:solidFill>
                  <a:schemeClr val="accent5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C214546-C5AB-0893-9182-11DCA6C6C3FF}"/>
                </a:ext>
              </a:extLst>
            </p:cNvPr>
            <p:cNvSpPr txBox="1"/>
            <p:nvPr/>
          </p:nvSpPr>
          <p:spPr>
            <a:xfrm>
              <a:off x="5146333" y="4374051"/>
              <a:ext cx="5110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</a:t>
              </a:r>
              <a:r>
                <a:rPr lang="en-US" baseline="-25000" dirty="0"/>
                <a:t>GFL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9B342A3-EC98-7D79-E0E6-3E8F220F6F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6945" y="4408035"/>
              <a:ext cx="0" cy="3170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D18D4C1-C09E-FDD9-1751-E57086312FBF}"/>
                </a:ext>
              </a:extLst>
            </p:cNvPr>
            <p:cNvSpPr txBox="1"/>
            <p:nvPr/>
          </p:nvSpPr>
          <p:spPr>
            <a:xfrm>
              <a:off x="2211414" y="4840940"/>
              <a:ext cx="9968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</a:rPr>
                <a:t>Machine model</a:t>
              </a:r>
              <a:endParaRPr lang="en-US" sz="1400" baseline="-2500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5900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5F4D0B9-FBC4-450F-8783-F865F5790451}"/>
              </a:ext>
            </a:extLst>
          </p:cNvPr>
          <p:cNvSpPr/>
          <p:nvPr/>
        </p:nvSpPr>
        <p:spPr>
          <a:xfrm>
            <a:off x="1977909" y="3286138"/>
            <a:ext cx="693009" cy="675625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2"/>
                </a:solidFill>
              </a:rPr>
              <a:t>~</a:t>
            </a:r>
            <a:endParaRPr lang="en-US" sz="1100" dirty="0">
              <a:solidFill>
                <a:schemeClr val="accent2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AD4403E-92F7-8D77-7EFF-91E1197509CE}"/>
              </a:ext>
            </a:extLst>
          </p:cNvPr>
          <p:cNvCxnSpPr>
            <a:cxnSpLocks/>
          </p:cNvCxnSpPr>
          <p:nvPr/>
        </p:nvCxnSpPr>
        <p:spPr>
          <a:xfrm flipH="1">
            <a:off x="2324413" y="2628225"/>
            <a:ext cx="2864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BFB02720-ACF2-DB74-0D8F-0A1C80F83461}"/>
              </a:ext>
            </a:extLst>
          </p:cNvPr>
          <p:cNvGrpSpPr/>
          <p:nvPr/>
        </p:nvGrpSpPr>
        <p:grpSpPr>
          <a:xfrm>
            <a:off x="2625246" y="2504781"/>
            <a:ext cx="1418997" cy="246888"/>
            <a:chOff x="6830568" y="2084592"/>
            <a:chExt cx="1418997" cy="24688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7C00891-0704-5B3C-D1B7-A6A2C62C2B44}"/>
                </a:ext>
              </a:extLst>
            </p:cNvPr>
            <p:cNvGrpSpPr/>
            <p:nvPr/>
          </p:nvGrpSpPr>
          <p:grpSpPr>
            <a:xfrm>
              <a:off x="6830568" y="2084592"/>
              <a:ext cx="683640" cy="246888"/>
              <a:chOff x="2551176" y="3154680"/>
              <a:chExt cx="2880360" cy="768096"/>
            </a:xfrm>
          </p:grpSpPr>
          <p:sp>
            <p:nvSpPr>
              <p:cNvPr id="15" name="Arc 14">
                <a:extLst>
                  <a:ext uri="{FF2B5EF4-FFF2-40B4-BE49-F238E27FC236}">
                    <a16:creationId xmlns:a16="http://schemas.microsoft.com/office/drawing/2014/main" id="{0BA0B477-7B10-8AF0-3C8E-630D35513798}"/>
                  </a:ext>
                </a:extLst>
              </p:cNvPr>
              <p:cNvSpPr/>
              <p:nvPr/>
            </p:nvSpPr>
            <p:spPr>
              <a:xfrm>
                <a:off x="2551176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E3038E42-6063-46F7-1481-0615BB76B77C}"/>
                  </a:ext>
                </a:extLst>
              </p:cNvPr>
              <p:cNvSpPr/>
              <p:nvPr/>
            </p:nvSpPr>
            <p:spPr>
              <a:xfrm>
                <a:off x="3255264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E6FC5127-7D56-5F5D-3AF6-7B92B17DDE1A}"/>
                  </a:ext>
                </a:extLst>
              </p:cNvPr>
              <p:cNvSpPr/>
              <p:nvPr/>
            </p:nvSpPr>
            <p:spPr>
              <a:xfrm>
                <a:off x="3959352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76BF1F76-AD56-4716-719A-56608E549F53}"/>
                  </a:ext>
                </a:extLst>
              </p:cNvPr>
              <p:cNvSpPr/>
              <p:nvPr/>
            </p:nvSpPr>
            <p:spPr>
              <a:xfrm>
                <a:off x="4663440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41F23D4-1848-15AB-0C7B-4B4AC379D164}"/>
                </a:ext>
              </a:extLst>
            </p:cNvPr>
            <p:cNvGrpSpPr/>
            <p:nvPr/>
          </p:nvGrpSpPr>
          <p:grpSpPr>
            <a:xfrm>
              <a:off x="7713062" y="2123454"/>
              <a:ext cx="326664" cy="169164"/>
              <a:chOff x="4521709" y="2816352"/>
              <a:chExt cx="2024480" cy="745236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3883133B-0BBC-D3B5-8F07-4F67D2F251B8}"/>
                  </a:ext>
                </a:extLst>
              </p:cNvPr>
              <p:cNvCxnSpPr/>
              <p:nvPr/>
            </p:nvCxnSpPr>
            <p:spPr>
              <a:xfrm flipV="1">
                <a:off x="4718304" y="2816352"/>
                <a:ext cx="393192" cy="74523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32FCA8C9-900C-9FA7-D9BF-2A63DCFC86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111496" y="2816352"/>
                <a:ext cx="422453" cy="74523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BBEB8FD6-26E1-CB8D-27F7-949A21084E52}"/>
                  </a:ext>
                </a:extLst>
              </p:cNvPr>
              <p:cNvCxnSpPr/>
              <p:nvPr/>
            </p:nvCxnSpPr>
            <p:spPr>
              <a:xfrm flipV="1">
                <a:off x="5533949" y="2816352"/>
                <a:ext cx="393192" cy="74523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CEF99BC-F9CE-6610-D68F-C38EF343B4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27141" y="2816352"/>
                <a:ext cx="422453" cy="74523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1524844-0410-3B04-14F9-37FA20C82C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49594" y="3188969"/>
                <a:ext cx="196595" cy="372618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EDCE5DE8-41FC-356C-3D41-15A9DE7CA7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521709" y="3188970"/>
                <a:ext cx="212198" cy="372618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52B9929-5801-77E8-2F4C-45069F4BB6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03223" y="2208036"/>
              <a:ext cx="209839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5B7D85E-B397-4E9A-5079-F88AE1EF26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9726" y="2208036"/>
              <a:ext cx="209839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9751E8-D62B-D1A8-0B16-9135D3780E50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2324414" y="2628225"/>
            <a:ext cx="0" cy="65791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73436E1-F8BA-B97D-7A24-FAF314FC9252}"/>
              </a:ext>
            </a:extLst>
          </p:cNvPr>
          <p:cNvCxnSpPr>
            <a:cxnSpLocks/>
          </p:cNvCxnSpPr>
          <p:nvPr/>
        </p:nvCxnSpPr>
        <p:spPr>
          <a:xfrm flipH="1">
            <a:off x="4044243" y="2628225"/>
            <a:ext cx="1432218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4098BD04-9441-364D-60F5-EB535EAEC6C8}"/>
              </a:ext>
            </a:extLst>
          </p:cNvPr>
          <p:cNvSpPr/>
          <p:nvPr/>
        </p:nvSpPr>
        <p:spPr>
          <a:xfrm>
            <a:off x="5129956" y="3286138"/>
            <a:ext cx="693009" cy="675625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</a:rPr>
              <a:t>~</a:t>
            </a:r>
            <a:endParaRPr lang="en-US" sz="1100" dirty="0">
              <a:solidFill>
                <a:schemeClr val="accent1"/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F7078F1-97E9-0106-AB18-81C556AA53AF}"/>
              </a:ext>
            </a:extLst>
          </p:cNvPr>
          <p:cNvCxnSpPr>
            <a:cxnSpLocks/>
            <a:stCxn id="37" idx="0"/>
          </p:cNvCxnSpPr>
          <p:nvPr/>
        </p:nvCxnSpPr>
        <p:spPr>
          <a:xfrm flipH="1" flipV="1">
            <a:off x="5476460" y="2628225"/>
            <a:ext cx="1" cy="65791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84B6120-0A68-CDE0-C02A-7C8049EBD600}"/>
              </a:ext>
            </a:extLst>
          </p:cNvPr>
          <p:cNvGrpSpPr/>
          <p:nvPr/>
        </p:nvGrpSpPr>
        <p:grpSpPr>
          <a:xfrm>
            <a:off x="5849631" y="2299268"/>
            <a:ext cx="1028013" cy="657913"/>
            <a:chOff x="6021789" y="2712807"/>
            <a:chExt cx="1671098" cy="716193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457ACAA-E1C5-57DF-10E0-70DFA5F487D1}"/>
                </a:ext>
              </a:extLst>
            </p:cNvPr>
            <p:cNvGrpSpPr/>
            <p:nvPr/>
          </p:nvGrpSpPr>
          <p:grpSpPr>
            <a:xfrm>
              <a:off x="6096000" y="2941814"/>
              <a:ext cx="1421296" cy="377687"/>
              <a:chOff x="6192078" y="2957181"/>
              <a:chExt cx="2304808" cy="849506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F01FB361-8F3E-AAB3-AD36-76F649B9A344}"/>
                  </a:ext>
                </a:extLst>
              </p:cNvPr>
              <p:cNvCxnSpPr/>
              <p:nvPr/>
            </p:nvCxnSpPr>
            <p:spPr>
              <a:xfrm>
                <a:off x="6192078" y="2957181"/>
                <a:ext cx="447261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67FE286C-C6C5-7AC7-BC77-0E7748099A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39339" y="2957181"/>
                <a:ext cx="0" cy="84950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37708127-51B5-123F-B2B1-70087B50CA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39339" y="3806687"/>
                <a:ext cx="188844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3385568B-3683-1F21-203B-48DAB22341A0}"/>
                  </a:ext>
                </a:extLst>
              </p:cNvPr>
              <p:cNvSpPr/>
              <p:nvPr/>
            </p:nvSpPr>
            <p:spPr>
              <a:xfrm>
                <a:off x="6827112" y="2971560"/>
                <a:ext cx="1669774" cy="820747"/>
              </a:xfrm>
              <a:custGeom>
                <a:avLst/>
                <a:gdLst>
                  <a:gd name="connsiteX0" fmla="*/ 0 w 1669774"/>
                  <a:gd name="connsiteY0" fmla="*/ 820747 h 820747"/>
                  <a:gd name="connsiteX1" fmla="*/ 59635 w 1669774"/>
                  <a:gd name="connsiteY1" fmla="*/ 274095 h 820747"/>
                  <a:gd name="connsiteX2" fmla="*/ 119270 w 1669774"/>
                  <a:gd name="connsiteY2" fmla="*/ 65373 h 820747"/>
                  <a:gd name="connsiteX3" fmla="*/ 347870 w 1669774"/>
                  <a:gd name="connsiteY3" fmla="*/ 105130 h 820747"/>
                  <a:gd name="connsiteX4" fmla="*/ 536713 w 1669774"/>
                  <a:gd name="connsiteY4" fmla="*/ 15677 h 820747"/>
                  <a:gd name="connsiteX5" fmla="*/ 785191 w 1669774"/>
                  <a:gd name="connsiteY5" fmla="*/ 65373 h 820747"/>
                  <a:gd name="connsiteX6" fmla="*/ 1331844 w 1669774"/>
                  <a:gd name="connsiteY6" fmla="*/ 5738 h 820747"/>
                  <a:gd name="connsiteX7" fmla="*/ 1669774 w 1669774"/>
                  <a:gd name="connsiteY7" fmla="*/ 5738 h 820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69774" h="820747">
                    <a:moveTo>
                      <a:pt x="0" y="820747"/>
                    </a:moveTo>
                    <a:cubicBezTo>
                      <a:pt x="19878" y="610369"/>
                      <a:pt x="39757" y="399991"/>
                      <a:pt x="59635" y="274095"/>
                    </a:cubicBezTo>
                    <a:cubicBezTo>
                      <a:pt x="79513" y="148199"/>
                      <a:pt x="71231" y="93534"/>
                      <a:pt x="119270" y="65373"/>
                    </a:cubicBezTo>
                    <a:cubicBezTo>
                      <a:pt x="167309" y="37212"/>
                      <a:pt x="278296" y="113413"/>
                      <a:pt x="347870" y="105130"/>
                    </a:cubicBezTo>
                    <a:cubicBezTo>
                      <a:pt x="417444" y="96847"/>
                      <a:pt x="463826" y="22303"/>
                      <a:pt x="536713" y="15677"/>
                    </a:cubicBezTo>
                    <a:cubicBezTo>
                      <a:pt x="609600" y="9051"/>
                      <a:pt x="652669" y="67029"/>
                      <a:pt x="785191" y="65373"/>
                    </a:cubicBezTo>
                    <a:cubicBezTo>
                      <a:pt x="917713" y="63717"/>
                      <a:pt x="1184414" y="15677"/>
                      <a:pt x="1331844" y="5738"/>
                    </a:cubicBezTo>
                    <a:cubicBezTo>
                      <a:pt x="1479274" y="-4201"/>
                      <a:pt x="1574524" y="768"/>
                      <a:pt x="1669774" y="5738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11403D29-8460-E3A7-3B3E-66428ECAF684}"/>
                </a:ext>
              </a:extLst>
            </p:cNvPr>
            <p:cNvCxnSpPr/>
            <p:nvPr/>
          </p:nvCxnSpPr>
          <p:spPr>
            <a:xfrm flipV="1">
              <a:off x="6096000" y="2712807"/>
              <a:ext cx="0" cy="716193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13CB6BCD-B4B4-19D7-AF6F-B3FC8B91D4AB}"/>
                </a:ext>
              </a:extLst>
            </p:cNvPr>
            <p:cNvCxnSpPr>
              <a:cxnSpLocks/>
            </p:cNvCxnSpPr>
            <p:nvPr/>
          </p:nvCxnSpPr>
          <p:spPr>
            <a:xfrm>
              <a:off x="6021789" y="3339379"/>
              <a:ext cx="1671098" cy="0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Arc 58">
            <a:extLst>
              <a:ext uri="{FF2B5EF4-FFF2-40B4-BE49-F238E27FC236}">
                <a16:creationId xmlns:a16="http://schemas.microsoft.com/office/drawing/2014/main" id="{7613AF02-6138-8E19-B47B-A490A4CFA20B}"/>
              </a:ext>
            </a:extLst>
          </p:cNvPr>
          <p:cNvSpPr/>
          <p:nvPr/>
        </p:nvSpPr>
        <p:spPr>
          <a:xfrm>
            <a:off x="3141774" y="2957181"/>
            <a:ext cx="1662773" cy="1010807"/>
          </a:xfrm>
          <a:prstGeom prst="arc">
            <a:avLst>
              <a:gd name="adj1" fmla="val 12078507"/>
              <a:gd name="adj2" fmla="val 2607156"/>
            </a:avLst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9D3FF12-1618-7544-FE5E-9B9B3F5FE8E3}"/>
              </a:ext>
            </a:extLst>
          </p:cNvPr>
          <p:cNvSpPr txBox="1"/>
          <p:nvPr/>
        </p:nvSpPr>
        <p:spPr>
          <a:xfrm>
            <a:off x="5903727" y="2945729"/>
            <a:ext cx="1378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Grid transient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195E964-55C7-B3C7-1363-F3507725B241}"/>
              </a:ext>
            </a:extLst>
          </p:cNvPr>
          <p:cNvSpPr txBox="1"/>
          <p:nvPr/>
        </p:nvSpPr>
        <p:spPr>
          <a:xfrm>
            <a:off x="3217734" y="3286138"/>
            <a:ext cx="13781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Large point-on-wave reaction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CAC1972-0E25-3F28-E264-23D038C4D171}"/>
              </a:ext>
            </a:extLst>
          </p:cNvPr>
          <p:cNvSpPr txBox="1"/>
          <p:nvPr/>
        </p:nvSpPr>
        <p:spPr>
          <a:xfrm>
            <a:off x="1361690" y="3461488"/>
            <a:ext cx="616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accent2"/>
                </a:solidFill>
              </a:rPr>
              <a:t>V</a:t>
            </a:r>
            <a:r>
              <a:rPr lang="en-US" sz="1400" baseline="-25000" dirty="0" err="1">
                <a:solidFill>
                  <a:schemeClr val="accent2"/>
                </a:solidFill>
              </a:rPr>
              <a:t>emf</a:t>
            </a:r>
            <a:endParaRPr lang="en-US" sz="1400" baseline="-25000" dirty="0">
              <a:solidFill>
                <a:schemeClr val="accent2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0AC9C39-A84C-958D-EE6D-92A430E76BE8}"/>
              </a:ext>
            </a:extLst>
          </p:cNvPr>
          <p:cNvSpPr txBox="1"/>
          <p:nvPr/>
        </p:nvSpPr>
        <p:spPr>
          <a:xfrm>
            <a:off x="2666552" y="2074817"/>
            <a:ext cx="616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accent2"/>
                </a:solidFill>
              </a:rPr>
              <a:t>X</a:t>
            </a:r>
            <a:r>
              <a:rPr lang="en-US" sz="1400" baseline="-25000" dirty="0" err="1">
                <a:solidFill>
                  <a:schemeClr val="accent2"/>
                </a:solidFill>
              </a:rPr>
              <a:t>s</a:t>
            </a:r>
            <a:endParaRPr lang="en-US" sz="1400" baseline="-25000" dirty="0">
              <a:solidFill>
                <a:schemeClr val="accent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13B3524-D8E8-25FB-D1CF-67CD3643E4A9}"/>
              </a:ext>
            </a:extLst>
          </p:cNvPr>
          <p:cNvSpPr txBox="1"/>
          <p:nvPr/>
        </p:nvSpPr>
        <p:spPr>
          <a:xfrm>
            <a:off x="3362962" y="2074817"/>
            <a:ext cx="616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accent2"/>
                </a:solidFill>
              </a:rPr>
              <a:t>r</a:t>
            </a:r>
            <a:r>
              <a:rPr lang="en-US" sz="1400" baseline="-25000" dirty="0" err="1">
                <a:solidFill>
                  <a:schemeClr val="accent2"/>
                </a:solidFill>
              </a:rPr>
              <a:t>s</a:t>
            </a:r>
            <a:endParaRPr lang="en-US" sz="1400" baseline="-25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909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3662CC8-AC0D-50BC-1D32-B1D5C773C7A3}"/>
              </a:ext>
            </a:extLst>
          </p:cNvPr>
          <p:cNvGrpSpPr/>
          <p:nvPr/>
        </p:nvGrpSpPr>
        <p:grpSpPr>
          <a:xfrm>
            <a:off x="2147815" y="2428875"/>
            <a:ext cx="7603185" cy="1715430"/>
            <a:chOff x="1500115" y="2990850"/>
            <a:chExt cx="7603185" cy="1715430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85801BA6-C033-404F-27E3-D82DDC6FBF89}"/>
                </a:ext>
              </a:extLst>
            </p:cNvPr>
            <p:cNvCxnSpPr>
              <a:cxnSpLocks/>
            </p:cNvCxnSpPr>
            <p:nvPr/>
          </p:nvCxnSpPr>
          <p:spPr>
            <a:xfrm>
              <a:off x="6126751" y="2990850"/>
              <a:ext cx="0" cy="171543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0E850CBE-69BC-BC67-6E8D-70B8D72FA6A0}"/>
                </a:ext>
              </a:extLst>
            </p:cNvPr>
            <p:cNvCxnSpPr>
              <a:cxnSpLocks/>
              <a:stCxn id="39" idx="6"/>
            </p:cNvCxnSpPr>
            <p:nvPr/>
          </p:nvCxnSpPr>
          <p:spPr>
            <a:xfrm>
              <a:off x="5500621" y="3669826"/>
              <a:ext cx="2919223" cy="10018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E1F045A-915F-07E6-125D-B22FA3637D41}"/>
                </a:ext>
              </a:extLst>
            </p:cNvPr>
            <p:cNvSpPr/>
            <p:nvPr/>
          </p:nvSpPr>
          <p:spPr>
            <a:xfrm>
              <a:off x="5831652" y="3603549"/>
              <a:ext cx="120071" cy="157017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5F8711A-6191-17D8-7DE6-6927FA2E6902}"/>
                </a:ext>
              </a:extLst>
            </p:cNvPr>
            <p:cNvGrpSpPr/>
            <p:nvPr/>
          </p:nvGrpSpPr>
          <p:grpSpPr>
            <a:xfrm>
              <a:off x="5020942" y="3509933"/>
              <a:ext cx="479679" cy="319786"/>
              <a:chOff x="8977745" y="2743201"/>
              <a:chExt cx="609592" cy="406395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84796B69-9449-B2BB-74D5-ACFDB5F71127}"/>
                  </a:ext>
                </a:extLst>
              </p:cNvPr>
              <p:cNvSpPr/>
              <p:nvPr/>
            </p:nvSpPr>
            <p:spPr>
              <a:xfrm>
                <a:off x="8977745" y="2743201"/>
                <a:ext cx="406395" cy="406395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086132FB-73FA-DBE1-9D3B-B7B56ADCAA0F}"/>
                  </a:ext>
                </a:extLst>
              </p:cNvPr>
              <p:cNvSpPr/>
              <p:nvPr/>
            </p:nvSpPr>
            <p:spPr>
              <a:xfrm>
                <a:off x="9180942" y="2743201"/>
                <a:ext cx="406395" cy="406395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C48AC9D-870F-AF23-E4C8-1F75BCD29CEF}"/>
                </a:ext>
              </a:extLst>
            </p:cNvPr>
            <p:cNvCxnSpPr>
              <a:cxnSpLocks/>
            </p:cNvCxnSpPr>
            <p:nvPr/>
          </p:nvCxnSpPr>
          <p:spPr>
            <a:xfrm>
              <a:off x="6126751" y="3260709"/>
              <a:ext cx="0" cy="803441"/>
            </a:xfrm>
            <a:prstGeom prst="line">
              <a:avLst/>
            </a:prstGeom>
            <a:ln w="762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FB3885F-5904-EDA4-6CC6-055327F97F77}"/>
                </a:ext>
              </a:extLst>
            </p:cNvPr>
            <p:cNvGrpSpPr/>
            <p:nvPr/>
          </p:nvGrpSpPr>
          <p:grpSpPr>
            <a:xfrm>
              <a:off x="2795849" y="3324827"/>
              <a:ext cx="764169" cy="837381"/>
              <a:chOff x="2096419" y="3361976"/>
              <a:chExt cx="535147" cy="586418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F38207D-9F7A-B3F2-2E1C-7F7994AE8AED}"/>
                  </a:ext>
                </a:extLst>
              </p:cNvPr>
              <p:cNvSpPr/>
              <p:nvPr/>
            </p:nvSpPr>
            <p:spPr>
              <a:xfrm>
                <a:off x="2179782" y="3412838"/>
                <a:ext cx="387925" cy="383310"/>
              </a:xfrm>
              <a:prstGeom prst="rect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6"/>
                  </a:solidFill>
                </a:endParaRPr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0699837A-4CD2-DB29-8367-0EE2E6639CA6}"/>
                  </a:ext>
                </a:extLst>
              </p:cNvPr>
              <p:cNvCxnSpPr/>
              <p:nvPr/>
            </p:nvCxnSpPr>
            <p:spPr>
              <a:xfrm flipH="1">
                <a:off x="2179782" y="3412838"/>
                <a:ext cx="387925" cy="383309"/>
              </a:xfrm>
              <a:prstGeom prst="line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9DF63A3-F323-CE7A-87B4-AA40DF84611C}"/>
                  </a:ext>
                </a:extLst>
              </p:cNvPr>
              <p:cNvSpPr txBox="1"/>
              <p:nvPr/>
            </p:nvSpPr>
            <p:spPr>
              <a:xfrm>
                <a:off x="2096419" y="3361976"/>
                <a:ext cx="35676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6"/>
                    </a:solidFill>
                  </a:rPr>
                  <a:t>=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2D7C292-1106-DF6D-40C2-C902E2FF1BE3}"/>
                  </a:ext>
                </a:extLst>
              </p:cNvPr>
              <p:cNvSpPr txBox="1"/>
              <p:nvPr/>
            </p:nvSpPr>
            <p:spPr>
              <a:xfrm>
                <a:off x="2274801" y="3579062"/>
                <a:ext cx="356765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6"/>
                    </a:solidFill>
                  </a:rPr>
                  <a:t>~</a:t>
                </a:r>
              </a:p>
            </p:txBody>
          </p:sp>
        </p:grp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9EB5E00-F2CB-BA46-4ACC-07438B26E654}"/>
                </a:ext>
              </a:extLst>
            </p:cNvPr>
            <p:cNvCxnSpPr>
              <a:cxnSpLocks/>
            </p:cNvCxnSpPr>
            <p:nvPr/>
          </p:nvCxnSpPr>
          <p:spPr>
            <a:xfrm>
              <a:off x="2301272" y="3662976"/>
              <a:ext cx="611378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6948D0-FAF7-A8C5-E0BF-0F66773B4FE5}"/>
                </a:ext>
              </a:extLst>
            </p:cNvPr>
            <p:cNvSpPr/>
            <p:nvPr/>
          </p:nvSpPr>
          <p:spPr>
            <a:xfrm>
              <a:off x="6269546" y="3599056"/>
              <a:ext cx="120071" cy="157017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52B2A0B-0318-6EAA-D74E-B89A902F520A}"/>
                </a:ext>
              </a:extLst>
            </p:cNvPr>
            <p:cNvCxnSpPr>
              <a:cxnSpLocks/>
            </p:cNvCxnSpPr>
            <p:nvPr/>
          </p:nvCxnSpPr>
          <p:spPr>
            <a:xfrm>
              <a:off x="4775015" y="3429000"/>
              <a:ext cx="0" cy="469512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7200175-94DA-DCE4-53BD-1E5917109363}"/>
                </a:ext>
              </a:extLst>
            </p:cNvPr>
            <p:cNvCxnSpPr>
              <a:cxnSpLocks/>
              <a:endCxn id="30" idx="2"/>
            </p:cNvCxnSpPr>
            <p:nvPr/>
          </p:nvCxnSpPr>
          <p:spPr>
            <a:xfrm>
              <a:off x="3468830" y="3671131"/>
              <a:ext cx="349612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1FF88D9-5EEE-F9BC-D155-7228B3F8ED8C}"/>
                </a:ext>
              </a:extLst>
            </p:cNvPr>
            <p:cNvGrpSpPr/>
            <p:nvPr/>
          </p:nvGrpSpPr>
          <p:grpSpPr>
            <a:xfrm>
              <a:off x="3818442" y="3554210"/>
              <a:ext cx="350763" cy="233842"/>
              <a:chOff x="8977745" y="2743201"/>
              <a:chExt cx="609592" cy="406395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FC1770B4-4546-822A-386F-EEDFDC818095}"/>
                  </a:ext>
                </a:extLst>
              </p:cNvPr>
              <p:cNvSpPr/>
              <p:nvPr/>
            </p:nvSpPr>
            <p:spPr>
              <a:xfrm>
                <a:off x="8977745" y="2743201"/>
                <a:ext cx="406395" cy="406395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1EC84B1D-54E3-DADD-7DB4-78311CF5D9F8}"/>
                  </a:ext>
                </a:extLst>
              </p:cNvPr>
              <p:cNvSpPr/>
              <p:nvPr/>
            </p:nvSpPr>
            <p:spPr>
              <a:xfrm>
                <a:off x="9180942" y="2743201"/>
                <a:ext cx="406395" cy="406395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88F448C-C03D-9635-D92D-DA8C8EAA8145}"/>
                </a:ext>
              </a:extLst>
            </p:cNvPr>
            <p:cNvCxnSpPr>
              <a:cxnSpLocks/>
              <a:stCxn id="31" idx="6"/>
              <a:endCxn id="38" idx="2"/>
            </p:cNvCxnSpPr>
            <p:nvPr/>
          </p:nvCxnSpPr>
          <p:spPr>
            <a:xfrm flipV="1">
              <a:off x="4169205" y="3669826"/>
              <a:ext cx="851737" cy="1305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40FA46D-C868-6F70-F984-F4205372B3F8}"/>
                </a:ext>
              </a:extLst>
            </p:cNvPr>
            <p:cNvSpPr/>
            <p:nvPr/>
          </p:nvSpPr>
          <p:spPr>
            <a:xfrm>
              <a:off x="4369196" y="3592622"/>
              <a:ext cx="120071" cy="157017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Picture 10" descr="Phone Battery Icon Full Battery Stock Illustration 1578448333 | Shutterstock">
              <a:extLst>
                <a:ext uri="{FF2B5EF4-FFF2-40B4-BE49-F238E27FC236}">
                  <a16:creationId xmlns:a16="http://schemas.microsoft.com/office/drawing/2014/main" id="{FEFE6114-B0E4-B195-0CF5-C4C3BB7F299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99" t="23031" r="6645" b="30950"/>
            <a:stretch/>
          </p:blipFill>
          <p:spPr bwMode="auto">
            <a:xfrm>
              <a:off x="1500115" y="3403292"/>
              <a:ext cx="900884" cy="5273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4F2329B-70F2-5B88-59B9-DD70DE798921}"/>
                </a:ext>
              </a:extLst>
            </p:cNvPr>
            <p:cNvSpPr txBox="1"/>
            <p:nvPr/>
          </p:nvSpPr>
          <p:spPr>
            <a:xfrm>
              <a:off x="4943639" y="3838725"/>
              <a:ext cx="706910" cy="3716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GSU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96467BF-3319-1B35-D0C9-366BDC1CF0B9}"/>
                </a:ext>
              </a:extLst>
            </p:cNvPr>
            <p:cNvSpPr/>
            <p:nvPr/>
          </p:nvSpPr>
          <p:spPr>
            <a:xfrm>
              <a:off x="6796505" y="3599056"/>
              <a:ext cx="1362037" cy="157017"/>
            </a:xfrm>
            <a:prstGeom prst="rect">
              <a:avLst/>
            </a:prstGeom>
            <a:ln>
              <a:solidFill>
                <a:srgbClr val="E97132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45B7359A-70B5-0CED-9607-A3D6A5EF5FF2}"/>
                </a:ext>
              </a:extLst>
            </p:cNvPr>
            <p:cNvSpPr/>
            <p:nvPr/>
          </p:nvSpPr>
          <p:spPr>
            <a:xfrm>
              <a:off x="8398450" y="3324827"/>
              <a:ext cx="704850" cy="704850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~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04FDB4B8-3989-C0C3-78F1-55FEF0C895F4}"/>
                </a:ext>
              </a:extLst>
            </p:cNvPr>
            <p:cNvSpPr txBox="1"/>
            <p:nvPr/>
          </p:nvSpPr>
          <p:spPr>
            <a:xfrm>
              <a:off x="6196056" y="4102298"/>
              <a:ext cx="12287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SCR of 3.0</a:t>
              </a: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D0B58448-BC06-7AC1-F2FC-37A938937333}"/>
                </a:ext>
              </a:extLst>
            </p:cNvPr>
            <p:cNvCxnSpPr/>
            <p:nvPr/>
          </p:nvCxnSpPr>
          <p:spPr>
            <a:xfrm>
              <a:off x="6182143" y="4410075"/>
              <a:ext cx="1228724" cy="0"/>
            </a:xfrm>
            <a:prstGeom prst="straightConnector1">
              <a:avLst/>
            </a:prstGeom>
            <a:ln>
              <a:solidFill>
                <a:srgbClr val="E9713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45DA19E1-1A2A-767D-48CB-B832A0ECDFD6}"/>
                </a:ext>
              </a:extLst>
            </p:cNvPr>
            <p:cNvSpPr txBox="1"/>
            <p:nvPr/>
          </p:nvSpPr>
          <p:spPr>
            <a:xfrm>
              <a:off x="6873740" y="3311379"/>
              <a:ext cx="12287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X = 0.33 pu</a:t>
              </a:r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1794B834-24CD-2D20-6BF9-FC2B3F18F420}"/>
                </a:ext>
              </a:extLst>
            </p:cNvPr>
            <p:cNvGrpSpPr/>
            <p:nvPr/>
          </p:nvGrpSpPr>
          <p:grpSpPr>
            <a:xfrm>
              <a:off x="5128452" y="3797690"/>
              <a:ext cx="861561" cy="908590"/>
              <a:chOff x="4799162" y="4606385"/>
              <a:chExt cx="861561" cy="908590"/>
            </a:xfrm>
          </p:grpSpPr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E9CAD59-4B8B-C649-22A8-98002030720E}"/>
                  </a:ext>
                </a:extLst>
              </p:cNvPr>
              <p:cNvSpPr txBox="1"/>
              <p:nvPr/>
            </p:nvSpPr>
            <p:spPr>
              <a:xfrm>
                <a:off x="4799162" y="5145643"/>
                <a:ext cx="7069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2"/>
                    </a:solidFill>
                  </a:rPr>
                  <a:t>POI</a:t>
                </a:r>
              </a:p>
            </p:txBody>
          </p: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DDF0B51D-5A0F-B62E-E5DD-4484407202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27294" y="4606385"/>
                <a:ext cx="233429" cy="892006"/>
              </a:xfrm>
              <a:prstGeom prst="straightConnector1">
                <a:avLst/>
              </a:prstGeom>
              <a:ln>
                <a:solidFill>
                  <a:srgbClr val="E9713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DAC98E66-F9A4-AAB0-83EB-3DAEDFFA610C}"/>
                  </a:ext>
                </a:extLst>
              </p:cNvPr>
              <p:cNvCxnSpPr/>
              <p:nvPr/>
            </p:nvCxnSpPr>
            <p:spPr>
              <a:xfrm flipH="1">
                <a:off x="5095875" y="5505450"/>
                <a:ext cx="333375" cy="0"/>
              </a:xfrm>
              <a:prstGeom prst="line">
                <a:avLst/>
              </a:prstGeom>
              <a:ln>
                <a:solidFill>
                  <a:srgbClr val="E9713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02421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8CE6520-12D3-A9B7-ADBB-E0D79AB55A7E}"/>
              </a:ext>
            </a:extLst>
          </p:cNvPr>
          <p:cNvSpPr/>
          <p:nvPr/>
        </p:nvSpPr>
        <p:spPr>
          <a:xfrm>
            <a:off x="3947567" y="1397941"/>
            <a:ext cx="333541" cy="2132511"/>
          </a:xfrm>
          <a:prstGeom prst="rect">
            <a:avLst/>
          </a:prstGeom>
          <a:solidFill>
            <a:srgbClr val="FBDBDB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0BB677C-2D63-FEE6-436B-2D3D70D3BAB6}"/>
              </a:ext>
            </a:extLst>
          </p:cNvPr>
          <p:cNvGrpSpPr/>
          <p:nvPr/>
        </p:nvGrpSpPr>
        <p:grpSpPr>
          <a:xfrm>
            <a:off x="3443668" y="1181558"/>
            <a:ext cx="8190450" cy="2567440"/>
            <a:chOff x="3443668" y="1181558"/>
            <a:chExt cx="8190450" cy="2567440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E1E84E3-7E63-E897-A92A-6DC6076388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7585" y="1181558"/>
              <a:ext cx="0" cy="2481769"/>
            </a:xfrm>
            <a:prstGeom prst="straightConnector1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74CEA4C-1722-1567-D049-96737E2D90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3668" y="1917646"/>
              <a:ext cx="7905727" cy="39543"/>
            </a:xfrm>
            <a:prstGeom prst="straightConnector1">
              <a:avLst/>
            </a:prstGeom>
            <a:no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DE9BCFC-3398-648D-94BF-E6864B51B1E2}"/>
                </a:ext>
              </a:extLst>
            </p:cNvPr>
            <p:cNvCxnSpPr>
              <a:cxnSpLocks/>
            </p:cNvCxnSpPr>
            <p:nvPr/>
          </p:nvCxnSpPr>
          <p:spPr>
            <a:xfrm>
              <a:off x="3443668" y="3262608"/>
              <a:ext cx="7837746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97A4E4-3F86-05AD-77D3-20338AFB41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57017" y="3246623"/>
              <a:ext cx="799840" cy="9471"/>
            </a:xfrm>
            <a:prstGeom prst="line">
              <a:avLst/>
            </a:prstGeom>
            <a:noFill/>
            <a:ln w="28575" cap="flat" cmpd="sng" algn="ctr">
              <a:solidFill>
                <a:srgbClr val="EE7C42"/>
              </a:solidFill>
              <a:prstDash val="solid"/>
              <a:miter lim="800000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8AB2392-AC5F-9A08-B471-E40091C81EA7}"/>
                </a:ext>
              </a:extLst>
            </p:cNvPr>
            <p:cNvCxnSpPr>
              <a:cxnSpLocks/>
            </p:cNvCxnSpPr>
            <p:nvPr/>
          </p:nvCxnSpPr>
          <p:spPr>
            <a:xfrm>
              <a:off x="4356858" y="2496608"/>
              <a:ext cx="0" cy="750015"/>
            </a:xfrm>
            <a:prstGeom prst="line">
              <a:avLst/>
            </a:prstGeom>
            <a:noFill/>
            <a:ln w="28575" cap="flat" cmpd="sng" algn="ctr">
              <a:solidFill>
                <a:srgbClr val="EE7C42"/>
              </a:solidFill>
              <a:prstDash val="solid"/>
              <a:miter lim="800000"/>
            </a:ln>
            <a:effectLst/>
          </p:spPr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00E7C3F-C8A4-9467-83CE-98176469C26B}"/>
                </a:ext>
              </a:extLst>
            </p:cNvPr>
            <p:cNvCxnSpPr>
              <a:cxnSpLocks/>
            </p:cNvCxnSpPr>
            <p:nvPr/>
          </p:nvCxnSpPr>
          <p:spPr>
            <a:xfrm>
              <a:off x="4356858" y="2496608"/>
              <a:ext cx="6359914" cy="51077"/>
            </a:xfrm>
            <a:prstGeom prst="line">
              <a:avLst/>
            </a:prstGeom>
            <a:noFill/>
            <a:ln w="28575" cap="flat" cmpd="sng" algn="ctr">
              <a:solidFill>
                <a:srgbClr val="EE7C42"/>
              </a:solidFill>
              <a:prstDash val="solid"/>
              <a:miter lim="800000"/>
            </a:ln>
            <a:effectLst/>
          </p:spPr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42BEDD6-9616-29A0-08BA-8A291025B655}"/>
                </a:ext>
              </a:extLst>
            </p:cNvPr>
            <p:cNvCxnSpPr>
              <a:cxnSpLocks/>
            </p:cNvCxnSpPr>
            <p:nvPr/>
          </p:nvCxnSpPr>
          <p:spPr>
            <a:xfrm>
              <a:off x="3557017" y="3208915"/>
              <a:ext cx="799840" cy="0"/>
            </a:xfrm>
            <a:prstGeom prst="line">
              <a:avLst/>
            </a:prstGeom>
            <a:noFill/>
            <a:ln w="28575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374EE58-6AF6-2F22-A720-0C40674DDD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6848" y="2464197"/>
              <a:ext cx="10" cy="782425"/>
            </a:xfrm>
            <a:prstGeom prst="line">
              <a:avLst/>
            </a:prstGeom>
            <a:noFill/>
            <a:ln w="28575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</p:cxn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4867E5E-D1CD-F6AE-AE93-07ED19E8C113}"/>
                </a:ext>
              </a:extLst>
            </p:cNvPr>
            <p:cNvSpPr/>
            <p:nvPr/>
          </p:nvSpPr>
          <p:spPr>
            <a:xfrm>
              <a:off x="4356869" y="2464198"/>
              <a:ext cx="6359902" cy="688157"/>
            </a:xfrm>
            <a:custGeom>
              <a:avLst/>
              <a:gdLst>
                <a:gd name="connsiteX0" fmla="*/ 0 w 4666268"/>
                <a:gd name="connsiteY0" fmla="*/ 68830 h 493036"/>
                <a:gd name="connsiteX1" fmla="*/ 179109 w 4666268"/>
                <a:gd name="connsiteY1" fmla="*/ 370487 h 493036"/>
                <a:gd name="connsiteX2" fmla="*/ 584462 w 4666268"/>
                <a:gd name="connsiteY2" fmla="*/ 493036 h 493036"/>
                <a:gd name="connsiteX3" fmla="*/ 1498862 w 4666268"/>
                <a:gd name="connsiteY3" fmla="*/ 370487 h 493036"/>
                <a:gd name="connsiteX4" fmla="*/ 2205872 w 4666268"/>
                <a:gd name="connsiteY4" fmla="*/ 285646 h 493036"/>
                <a:gd name="connsiteX5" fmla="*/ 3271101 w 4666268"/>
                <a:gd name="connsiteY5" fmla="*/ 285646 h 493036"/>
                <a:gd name="connsiteX6" fmla="*/ 3893270 w 4666268"/>
                <a:gd name="connsiteY6" fmla="*/ 40549 h 493036"/>
                <a:gd name="connsiteX7" fmla="*/ 4666268 w 4666268"/>
                <a:gd name="connsiteY7" fmla="*/ 2842 h 493036"/>
                <a:gd name="connsiteX0" fmla="*/ 0 w 4694548"/>
                <a:gd name="connsiteY0" fmla="*/ 33500 h 457706"/>
                <a:gd name="connsiteX1" fmla="*/ 179109 w 4694548"/>
                <a:gd name="connsiteY1" fmla="*/ 335157 h 457706"/>
                <a:gd name="connsiteX2" fmla="*/ 584462 w 4694548"/>
                <a:gd name="connsiteY2" fmla="*/ 457706 h 457706"/>
                <a:gd name="connsiteX3" fmla="*/ 1498862 w 4694548"/>
                <a:gd name="connsiteY3" fmla="*/ 335157 h 457706"/>
                <a:gd name="connsiteX4" fmla="*/ 2205872 w 4694548"/>
                <a:gd name="connsiteY4" fmla="*/ 250316 h 457706"/>
                <a:gd name="connsiteX5" fmla="*/ 3271101 w 4694548"/>
                <a:gd name="connsiteY5" fmla="*/ 250316 h 457706"/>
                <a:gd name="connsiteX6" fmla="*/ 3893270 w 4694548"/>
                <a:gd name="connsiteY6" fmla="*/ 5219 h 457706"/>
                <a:gd name="connsiteX7" fmla="*/ 4694548 w 4694548"/>
                <a:gd name="connsiteY7" fmla="*/ 250316 h 457706"/>
                <a:gd name="connsiteX0" fmla="*/ 0 w 4694548"/>
                <a:gd name="connsiteY0" fmla="*/ 0 h 424206"/>
                <a:gd name="connsiteX1" fmla="*/ 179109 w 4694548"/>
                <a:gd name="connsiteY1" fmla="*/ 301657 h 424206"/>
                <a:gd name="connsiteX2" fmla="*/ 584462 w 4694548"/>
                <a:gd name="connsiteY2" fmla="*/ 424206 h 424206"/>
                <a:gd name="connsiteX3" fmla="*/ 1498862 w 4694548"/>
                <a:gd name="connsiteY3" fmla="*/ 301657 h 424206"/>
                <a:gd name="connsiteX4" fmla="*/ 2205872 w 4694548"/>
                <a:gd name="connsiteY4" fmla="*/ 216816 h 424206"/>
                <a:gd name="connsiteX5" fmla="*/ 3271101 w 4694548"/>
                <a:gd name="connsiteY5" fmla="*/ 216816 h 424206"/>
                <a:gd name="connsiteX6" fmla="*/ 3930977 w 4694548"/>
                <a:gd name="connsiteY6" fmla="*/ 188536 h 424206"/>
                <a:gd name="connsiteX7" fmla="*/ 4694548 w 4694548"/>
                <a:gd name="connsiteY7" fmla="*/ 216816 h 424206"/>
                <a:gd name="connsiteX0" fmla="*/ 0 w 4694548"/>
                <a:gd name="connsiteY0" fmla="*/ 0 h 424206"/>
                <a:gd name="connsiteX1" fmla="*/ 179109 w 4694548"/>
                <a:gd name="connsiteY1" fmla="*/ 301657 h 424206"/>
                <a:gd name="connsiteX2" fmla="*/ 584462 w 4694548"/>
                <a:gd name="connsiteY2" fmla="*/ 424206 h 424206"/>
                <a:gd name="connsiteX3" fmla="*/ 1498862 w 4694548"/>
                <a:gd name="connsiteY3" fmla="*/ 301657 h 424206"/>
                <a:gd name="connsiteX4" fmla="*/ 2205872 w 4694548"/>
                <a:gd name="connsiteY4" fmla="*/ 216816 h 424206"/>
                <a:gd name="connsiteX5" fmla="*/ 3271101 w 4694548"/>
                <a:gd name="connsiteY5" fmla="*/ 216816 h 424206"/>
                <a:gd name="connsiteX6" fmla="*/ 3930977 w 4694548"/>
                <a:gd name="connsiteY6" fmla="*/ 188536 h 424206"/>
                <a:gd name="connsiteX7" fmla="*/ 4694548 w 4694548"/>
                <a:gd name="connsiteY7" fmla="*/ 216816 h 424206"/>
                <a:gd name="connsiteX0" fmla="*/ 0 w 4694548"/>
                <a:gd name="connsiteY0" fmla="*/ 0 h 424206"/>
                <a:gd name="connsiteX1" fmla="*/ 179109 w 4694548"/>
                <a:gd name="connsiteY1" fmla="*/ 301657 h 424206"/>
                <a:gd name="connsiteX2" fmla="*/ 584462 w 4694548"/>
                <a:gd name="connsiteY2" fmla="*/ 424206 h 424206"/>
                <a:gd name="connsiteX3" fmla="*/ 1498862 w 4694548"/>
                <a:gd name="connsiteY3" fmla="*/ 301657 h 424206"/>
                <a:gd name="connsiteX4" fmla="*/ 2205872 w 4694548"/>
                <a:gd name="connsiteY4" fmla="*/ 216816 h 424206"/>
                <a:gd name="connsiteX5" fmla="*/ 3271101 w 4694548"/>
                <a:gd name="connsiteY5" fmla="*/ 216816 h 424206"/>
                <a:gd name="connsiteX6" fmla="*/ 3930977 w 4694548"/>
                <a:gd name="connsiteY6" fmla="*/ 188536 h 424206"/>
                <a:gd name="connsiteX7" fmla="*/ 4694548 w 4694548"/>
                <a:gd name="connsiteY7" fmla="*/ 216816 h 424206"/>
                <a:gd name="connsiteX0" fmla="*/ 0 w 4703975"/>
                <a:gd name="connsiteY0" fmla="*/ 0 h 688157"/>
                <a:gd name="connsiteX1" fmla="*/ 188536 w 4703975"/>
                <a:gd name="connsiteY1" fmla="*/ 565608 h 688157"/>
                <a:gd name="connsiteX2" fmla="*/ 593889 w 4703975"/>
                <a:gd name="connsiteY2" fmla="*/ 688157 h 688157"/>
                <a:gd name="connsiteX3" fmla="*/ 1508289 w 4703975"/>
                <a:gd name="connsiteY3" fmla="*/ 565608 h 688157"/>
                <a:gd name="connsiteX4" fmla="*/ 2215299 w 4703975"/>
                <a:gd name="connsiteY4" fmla="*/ 480767 h 688157"/>
                <a:gd name="connsiteX5" fmla="*/ 3280528 w 4703975"/>
                <a:gd name="connsiteY5" fmla="*/ 480767 h 688157"/>
                <a:gd name="connsiteX6" fmla="*/ 3940404 w 4703975"/>
                <a:gd name="connsiteY6" fmla="*/ 452487 h 688157"/>
                <a:gd name="connsiteX7" fmla="*/ 4703975 w 4703975"/>
                <a:gd name="connsiteY7" fmla="*/ 480767 h 688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03975" h="688157">
                  <a:moveTo>
                    <a:pt x="0" y="0"/>
                  </a:moveTo>
                  <a:cubicBezTo>
                    <a:pt x="40849" y="115478"/>
                    <a:pt x="89555" y="450915"/>
                    <a:pt x="188536" y="565608"/>
                  </a:cubicBezTo>
                  <a:cubicBezTo>
                    <a:pt x="287518" y="680301"/>
                    <a:pt x="373930" y="688157"/>
                    <a:pt x="593889" y="688157"/>
                  </a:cubicBezTo>
                  <a:cubicBezTo>
                    <a:pt x="813848" y="688157"/>
                    <a:pt x="1508289" y="565608"/>
                    <a:pt x="1508289" y="565608"/>
                  </a:cubicBezTo>
                  <a:cubicBezTo>
                    <a:pt x="1778524" y="531043"/>
                    <a:pt x="1919926" y="494907"/>
                    <a:pt x="2215299" y="480767"/>
                  </a:cubicBezTo>
                  <a:cubicBezTo>
                    <a:pt x="2510672" y="466627"/>
                    <a:pt x="2993011" y="485480"/>
                    <a:pt x="3280528" y="480767"/>
                  </a:cubicBezTo>
                  <a:cubicBezTo>
                    <a:pt x="3568046" y="476054"/>
                    <a:pt x="3613608" y="461914"/>
                    <a:pt x="3940404" y="452487"/>
                  </a:cubicBezTo>
                  <a:cubicBezTo>
                    <a:pt x="4210639" y="452487"/>
                    <a:pt x="4433740" y="476053"/>
                    <a:pt x="4703975" y="480767"/>
                  </a:cubicBezTo>
                </a:path>
              </a:pathLst>
            </a:custGeom>
            <a:noFill/>
            <a:ln w="19050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9B595A-706E-5376-9FF1-E425BDC4AAE8}"/>
                </a:ext>
              </a:extLst>
            </p:cNvPr>
            <p:cNvSpPr/>
            <p:nvPr/>
          </p:nvSpPr>
          <p:spPr>
            <a:xfrm>
              <a:off x="4370879" y="2547685"/>
              <a:ext cx="6345892" cy="670658"/>
            </a:xfrm>
            <a:custGeom>
              <a:avLst/>
              <a:gdLst>
                <a:gd name="connsiteX0" fmla="*/ 0 w 4694549"/>
                <a:gd name="connsiteY0" fmla="*/ 670658 h 670658"/>
                <a:gd name="connsiteX1" fmla="*/ 329938 w 4694549"/>
                <a:gd name="connsiteY1" fmla="*/ 161611 h 670658"/>
                <a:gd name="connsiteX2" fmla="*/ 933254 w 4694549"/>
                <a:gd name="connsiteY2" fmla="*/ 1355 h 670658"/>
                <a:gd name="connsiteX3" fmla="*/ 1630837 w 4694549"/>
                <a:gd name="connsiteY3" fmla="*/ 95623 h 670658"/>
                <a:gd name="connsiteX4" fmla="*/ 2337848 w 4694549"/>
                <a:gd name="connsiteY4" fmla="*/ 284159 h 670658"/>
                <a:gd name="connsiteX5" fmla="*/ 3591612 w 4694549"/>
                <a:gd name="connsiteY5" fmla="*/ 312440 h 670658"/>
                <a:gd name="connsiteX6" fmla="*/ 4694549 w 4694549"/>
                <a:gd name="connsiteY6" fmla="*/ 274733 h 670658"/>
                <a:gd name="connsiteX7" fmla="*/ 4694549 w 4694549"/>
                <a:gd name="connsiteY7" fmla="*/ 274733 h 670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94549" h="670658">
                  <a:moveTo>
                    <a:pt x="0" y="670658"/>
                  </a:moveTo>
                  <a:cubicBezTo>
                    <a:pt x="87198" y="471909"/>
                    <a:pt x="174396" y="273161"/>
                    <a:pt x="329938" y="161611"/>
                  </a:cubicBezTo>
                  <a:cubicBezTo>
                    <a:pt x="485480" y="50060"/>
                    <a:pt x="716438" y="12353"/>
                    <a:pt x="933254" y="1355"/>
                  </a:cubicBezTo>
                  <a:cubicBezTo>
                    <a:pt x="1150070" y="-9643"/>
                    <a:pt x="1396738" y="48489"/>
                    <a:pt x="1630837" y="95623"/>
                  </a:cubicBezTo>
                  <a:cubicBezTo>
                    <a:pt x="1864936" y="142757"/>
                    <a:pt x="2011052" y="248023"/>
                    <a:pt x="2337848" y="284159"/>
                  </a:cubicBezTo>
                  <a:cubicBezTo>
                    <a:pt x="2664644" y="320295"/>
                    <a:pt x="3198829" y="314011"/>
                    <a:pt x="3591612" y="312440"/>
                  </a:cubicBezTo>
                  <a:cubicBezTo>
                    <a:pt x="3984396" y="310869"/>
                    <a:pt x="4694549" y="274733"/>
                    <a:pt x="4694549" y="274733"/>
                  </a:cubicBezTo>
                  <a:lnTo>
                    <a:pt x="4694549" y="274733"/>
                  </a:lnTo>
                </a:path>
              </a:pathLst>
            </a:custGeom>
            <a:noFill/>
            <a:ln w="19050" cap="flat" cmpd="sng" algn="ctr">
              <a:solidFill>
                <a:srgbClr val="FFFFFF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5D4CBAA-EAD9-586B-406F-64BF94DB5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57017" y="1917646"/>
              <a:ext cx="799840" cy="9427"/>
            </a:xfrm>
            <a:prstGeom prst="line">
              <a:avLst/>
            </a:prstGeom>
            <a:noFill/>
            <a:ln w="28575" cap="flat" cmpd="sng" algn="ctr">
              <a:solidFill>
                <a:srgbClr val="7030A0"/>
              </a:solidFill>
              <a:prstDash val="solid"/>
              <a:miter lim="800000"/>
            </a:ln>
            <a:effectLst/>
          </p:spPr>
        </p:cxn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16DACC7-C302-0DF2-AD48-67BC55C924D6}"/>
                </a:ext>
              </a:extLst>
            </p:cNvPr>
            <p:cNvSpPr/>
            <p:nvPr/>
          </p:nvSpPr>
          <p:spPr>
            <a:xfrm>
              <a:off x="4342863" y="1927073"/>
              <a:ext cx="6373909" cy="333656"/>
            </a:xfrm>
            <a:custGeom>
              <a:avLst/>
              <a:gdLst>
                <a:gd name="connsiteX0" fmla="*/ 0 w 5495826"/>
                <a:gd name="connsiteY0" fmla="*/ 0 h 359052"/>
                <a:gd name="connsiteX1" fmla="*/ 923826 w 5495826"/>
                <a:gd name="connsiteY1" fmla="*/ 235670 h 359052"/>
                <a:gd name="connsiteX2" fmla="*/ 1866507 w 5495826"/>
                <a:gd name="connsiteY2" fmla="*/ 358218 h 359052"/>
                <a:gd name="connsiteX3" fmla="*/ 2384981 w 5495826"/>
                <a:gd name="connsiteY3" fmla="*/ 179109 h 359052"/>
                <a:gd name="connsiteX4" fmla="*/ 4722828 w 5495826"/>
                <a:gd name="connsiteY4" fmla="*/ 47134 h 359052"/>
                <a:gd name="connsiteX5" fmla="*/ 5495826 w 5495826"/>
                <a:gd name="connsiteY5" fmla="*/ 0 h 359052"/>
                <a:gd name="connsiteX0" fmla="*/ 0 w 5495826"/>
                <a:gd name="connsiteY0" fmla="*/ 0 h 359052"/>
                <a:gd name="connsiteX1" fmla="*/ 923826 w 5495826"/>
                <a:gd name="connsiteY1" fmla="*/ 235670 h 359052"/>
                <a:gd name="connsiteX2" fmla="*/ 1437832 w 5495826"/>
                <a:gd name="connsiteY2" fmla="*/ 358218 h 359052"/>
                <a:gd name="connsiteX3" fmla="*/ 2384981 w 5495826"/>
                <a:gd name="connsiteY3" fmla="*/ 179109 h 359052"/>
                <a:gd name="connsiteX4" fmla="*/ 4722828 w 5495826"/>
                <a:gd name="connsiteY4" fmla="*/ 47134 h 359052"/>
                <a:gd name="connsiteX5" fmla="*/ 5495826 w 5495826"/>
                <a:gd name="connsiteY5" fmla="*/ 0 h 359052"/>
                <a:gd name="connsiteX0" fmla="*/ 0 w 5495826"/>
                <a:gd name="connsiteY0" fmla="*/ 0 h 363766"/>
                <a:gd name="connsiteX1" fmla="*/ 923826 w 5495826"/>
                <a:gd name="connsiteY1" fmla="*/ 235670 h 363766"/>
                <a:gd name="connsiteX2" fmla="*/ 1437832 w 5495826"/>
                <a:gd name="connsiteY2" fmla="*/ 358218 h 363766"/>
                <a:gd name="connsiteX3" fmla="*/ 2384981 w 5495826"/>
                <a:gd name="connsiteY3" fmla="*/ 179109 h 363766"/>
                <a:gd name="connsiteX4" fmla="*/ 4722828 w 5495826"/>
                <a:gd name="connsiteY4" fmla="*/ 47134 h 363766"/>
                <a:gd name="connsiteX5" fmla="*/ 5495826 w 5495826"/>
                <a:gd name="connsiteY5" fmla="*/ 0 h 363766"/>
                <a:gd name="connsiteX0" fmla="*/ 0 w 5495826"/>
                <a:gd name="connsiteY0" fmla="*/ 0 h 362801"/>
                <a:gd name="connsiteX1" fmla="*/ 923826 w 5495826"/>
                <a:gd name="connsiteY1" fmla="*/ 282804 h 362801"/>
                <a:gd name="connsiteX2" fmla="*/ 1437832 w 5495826"/>
                <a:gd name="connsiteY2" fmla="*/ 358218 h 362801"/>
                <a:gd name="connsiteX3" fmla="*/ 2384981 w 5495826"/>
                <a:gd name="connsiteY3" fmla="*/ 179109 h 362801"/>
                <a:gd name="connsiteX4" fmla="*/ 4722828 w 5495826"/>
                <a:gd name="connsiteY4" fmla="*/ 47134 h 362801"/>
                <a:gd name="connsiteX5" fmla="*/ 5495826 w 5495826"/>
                <a:gd name="connsiteY5" fmla="*/ 0 h 362801"/>
                <a:gd name="connsiteX0" fmla="*/ 0 w 5495826"/>
                <a:gd name="connsiteY0" fmla="*/ 0 h 337776"/>
                <a:gd name="connsiteX1" fmla="*/ 923826 w 5495826"/>
                <a:gd name="connsiteY1" fmla="*/ 282804 h 337776"/>
                <a:gd name="connsiteX2" fmla="*/ 1437832 w 5495826"/>
                <a:gd name="connsiteY2" fmla="*/ 329938 h 337776"/>
                <a:gd name="connsiteX3" fmla="*/ 2384981 w 5495826"/>
                <a:gd name="connsiteY3" fmla="*/ 179109 h 337776"/>
                <a:gd name="connsiteX4" fmla="*/ 4722828 w 5495826"/>
                <a:gd name="connsiteY4" fmla="*/ 47134 h 337776"/>
                <a:gd name="connsiteX5" fmla="*/ 5495826 w 5495826"/>
                <a:gd name="connsiteY5" fmla="*/ 0 h 337776"/>
                <a:gd name="connsiteX0" fmla="*/ 0 w 5495826"/>
                <a:gd name="connsiteY0" fmla="*/ 0 h 333656"/>
                <a:gd name="connsiteX1" fmla="*/ 923826 w 5495826"/>
                <a:gd name="connsiteY1" fmla="*/ 282804 h 333656"/>
                <a:gd name="connsiteX2" fmla="*/ 1437832 w 5495826"/>
                <a:gd name="connsiteY2" fmla="*/ 329938 h 333656"/>
                <a:gd name="connsiteX3" fmla="*/ 2384981 w 5495826"/>
                <a:gd name="connsiteY3" fmla="*/ 179109 h 333656"/>
                <a:gd name="connsiteX4" fmla="*/ 4722828 w 5495826"/>
                <a:gd name="connsiteY4" fmla="*/ 47134 h 333656"/>
                <a:gd name="connsiteX5" fmla="*/ 5495826 w 5495826"/>
                <a:gd name="connsiteY5" fmla="*/ 0 h 333656"/>
                <a:gd name="connsiteX0" fmla="*/ 0 w 5495826"/>
                <a:gd name="connsiteY0" fmla="*/ 0 h 333656"/>
                <a:gd name="connsiteX1" fmla="*/ 923826 w 5495826"/>
                <a:gd name="connsiteY1" fmla="*/ 282804 h 333656"/>
                <a:gd name="connsiteX2" fmla="*/ 1437832 w 5495826"/>
                <a:gd name="connsiteY2" fmla="*/ 329938 h 333656"/>
                <a:gd name="connsiteX3" fmla="*/ 2384981 w 5495826"/>
                <a:gd name="connsiteY3" fmla="*/ 179109 h 333656"/>
                <a:gd name="connsiteX4" fmla="*/ 4722828 w 5495826"/>
                <a:gd name="connsiteY4" fmla="*/ 47134 h 333656"/>
                <a:gd name="connsiteX5" fmla="*/ 5495826 w 5495826"/>
                <a:gd name="connsiteY5" fmla="*/ 0 h 333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95826" h="333656">
                  <a:moveTo>
                    <a:pt x="0" y="0"/>
                  </a:moveTo>
                  <a:cubicBezTo>
                    <a:pt x="306370" y="87983"/>
                    <a:pt x="684187" y="227814"/>
                    <a:pt x="923826" y="282804"/>
                  </a:cubicBezTo>
                  <a:cubicBezTo>
                    <a:pt x="1163465" y="337794"/>
                    <a:pt x="1106373" y="337793"/>
                    <a:pt x="1437832" y="329938"/>
                  </a:cubicBezTo>
                  <a:cubicBezTo>
                    <a:pt x="1769291" y="322083"/>
                    <a:pt x="1903433" y="282804"/>
                    <a:pt x="2384981" y="179109"/>
                  </a:cubicBezTo>
                  <a:cubicBezTo>
                    <a:pt x="2866529" y="75414"/>
                    <a:pt x="4722828" y="47134"/>
                    <a:pt x="4722828" y="47134"/>
                  </a:cubicBezTo>
                  <a:lnTo>
                    <a:pt x="5495826" y="0"/>
                  </a:lnTo>
                </a:path>
              </a:pathLst>
            </a:custGeom>
            <a:noFill/>
            <a:ln w="28575" cap="flat" cmpd="sng" algn="ctr">
              <a:solidFill>
                <a:srgbClr val="7030A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CE30A5C-EFB8-CAF7-479A-30628107387E}"/>
                </a:ext>
              </a:extLst>
            </p:cNvPr>
            <p:cNvSpPr txBox="1"/>
            <p:nvPr/>
          </p:nvSpPr>
          <p:spPr>
            <a:xfrm>
              <a:off x="10771222" y="2917958"/>
              <a:ext cx="862896" cy="230832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7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Source Sans 3 Light" panose="020B0403030403020204" pitchFamily="34" charset="0"/>
                </a:rPr>
                <a:t>BESS power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7BDFBC-7432-5A3E-844C-0534E3A0CE05}"/>
                </a:ext>
              </a:extLst>
            </p:cNvPr>
            <p:cNvSpPr txBox="1"/>
            <p:nvPr/>
          </p:nvSpPr>
          <p:spPr>
            <a:xfrm>
              <a:off x="10767819" y="2726278"/>
              <a:ext cx="796118" cy="230832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70" normalizeH="0" baseline="0" noProof="0" dirty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Source Sans 3 Light" panose="020B0403030403020204" pitchFamily="34" charset="0"/>
                </a:rPr>
                <a:t>Grid power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B596A98-B2ED-F099-2BF5-9DA2B094C92D}"/>
                </a:ext>
              </a:extLst>
            </p:cNvPr>
            <p:cNvSpPr txBox="1"/>
            <p:nvPr/>
          </p:nvSpPr>
          <p:spPr>
            <a:xfrm>
              <a:off x="10745716" y="2383855"/>
              <a:ext cx="726776" cy="230832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70" normalizeH="0" baseline="0" noProof="0" dirty="0">
                  <a:ln>
                    <a:noFill/>
                  </a:ln>
                  <a:solidFill>
                    <a:srgbClr val="EE7C42"/>
                  </a:solidFill>
                  <a:effectLst/>
                  <a:uLnTx/>
                  <a:uFillTx/>
                  <a:latin typeface="Source Sans 3 Light" panose="020B0403030403020204" pitchFamily="34" charset="0"/>
                </a:rPr>
                <a:t>Net load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3DCAFD1-F98F-9857-CA15-E481495B3A6E}"/>
                </a:ext>
              </a:extLst>
            </p:cNvPr>
            <p:cNvSpPr txBox="1"/>
            <p:nvPr/>
          </p:nvSpPr>
          <p:spPr>
            <a:xfrm>
              <a:off x="10776961" y="1941491"/>
              <a:ext cx="857157" cy="230832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7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Source Sans 3 Light" panose="020B0403030403020204" pitchFamily="34" charset="0"/>
                </a:rPr>
                <a:t>Frequency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E19D72A-880C-2EA9-8DC0-A116FB858B65}"/>
                </a:ext>
              </a:extLst>
            </p:cNvPr>
            <p:cNvCxnSpPr>
              <a:cxnSpLocks/>
            </p:cNvCxnSpPr>
            <p:nvPr/>
          </p:nvCxnSpPr>
          <p:spPr>
            <a:xfrm>
              <a:off x="3926460" y="1191833"/>
              <a:ext cx="0" cy="2557165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</p:grp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5F9D628C-5F76-00F0-3C8D-DB4F648C1623}"/>
              </a:ext>
            </a:extLst>
          </p:cNvPr>
          <p:cNvGraphicFramePr>
            <a:graphicFrameLocks noGrp="1"/>
          </p:cNvGraphicFramePr>
          <p:nvPr/>
        </p:nvGraphicFramePr>
        <p:xfrm>
          <a:off x="3443668" y="4183032"/>
          <a:ext cx="8070645" cy="518160"/>
        </p:xfrm>
        <a:graphic>
          <a:graphicData uri="http://schemas.openxmlformats.org/drawingml/2006/table">
            <a:tbl>
              <a:tblPr firstRow="1" bandRow="1"/>
              <a:tblGrid>
                <a:gridCol w="1614129">
                  <a:extLst>
                    <a:ext uri="{9D8B030D-6E8A-4147-A177-3AD203B41FA5}">
                      <a16:colId xmlns:a16="http://schemas.microsoft.com/office/drawing/2014/main" val="2967812384"/>
                    </a:ext>
                  </a:extLst>
                </a:gridCol>
                <a:gridCol w="1614129">
                  <a:extLst>
                    <a:ext uri="{9D8B030D-6E8A-4147-A177-3AD203B41FA5}">
                      <a16:colId xmlns:a16="http://schemas.microsoft.com/office/drawing/2014/main" val="646173418"/>
                    </a:ext>
                  </a:extLst>
                </a:gridCol>
                <a:gridCol w="1614129">
                  <a:extLst>
                    <a:ext uri="{9D8B030D-6E8A-4147-A177-3AD203B41FA5}">
                      <a16:colId xmlns:a16="http://schemas.microsoft.com/office/drawing/2014/main" val="3151187377"/>
                    </a:ext>
                  </a:extLst>
                </a:gridCol>
                <a:gridCol w="1614129">
                  <a:extLst>
                    <a:ext uri="{9D8B030D-6E8A-4147-A177-3AD203B41FA5}">
                      <a16:colId xmlns:a16="http://schemas.microsoft.com/office/drawing/2014/main" val="1216825605"/>
                    </a:ext>
                  </a:extLst>
                </a:gridCol>
                <a:gridCol w="1614129">
                  <a:extLst>
                    <a:ext uri="{9D8B030D-6E8A-4147-A177-3AD203B41FA5}">
                      <a16:colId xmlns:a16="http://schemas.microsoft.com/office/drawing/2014/main" val="2325150073"/>
                    </a:ext>
                  </a:extLst>
                </a:gridCol>
              </a:tblGrid>
              <a:tr h="2495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lang="en-US" sz="1400" dirty="0"/>
                        <a:t>Fault</a:t>
                      </a:r>
                    </a:p>
                    <a:p>
                      <a:pPr algn="ctr"/>
                      <a:r>
                        <a:rPr lang="en-US" sz="1400" dirty="0"/>
                        <a:t>(sub-cycle)</a:t>
                      </a:r>
                    </a:p>
                  </a:txBody>
                  <a:tcPr>
                    <a:lnL w="12700" cmpd="sng">
                      <a:solidFill>
                        <a:srgbClr val="F4F4F4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F4F4F4"/>
                      </a:solidFill>
                    </a:lnT>
                    <a:lnB w="12700" cmpd="sng">
                      <a:solidFill>
                        <a:srgbClr val="F4F4F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lang="en-US" sz="1400" dirty="0"/>
                        <a:t>Voltage recovery</a:t>
                      </a:r>
                    </a:p>
                    <a:p>
                      <a:pPr algn="ctr"/>
                      <a:r>
                        <a:rPr lang="en-US" sz="1400" dirty="0"/>
                        <a:t>(1-2 cycles)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4F4F4"/>
                      </a:solidFill>
                    </a:lnT>
                    <a:lnB w="12700" cmpd="sng">
                      <a:solidFill>
                        <a:srgbClr val="F4F4F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4A4B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lang="en-US" sz="1400" dirty="0"/>
                        <a:t>Inertial dynamic</a:t>
                      </a:r>
                    </a:p>
                    <a:p>
                      <a:pPr algn="ctr"/>
                      <a:r>
                        <a:rPr lang="en-US" sz="1400" dirty="0"/>
                        <a:t>(&lt; 0.5 seconds)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4F4F4"/>
                      </a:solidFill>
                    </a:lnT>
                    <a:lnB w="12700" cmpd="sng">
                      <a:solidFill>
                        <a:srgbClr val="F4F4F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lang="en-US" sz="1400" dirty="0"/>
                        <a:t>Droop &amp; load shed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F4F4F4"/>
                      </a:solidFill>
                    </a:lnT>
                    <a:lnB w="12700" cmpd="sng">
                      <a:solidFill>
                        <a:srgbClr val="F4F4F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lang="en-US" sz="1400" dirty="0"/>
                        <a:t>Redispatch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solidFill>
                        <a:srgbClr val="F4F4F4"/>
                      </a:solidFill>
                    </a:lnR>
                    <a:lnT w="12700" cmpd="sng">
                      <a:solidFill>
                        <a:srgbClr val="F4F4F4"/>
                      </a:solidFill>
                    </a:lnT>
                    <a:lnB w="12700" cmpd="sng">
                      <a:solidFill>
                        <a:srgbClr val="F4F4F4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682262"/>
                  </a:ext>
                </a:extLst>
              </a:tr>
            </a:tbl>
          </a:graphicData>
        </a:graphic>
      </p:graphicFrame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D45AE55-C1C8-8E21-D200-653BFA317BF7}"/>
              </a:ext>
            </a:extLst>
          </p:cNvPr>
          <p:cNvGrpSpPr/>
          <p:nvPr/>
        </p:nvGrpSpPr>
        <p:grpSpPr>
          <a:xfrm>
            <a:off x="4658592" y="1389745"/>
            <a:ext cx="2267749" cy="2794923"/>
            <a:chOff x="4658592" y="1389745"/>
            <a:chExt cx="2267749" cy="279492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122F4C5-AD90-2D64-137A-178ACA289467}"/>
                </a:ext>
              </a:extLst>
            </p:cNvPr>
            <p:cNvSpPr/>
            <p:nvPr/>
          </p:nvSpPr>
          <p:spPr>
            <a:xfrm>
              <a:off x="4658592" y="1389745"/>
              <a:ext cx="850448" cy="2132511"/>
            </a:xfrm>
            <a:prstGeom prst="rect">
              <a:avLst/>
            </a:prstGeom>
            <a:solidFill>
              <a:srgbClr val="FF9933">
                <a:alpha val="4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E66C265-B169-D138-BF22-F511E966BCEA}"/>
                </a:ext>
              </a:extLst>
            </p:cNvPr>
            <p:cNvGrpSpPr/>
            <p:nvPr/>
          </p:nvGrpSpPr>
          <p:grpSpPr>
            <a:xfrm flipH="1">
              <a:off x="5068858" y="3515306"/>
              <a:ext cx="1857483" cy="669362"/>
              <a:chOff x="1782385" y="3593553"/>
              <a:chExt cx="184254" cy="652580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E81D5EF-8369-A2D1-8A12-4708BDE42992}"/>
                  </a:ext>
                </a:extLst>
              </p:cNvPr>
              <p:cNvCxnSpPr/>
              <p:nvPr/>
            </p:nvCxnSpPr>
            <p:spPr>
              <a:xfrm>
                <a:off x="1966639" y="3593553"/>
                <a:ext cx="0" cy="218546"/>
              </a:xfrm>
              <a:prstGeom prst="line">
                <a:avLst/>
              </a:prstGeom>
              <a:noFill/>
              <a:ln w="19050" cap="flat" cmpd="sng" algn="ctr">
                <a:solidFill>
                  <a:srgbClr val="FFC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5B4C7482-53CF-8F4D-22F8-650B56309922}"/>
                  </a:ext>
                </a:extLst>
              </p:cNvPr>
              <p:cNvCxnSpPr/>
              <p:nvPr/>
            </p:nvCxnSpPr>
            <p:spPr>
              <a:xfrm flipH="1">
                <a:off x="1782385" y="3812099"/>
                <a:ext cx="184254" cy="120804"/>
              </a:xfrm>
              <a:prstGeom prst="line">
                <a:avLst/>
              </a:prstGeom>
              <a:noFill/>
              <a:ln w="19050" cap="flat" cmpd="sng" algn="ctr">
                <a:solidFill>
                  <a:srgbClr val="FFC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BD1F2F2E-D61F-3E58-FFE8-7E2FE8CAA86C}"/>
                  </a:ext>
                </a:extLst>
              </p:cNvPr>
              <p:cNvCxnSpPr/>
              <p:nvPr/>
            </p:nvCxnSpPr>
            <p:spPr>
              <a:xfrm>
                <a:off x="1782385" y="3942735"/>
                <a:ext cx="0" cy="303398"/>
              </a:xfrm>
              <a:prstGeom prst="line">
                <a:avLst/>
              </a:prstGeom>
              <a:noFill/>
              <a:ln w="19050" cap="flat" cmpd="sng" algn="ctr">
                <a:solidFill>
                  <a:srgbClr val="FFC000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270B8C4-83DA-54D9-AFD8-0860F76AB426}"/>
              </a:ext>
            </a:extLst>
          </p:cNvPr>
          <p:cNvGrpSpPr/>
          <p:nvPr/>
        </p:nvGrpSpPr>
        <p:grpSpPr>
          <a:xfrm>
            <a:off x="5559307" y="1389745"/>
            <a:ext cx="3401909" cy="2790009"/>
            <a:chOff x="5559307" y="1389745"/>
            <a:chExt cx="3401909" cy="279000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E0333A0-16E7-7FE6-5B52-9369CE1FC9DF}"/>
                </a:ext>
              </a:extLst>
            </p:cNvPr>
            <p:cNvSpPr/>
            <p:nvPr/>
          </p:nvSpPr>
          <p:spPr>
            <a:xfrm>
              <a:off x="5559307" y="1389745"/>
              <a:ext cx="1367034" cy="2132511"/>
            </a:xfrm>
            <a:prstGeom prst="rect">
              <a:avLst/>
            </a:prstGeom>
            <a:solidFill>
              <a:srgbClr val="00B0F0">
                <a:alpha val="2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22BCFC4-0DA8-D098-C0DD-C0356CDCEED5}"/>
                </a:ext>
              </a:extLst>
            </p:cNvPr>
            <p:cNvGrpSpPr/>
            <p:nvPr/>
          </p:nvGrpSpPr>
          <p:grpSpPr>
            <a:xfrm flipH="1">
              <a:off x="6267335" y="3503480"/>
              <a:ext cx="2693881" cy="676274"/>
              <a:chOff x="1782385" y="3593553"/>
              <a:chExt cx="184254" cy="652580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30F2EFB1-203E-4709-B555-93DF5B0337CB}"/>
                  </a:ext>
                </a:extLst>
              </p:cNvPr>
              <p:cNvCxnSpPr/>
              <p:nvPr/>
            </p:nvCxnSpPr>
            <p:spPr>
              <a:xfrm>
                <a:off x="1966639" y="3593553"/>
                <a:ext cx="0" cy="218546"/>
              </a:xfrm>
              <a:prstGeom prst="line">
                <a:avLst/>
              </a:prstGeom>
              <a:noFill/>
              <a:ln w="1905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7BE3B864-6888-A9CB-8EA8-EB9156D7F1E3}"/>
                  </a:ext>
                </a:extLst>
              </p:cNvPr>
              <p:cNvCxnSpPr/>
              <p:nvPr/>
            </p:nvCxnSpPr>
            <p:spPr>
              <a:xfrm flipH="1">
                <a:off x="1782385" y="3812099"/>
                <a:ext cx="184254" cy="120804"/>
              </a:xfrm>
              <a:prstGeom prst="line">
                <a:avLst/>
              </a:prstGeom>
              <a:noFill/>
              <a:ln w="1905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E8F6BE0-5EDD-9845-4C0E-FD0090CF38DA}"/>
                  </a:ext>
                </a:extLst>
              </p:cNvPr>
              <p:cNvCxnSpPr/>
              <p:nvPr/>
            </p:nvCxnSpPr>
            <p:spPr>
              <a:xfrm>
                <a:off x="1782385" y="3942735"/>
                <a:ext cx="0" cy="303398"/>
              </a:xfrm>
              <a:prstGeom prst="line">
                <a:avLst/>
              </a:prstGeom>
              <a:noFill/>
              <a:ln w="19050" cap="flat" cmpd="sng" algn="ctr">
                <a:solidFill>
                  <a:srgbClr val="00B0F0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BD9DBB39-1629-4644-5048-81C0AB80AF1C}"/>
              </a:ext>
            </a:extLst>
          </p:cNvPr>
          <p:cNvGrpSpPr/>
          <p:nvPr/>
        </p:nvGrpSpPr>
        <p:grpSpPr>
          <a:xfrm>
            <a:off x="6976610" y="1382795"/>
            <a:ext cx="3740163" cy="2797897"/>
            <a:chOff x="6976610" y="1382795"/>
            <a:chExt cx="3740163" cy="279789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59A4BC-D277-52C4-DE49-90B6F35DA2BB}"/>
                </a:ext>
              </a:extLst>
            </p:cNvPr>
            <p:cNvSpPr/>
            <p:nvPr/>
          </p:nvSpPr>
          <p:spPr>
            <a:xfrm>
              <a:off x="6976610" y="1382795"/>
              <a:ext cx="3740163" cy="2132511"/>
            </a:xfrm>
            <a:prstGeom prst="rect">
              <a:avLst/>
            </a:prstGeom>
            <a:solidFill>
              <a:srgbClr val="92D050">
                <a:alpha val="2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D18A2681-9F19-D953-FC84-EA01365FAE3C}"/>
                </a:ext>
              </a:extLst>
            </p:cNvPr>
            <p:cNvGrpSpPr/>
            <p:nvPr/>
          </p:nvGrpSpPr>
          <p:grpSpPr>
            <a:xfrm flipH="1">
              <a:off x="8997696" y="3515306"/>
              <a:ext cx="1469902" cy="665386"/>
              <a:chOff x="1782385" y="3593553"/>
              <a:chExt cx="184254" cy="652580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D4582D63-087F-9D6A-DC28-86DE0E0D2AD7}"/>
                  </a:ext>
                </a:extLst>
              </p:cNvPr>
              <p:cNvCxnSpPr/>
              <p:nvPr/>
            </p:nvCxnSpPr>
            <p:spPr>
              <a:xfrm>
                <a:off x="1966639" y="3593553"/>
                <a:ext cx="0" cy="218546"/>
              </a:xfrm>
              <a:prstGeom prst="line">
                <a:avLst/>
              </a:prstGeom>
              <a:noFill/>
              <a:ln w="19050" cap="flat" cmpd="sng" algn="ctr">
                <a:solidFill>
                  <a:srgbClr val="92D05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786B171A-0EC4-0B85-32B0-A867C9C3010F}"/>
                  </a:ext>
                </a:extLst>
              </p:cNvPr>
              <p:cNvCxnSpPr/>
              <p:nvPr/>
            </p:nvCxnSpPr>
            <p:spPr>
              <a:xfrm flipH="1">
                <a:off x="1782385" y="3812099"/>
                <a:ext cx="184254" cy="120804"/>
              </a:xfrm>
              <a:prstGeom prst="line">
                <a:avLst/>
              </a:prstGeom>
              <a:noFill/>
              <a:ln w="19050" cap="flat" cmpd="sng" algn="ctr">
                <a:solidFill>
                  <a:srgbClr val="92D05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B5F7F5D-BBA1-F56A-FAFA-EDFA2E078A43}"/>
                  </a:ext>
                </a:extLst>
              </p:cNvPr>
              <p:cNvCxnSpPr/>
              <p:nvPr/>
            </p:nvCxnSpPr>
            <p:spPr>
              <a:xfrm>
                <a:off x="1782385" y="3942735"/>
                <a:ext cx="0" cy="303398"/>
              </a:xfrm>
              <a:prstGeom prst="line">
                <a:avLst/>
              </a:prstGeom>
              <a:noFill/>
              <a:ln w="19050" cap="flat" cmpd="sng" algn="ctr">
                <a:solidFill>
                  <a:srgbClr val="92D050"/>
                </a:solidFill>
                <a:prstDash val="solid"/>
                <a:miter lim="800000"/>
              </a:ln>
              <a:effectLst/>
            </p:spPr>
          </p:cxnSp>
        </p:grpSp>
      </p:grpSp>
      <p:sp>
        <p:nvSpPr>
          <p:cNvPr id="41" name="Lightning Bolt 40">
            <a:extLst>
              <a:ext uri="{FF2B5EF4-FFF2-40B4-BE49-F238E27FC236}">
                <a16:creationId xmlns:a16="http://schemas.microsoft.com/office/drawing/2014/main" id="{2C059B6C-BC26-0833-83D2-8B4040CC802F}"/>
              </a:ext>
            </a:extLst>
          </p:cNvPr>
          <p:cNvSpPr/>
          <p:nvPr/>
        </p:nvSpPr>
        <p:spPr>
          <a:xfrm>
            <a:off x="4010812" y="2245175"/>
            <a:ext cx="189971" cy="407711"/>
          </a:xfrm>
          <a:prstGeom prst="lightningBolt">
            <a:avLst/>
          </a:prstGeom>
          <a:solidFill>
            <a:srgbClr val="FF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8581325-7C25-8763-3FCE-54A966FBB19D}"/>
              </a:ext>
            </a:extLst>
          </p:cNvPr>
          <p:cNvGrpSpPr/>
          <p:nvPr/>
        </p:nvGrpSpPr>
        <p:grpSpPr>
          <a:xfrm>
            <a:off x="4045093" y="3533913"/>
            <a:ext cx="92027" cy="652580"/>
            <a:chOff x="1782385" y="3593553"/>
            <a:chExt cx="184254" cy="652580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6C1DC47-4585-2A73-30D8-1B7876145B95}"/>
                </a:ext>
              </a:extLst>
            </p:cNvPr>
            <p:cNvCxnSpPr/>
            <p:nvPr/>
          </p:nvCxnSpPr>
          <p:spPr>
            <a:xfrm>
              <a:off x="1966639" y="3593553"/>
              <a:ext cx="0" cy="218546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4C3DE95-EFB0-64E0-F2BA-A328B9AB60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82385" y="3812099"/>
              <a:ext cx="184254" cy="145436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0F28A81-EFD2-84A4-BCC4-50A1C41A8B2C}"/>
                </a:ext>
              </a:extLst>
            </p:cNvPr>
            <p:cNvCxnSpPr/>
            <p:nvPr/>
          </p:nvCxnSpPr>
          <p:spPr>
            <a:xfrm>
              <a:off x="1782385" y="3942735"/>
              <a:ext cx="0" cy="303398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</p:grpSp>
      <p:sp>
        <p:nvSpPr>
          <p:cNvPr id="46" name="Right Brace 45">
            <a:extLst>
              <a:ext uri="{FF2B5EF4-FFF2-40B4-BE49-F238E27FC236}">
                <a16:creationId xmlns:a16="http://schemas.microsoft.com/office/drawing/2014/main" id="{A6938D40-C690-A179-8870-8423749AA2DB}"/>
              </a:ext>
            </a:extLst>
          </p:cNvPr>
          <p:cNvSpPr/>
          <p:nvPr/>
        </p:nvSpPr>
        <p:spPr>
          <a:xfrm rot="5400000">
            <a:off x="6654533" y="3317434"/>
            <a:ext cx="163454" cy="3066649"/>
          </a:xfrm>
          <a:prstGeom prst="rightBrace">
            <a:avLst/>
          </a:prstGeom>
          <a:noFill/>
          <a:ln w="19050" cap="flat" cmpd="sng" algn="ctr">
            <a:solidFill>
              <a:srgbClr val="7030A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E94A4B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F6EC42-5C39-3027-01E1-3F8E4F34732A}"/>
              </a:ext>
            </a:extLst>
          </p:cNvPr>
          <p:cNvSpPr txBox="1"/>
          <p:nvPr/>
        </p:nvSpPr>
        <p:spPr>
          <a:xfrm>
            <a:off x="5321399" y="5019172"/>
            <a:ext cx="2885988" cy="784830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ctr">
              <a:defRPr/>
            </a:pPr>
            <a:r>
              <a:rPr lang="en-US" sz="1600" spc="70" dirty="0">
                <a:solidFill>
                  <a:srgbClr val="7030A0"/>
                </a:solidFill>
                <a:latin typeface="Source Sans 3 Light" panose="020B0403030403020204" pitchFamily="34" charset="0"/>
              </a:rPr>
              <a:t>Absorb disturbance and prevent cascading</a:t>
            </a:r>
          </a:p>
          <a:p>
            <a:pPr algn="ctr">
              <a:defRPr/>
            </a:pPr>
            <a:r>
              <a:rPr lang="en-US" sz="1600" spc="70" dirty="0">
                <a:solidFill>
                  <a:srgbClr val="7030A0"/>
                </a:solidFill>
                <a:latin typeface="Source Sans 3 Light" panose="020B0403030403020204" pitchFamily="34" charset="0"/>
              </a:rPr>
              <a:t>Requires overload capability</a:t>
            </a:r>
          </a:p>
        </p:txBody>
      </p:sp>
      <p:sp>
        <p:nvSpPr>
          <p:cNvPr id="48" name="Right Brace 47">
            <a:extLst>
              <a:ext uri="{FF2B5EF4-FFF2-40B4-BE49-F238E27FC236}">
                <a16:creationId xmlns:a16="http://schemas.microsoft.com/office/drawing/2014/main" id="{CC3BE34E-49FF-1E11-4CE3-9333C69DA7D1}"/>
              </a:ext>
            </a:extLst>
          </p:cNvPr>
          <p:cNvSpPr/>
          <p:nvPr/>
        </p:nvSpPr>
        <p:spPr>
          <a:xfrm rot="5400000">
            <a:off x="4204444" y="4292484"/>
            <a:ext cx="153327" cy="1143636"/>
          </a:xfrm>
          <a:prstGeom prst="rightBrace">
            <a:avLst/>
          </a:prstGeom>
          <a:noFill/>
          <a:ln w="19050" cap="flat" cmpd="sng" algn="ctr">
            <a:solidFill>
              <a:srgbClr val="7030A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E94A4B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E5967FD-5C51-CD8C-9CBF-F76ACDFAA848}"/>
              </a:ext>
            </a:extLst>
          </p:cNvPr>
          <p:cNvSpPr txBox="1"/>
          <p:nvPr/>
        </p:nvSpPr>
        <p:spPr>
          <a:xfrm>
            <a:off x="3372547" y="5009345"/>
            <a:ext cx="1659168" cy="538609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ctr">
              <a:defRPr/>
            </a:pPr>
            <a:r>
              <a:rPr lang="en-US" sz="1600" spc="70" dirty="0">
                <a:solidFill>
                  <a:srgbClr val="7030A0"/>
                </a:solidFill>
                <a:latin typeface="Source Sans 3 Light" panose="020B0403030403020204" pitchFamily="34" charset="0"/>
              </a:rPr>
              <a:t>Provide coherent signature</a:t>
            </a:r>
          </a:p>
        </p:txBody>
      </p:sp>
      <p:sp>
        <p:nvSpPr>
          <p:cNvPr id="50" name="Right Brace 49">
            <a:extLst>
              <a:ext uri="{FF2B5EF4-FFF2-40B4-BE49-F238E27FC236}">
                <a16:creationId xmlns:a16="http://schemas.microsoft.com/office/drawing/2014/main" id="{4BE3CC88-63D0-D78D-4354-C9100548D11E}"/>
              </a:ext>
            </a:extLst>
          </p:cNvPr>
          <p:cNvSpPr/>
          <p:nvPr/>
        </p:nvSpPr>
        <p:spPr>
          <a:xfrm rot="5400000">
            <a:off x="9890866" y="3315994"/>
            <a:ext cx="180235" cy="3066651"/>
          </a:xfrm>
          <a:prstGeom prst="rightBrace">
            <a:avLst/>
          </a:prstGeom>
          <a:noFill/>
          <a:ln w="190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6BE583-73E4-E52C-A8FC-4EAC1528AEC1}"/>
              </a:ext>
            </a:extLst>
          </p:cNvPr>
          <p:cNvSpPr txBox="1"/>
          <p:nvPr/>
        </p:nvSpPr>
        <p:spPr>
          <a:xfrm>
            <a:off x="9073571" y="4986262"/>
            <a:ext cx="2035533" cy="538609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ctr">
              <a:defRPr/>
            </a:pPr>
            <a:r>
              <a:rPr lang="en-US" sz="1600" spc="70" dirty="0">
                <a:solidFill>
                  <a:srgbClr val="FFFFFF">
                    <a:lumMod val="50000"/>
                  </a:srgbClr>
                </a:solidFill>
                <a:latin typeface="Source Sans 3 Light" panose="020B0403030403020204" pitchFamily="34" charset="0"/>
              </a:rPr>
              <a:t>Maintain stable response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BD14BF1-0B81-D102-706A-CC71ABA6DD39}"/>
              </a:ext>
            </a:extLst>
          </p:cNvPr>
          <p:cNvGrpSpPr/>
          <p:nvPr/>
        </p:nvGrpSpPr>
        <p:grpSpPr>
          <a:xfrm>
            <a:off x="4342863" y="1389746"/>
            <a:ext cx="1023756" cy="2803378"/>
            <a:chOff x="4342863" y="1389746"/>
            <a:chExt cx="1023756" cy="280337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5F887FD-5E5F-99E4-BDC7-1A0B3B6480D9}"/>
                </a:ext>
              </a:extLst>
            </p:cNvPr>
            <p:cNvSpPr/>
            <p:nvPr/>
          </p:nvSpPr>
          <p:spPr>
            <a:xfrm>
              <a:off x="4342863" y="1389746"/>
              <a:ext cx="265461" cy="2132511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8C3CA7B-4853-7EBD-D4BF-9BD2B5857213}"/>
                </a:ext>
              </a:extLst>
            </p:cNvPr>
            <p:cNvGrpSpPr/>
            <p:nvPr/>
          </p:nvGrpSpPr>
          <p:grpSpPr>
            <a:xfrm flipH="1">
              <a:off x="4447139" y="3503480"/>
              <a:ext cx="919480" cy="689644"/>
              <a:chOff x="1782385" y="3593553"/>
              <a:chExt cx="184254" cy="652580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0A05466E-050F-E149-8D05-FFE828C9C20A}"/>
                  </a:ext>
                </a:extLst>
              </p:cNvPr>
              <p:cNvCxnSpPr/>
              <p:nvPr/>
            </p:nvCxnSpPr>
            <p:spPr>
              <a:xfrm>
                <a:off x="1966639" y="3593553"/>
                <a:ext cx="0" cy="218546"/>
              </a:xfrm>
              <a:prstGeom prst="line">
                <a:avLst/>
              </a:prstGeom>
              <a:noFill/>
              <a:ln w="19050" cap="flat" cmpd="sng" algn="ctr">
                <a:solidFill>
                  <a:srgbClr val="E94A4B">
                    <a:lumMod val="60000"/>
                    <a:lumOff val="40000"/>
                  </a:srgb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E5C6C303-F604-FE22-2EE3-FE1FB01F4D9D}"/>
                  </a:ext>
                </a:extLst>
              </p:cNvPr>
              <p:cNvCxnSpPr/>
              <p:nvPr/>
            </p:nvCxnSpPr>
            <p:spPr>
              <a:xfrm flipH="1">
                <a:off x="1782385" y="3812099"/>
                <a:ext cx="184254" cy="120804"/>
              </a:xfrm>
              <a:prstGeom prst="line">
                <a:avLst/>
              </a:prstGeom>
              <a:noFill/>
              <a:ln w="19050" cap="flat" cmpd="sng" algn="ctr">
                <a:solidFill>
                  <a:srgbClr val="E94A4B">
                    <a:lumMod val="60000"/>
                    <a:lumOff val="40000"/>
                  </a:srgbClr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17B22184-DDBE-B966-C78D-0E98EA46F6E0}"/>
                  </a:ext>
                </a:extLst>
              </p:cNvPr>
              <p:cNvCxnSpPr/>
              <p:nvPr/>
            </p:nvCxnSpPr>
            <p:spPr>
              <a:xfrm>
                <a:off x="1782385" y="3942735"/>
                <a:ext cx="0" cy="303398"/>
              </a:xfrm>
              <a:prstGeom prst="line">
                <a:avLst/>
              </a:prstGeom>
              <a:noFill/>
              <a:ln w="19050" cap="flat" cmpd="sng" algn="ctr">
                <a:solidFill>
                  <a:srgbClr val="E94A4B">
                    <a:lumMod val="60000"/>
                    <a:lumOff val="40000"/>
                  </a:srgbClr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AA8090A-C669-9138-375C-5579FBA9BA59}"/>
              </a:ext>
            </a:extLst>
          </p:cNvPr>
          <p:cNvGrpSpPr/>
          <p:nvPr/>
        </p:nvGrpSpPr>
        <p:grpSpPr>
          <a:xfrm>
            <a:off x="614964" y="1086448"/>
            <a:ext cx="2337933" cy="5239378"/>
            <a:chOff x="614964" y="1103875"/>
            <a:chExt cx="2337933" cy="523937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E7D10D1-2252-41D2-C2C5-C4F3A124803C}"/>
                </a:ext>
              </a:extLst>
            </p:cNvPr>
            <p:cNvSpPr txBox="1"/>
            <p:nvPr/>
          </p:nvSpPr>
          <p:spPr>
            <a:xfrm>
              <a:off x="2115479" y="5228010"/>
              <a:ext cx="328311" cy="215444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7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ource Sans 3 Light" panose="020B0403030403020204" pitchFamily="34" charset="0"/>
                </a:rPr>
                <a:t>Load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1ACA5E4-1D58-7CDF-BEF8-D0ADC77D4448}"/>
                </a:ext>
              </a:extLst>
            </p:cNvPr>
            <p:cNvSpPr txBox="1"/>
            <p:nvPr/>
          </p:nvSpPr>
          <p:spPr>
            <a:xfrm>
              <a:off x="1281548" y="6127809"/>
              <a:ext cx="510994" cy="215444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7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ource Sans 3 Light" panose="020B0403030403020204" pitchFamily="34" charset="0"/>
                </a:rPr>
                <a:t>Battery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BB39905-835B-4891-9814-B3798C7C9A86}"/>
                </a:ext>
              </a:extLst>
            </p:cNvPr>
            <p:cNvSpPr txBox="1"/>
            <p:nvPr/>
          </p:nvSpPr>
          <p:spPr>
            <a:xfrm>
              <a:off x="739406" y="6038876"/>
              <a:ext cx="216146" cy="215444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7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ource Sans 3 Light" panose="020B0403030403020204" pitchFamily="34" charset="0"/>
                </a:rPr>
                <a:t>PV</a:t>
              </a: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2220436-2BF5-878C-737F-C5979633F204}"/>
                </a:ext>
              </a:extLst>
            </p:cNvPr>
            <p:cNvGrpSpPr/>
            <p:nvPr/>
          </p:nvGrpSpPr>
          <p:grpSpPr>
            <a:xfrm>
              <a:off x="2115479" y="4443350"/>
              <a:ext cx="194343" cy="723516"/>
              <a:chOff x="4472597" y="2646400"/>
              <a:chExt cx="244805" cy="911379"/>
            </a:xfrm>
          </p:grpSpPr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0D85437F-A78A-C478-B737-30CB8E4DB5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95000" y="2646400"/>
                <a:ext cx="0" cy="710221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00">
                    <a:lumMod val="50000"/>
                    <a:lumOff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100" name="Isosceles Triangle 99">
                <a:extLst>
                  <a:ext uri="{FF2B5EF4-FFF2-40B4-BE49-F238E27FC236}">
                    <a16:creationId xmlns:a16="http://schemas.microsoft.com/office/drawing/2014/main" id="{9446D169-29BF-EC26-B542-3B3E72A188F8}"/>
                  </a:ext>
                </a:extLst>
              </p:cNvPr>
              <p:cNvSpPr/>
              <p:nvPr/>
            </p:nvSpPr>
            <p:spPr>
              <a:xfrm rot="10800000">
                <a:off x="4472597" y="3344073"/>
                <a:ext cx="244805" cy="213706"/>
              </a:xfrm>
              <a:prstGeom prst="triangle">
                <a:avLst/>
              </a:prstGeom>
              <a:solidFill>
                <a:srgbClr val="FFFFFF">
                  <a:lumMod val="75000"/>
                </a:srgbClr>
              </a:solidFill>
              <a:ln w="19050" cap="flat" cmpd="sng" algn="ctr">
                <a:solidFill>
                  <a:srgbClr val="000000">
                    <a:lumMod val="50000"/>
                    <a:lumOff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46A879D-78B6-E7A4-235F-7E3F4E34090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305452" y="5339913"/>
              <a:ext cx="277546" cy="0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89FA915-310A-8A30-C03F-E96DBAE2CD3D}"/>
                </a:ext>
              </a:extLst>
            </p:cNvPr>
            <p:cNvGrpSpPr/>
            <p:nvPr/>
          </p:nvGrpSpPr>
          <p:grpSpPr>
            <a:xfrm rot="16200000">
              <a:off x="1304995" y="4969089"/>
              <a:ext cx="278460" cy="185640"/>
              <a:chOff x="8977745" y="2743201"/>
              <a:chExt cx="609592" cy="406395"/>
            </a:xfrm>
          </p:grpSpPr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1ADA0287-EF4A-564D-9A5A-60F22009CCD8}"/>
                  </a:ext>
                </a:extLst>
              </p:cNvPr>
              <p:cNvSpPr/>
              <p:nvPr/>
            </p:nvSpPr>
            <p:spPr>
              <a:xfrm>
                <a:off x="8977745" y="2743201"/>
                <a:ext cx="406395" cy="406395"/>
              </a:xfrm>
              <a:prstGeom prst="ellipse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BE11F504-E5C0-3E44-15DC-30170B540BCC}"/>
                  </a:ext>
                </a:extLst>
              </p:cNvPr>
              <p:cNvSpPr/>
              <p:nvPr/>
            </p:nvSpPr>
            <p:spPr>
              <a:xfrm>
                <a:off x="9180942" y="2743201"/>
                <a:ext cx="406395" cy="406395"/>
              </a:xfrm>
              <a:prstGeom prst="ellipse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</p:grp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19F8C6C-4E48-6BB2-A14A-82D515D7792F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182285" y="4660739"/>
              <a:ext cx="520811" cy="3069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FC53066-B02A-4EA8-D5FB-1F36A975C237}"/>
                </a:ext>
              </a:extLst>
            </p:cNvPr>
            <p:cNvSpPr/>
            <p:nvPr/>
          </p:nvSpPr>
          <p:spPr>
            <a:xfrm rot="16200000">
              <a:off x="1396564" y="4653927"/>
              <a:ext cx="95321" cy="124651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pic>
          <p:nvPicPr>
            <p:cNvPr id="65" name="Picture 10" descr="Phone Battery Icon Full Battery Stock Illustration 1578448333 | Shutterstock">
              <a:extLst>
                <a:ext uri="{FF2B5EF4-FFF2-40B4-BE49-F238E27FC236}">
                  <a16:creationId xmlns:a16="http://schemas.microsoft.com/office/drawing/2014/main" id="{FD771F4E-1D39-3146-CC04-D8CA940ED03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99" t="23031" r="6645" b="30950"/>
            <a:stretch/>
          </p:blipFill>
          <p:spPr bwMode="auto">
            <a:xfrm rot="16200000">
              <a:off x="1083564" y="5528471"/>
              <a:ext cx="715184" cy="418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8A7989CD-E93C-32DA-D77B-E71EA54CF91C}"/>
                </a:ext>
              </a:extLst>
            </p:cNvPr>
            <p:cNvSpPr/>
            <p:nvPr/>
          </p:nvSpPr>
          <p:spPr>
            <a:xfrm>
              <a:off x="637184" y="1945454"/>
              <a:ext cx="575723" cy="575723"/>
            </a:xfrm>
            <a:prstGeom prst="ellipse">
              <a:avLst/>
            </a:prstGeom>
            <a:solidFill>
              <a:srgbClr val="FFFFFF">
                <a:lumMod val="75000"/>
              </a:srgbClr>
            </a:solidFill>
            <a:ln w="19050" cap="flat" cmpd="sng" algn="ctr">
              <a:solidFill>
                <a:srgbClr val="F4F4F4">
                  <a:lumMod val="2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</a:t>
              </a: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CDFD948-B783-DEB9-50AB-BD62560F20F1}"/>
                </a:ext>
              </a:extLst>
            </p:cNvPr>
            <p:cNvCxnSpPr>
              <a:cxnSpLocks/>
            </p:cNvCxnSpPr>
            <p:nvPr/>
          </p:nvCxnSpPr>
          <p:spPr>
            <a:xfrm>
              <a:off x="614964" y="4401869"/>
              <a:ext cx="1946709" cy="32596"/>
            </a:xfrm>
            <a:prstGeom prst="line">
              <a:avLst/>
            </a:prstGeom>
            <a:noFill/>
            <a:ln w="762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1757149-E910-31B4-F2C6-07CB6C1C6D5E}"/>
                </a:ext>
              </a:extLst>
            </p:cNvPr>
            <p:cNvCxnSpPr>
              <a:cxnSpLocks/>
              <a:endCxn id="66" idx="4"/>
            </p:cNvCxnSpPr>
            <p:nvPr/>
          </p:nvCxnSpPr>
          <p:spPr>
            <a:xfrm flipV="1">
              <a:off x="925046" y="2521177"/>
              <a:ext cx="0" cy="304784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3F1799D-DD01-E873-A8B9-7D99DE6DE09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93453" y="5339913"/>
              <a:ext cx="277546" cy="0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C704C467-864E-4B10-AF58-22ED59DC4FC9}"/>
                </a:ext>
              </a:extLst>
            </p:cNvPr>
            <p:cNvGrpSpPr/>
            <p:nvPr/>
          </p:nvGrpSpPr>
          <p:grpSpPr>
            <a:xfrm rot="16200000">
              <a:off x="692997" y="4969090"/>
              <a:ext cx="278460" cy="185640"/>
              <a:chOff x="8977745" y="2743201"/>
              <a:chExt cx="609592" cy="406395"/>
            </a:xfrm>
          </p:grpSpPr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7D14392F-3900-229A-A7FE-AA83DD066860}"/>
                  </a:ext>
                </a:extLst>
              </p:cNvPr>
              <p:cNvSpPr/>
              <p:nvPr/>
            </p:nvSpPr>
            <p:spPr>
              <a:xfrm>
                <a:off x="8977745" y="2743201"/>
                <a:ext cx="406395" cy="406395"/>
              </a:xfrm>
              <a:prstGeom prst="ellipse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184E0030-8AD2-9B6B-D8D4-3BD97DAD591D}"/>
                  </a:ext>
                </a:extLst>
              </p:cNvPr>
              <p:cNvSpPr/>
              <p:nvPr/>
            </p:nvSpPr>
            <p:spPr>
              <a:xfrm>
                <a:off x="9180942" y="2743201"/>
                <a:ext cx="406395" cy="406395"/>
              </a:xfrm>
              <a:prstGeom prst="ellipse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</p:grp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ADCDB3F-6CB2-9D82-F21B-A00D7B9961E0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70287" y="4660740"/>
              <a:ext cx="520811" cy="3069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2CAB016-4A34-4007-EA06-B7ECAFDA6FB3}"/>
                </a:ext>
              </a:extLst>
            </p:cNvPr>
            <p:cNvSpPr/>
            <p:nvPr/>
          </p:nvSpPr>
          <p:spPr>
            <a:xfrm rot="16200000">
              <a:off x="784565" y="4653927"/>
              <a:ext cx="95321" cy="124651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D77651F5-3FD9-12D1-6FB7-1BEBAE7A2B40}"/>
                </a:ext>
              </a:extLst>
            </p:cNvPr>
            <p:cNvGrpSpPr/>
            <p:nvPr/>
          </p:nvGrpSpPr>
          <p:grpSpPr>
            <a:xfrm>
              <a:off x="663824" y="5442110"/>
              <a:ext cx="338408" cy="527518"/>
              <a:chOff x="1468576" y="3066471"/>
              <a:chExt cx="314036" cy="489526"/>
            </a:xfrm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09A7714A-777B-235E-E95A-1038ABA1E2F7}"/>
                  </a:ext>
                </a:extLst>
              </p:cNvPr>
              <p:cNvSpPr/>
              <p:nvPr/>
            </p:nvSpPr>
            <p:spPr>
              <a:xfrm>
                <a:off x="1468576" y="3071090"/>
                <a:ext cx="314036" cy="484907"/>
              </a:xfrm>
              <a:prstGeom prst="rect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  <p:sp>
            <p:nvSpPr>
              <p:cNvPr id="94" name="Isosceles Triangle 93">
                <a:extLst>
                  <a:ext uri="{FF2B5EF4-FFF2-40B4-BE49-F238E27FC236}">
                    <a16:creationId xmlns:a16="http://schemas.microsoft.com/office/drawing/2014/main" id="{810DED10-7EBB-3332-366C-7B274087323E}"/>
                  </a:ext>
                </a:extLst>
              </p:cNvPr>
              <p:cNvSpPr/>
              <p:nvPr/>
            </p:nvSpPr>
            <p:spPr>
              <a:xfrm rot="10800000">
                <a:off x="1468582" y="3066471"/>
                <a:ext cx="314029" cy="230912"/>
              </a:xfrm>
              <a:prstGeom prst="triangle">
                <a:avLst/>
              </a:prstGeom>
              <a:solidFill>
                <a:srgbClr val="0F9ED5">
                  <a:lumMod val="40000"/>
                  <a:lumOff val="60000"/>
                </a:srgbClr>
              </a:solidFill>
              <a:ln w="1905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</p:grp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3B864B3C-E61D-8B04-5C53-07E6624C6382}"/>
                </a:ext>
              </a:extLst>
            </p:cNvPr>
            <p:cNvSpPr/>
            <p:nvPr/>
          </p:nvSpPr>
          <p:spPr>
            <a:xfrm>
              <a:off x="1834829" y="1103875"/>
              <a:ext cx="575723" cy="575723"/>
            </a:xfrm>
            <a:prstGeom prst="ellipse">
              <a:avLst/>
            </a:prstGeom>
            <a:solidFill>
              <a:srgbClr val="FFFFFF">
                <a:lumMod val="75000"/>
              </a:srgbClr>
            </a:solidFill>
            <a:ln w="19050" cap="flat" cmpd="sng" algn="ctr">
              <a:solidFill>
                <a:srgbClr val="F4F4F4">
                  <a:lumMod val="2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</a:t>
              </a: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03E3C14-65F2-A936-9D97-E36D34A888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7516" y="2811508"/>
              <a:ext cx="0" cy="1606659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7CF09C1-CD13-0A99-E958-3C71382C5764}"/>
                </a:ext>
              </a:extLst>
            </p:cNvPr>
            <p:cNvCxnSpPr>
              <a:cxnSpLocks/>
            </p:cNvCxnSpPr>
            <p:nvPr/>
          </p:nvCxnSpPr>
          <p:spPr>
            <a:xfrm>
              <a:off x="737139" y="2806159"/>
              <a:ext cx="2215758" cy="19801"/>
            </a:xfrm>
            <a:prstGeom prst="line">
              <a:avLst/>
            </a:prstGeom>
            <a:noFill/>
            <a:ln w="762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D10ABDD-CD6F-A7EE-C5EE-FFB211F59F64}"/>
                </a:ext>
              </a:extLst>
            </p:cNvPr>
            <p:cNvCxnSpPr>
              <a:cxnSpLocks/>
              <a:endCxn id="74" idx="4"/>
            </p:cNvCxnSpPr>
            <p:nvPr/>
          </p:nvCxnSpPr>
          <p:spPr>
            <a:xfrm flipH="1" flipV="1">
              <a:off x="2122690" y="1679598"/>
              <a:ext cx="8584" cy="1131910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047443-2D47-FC1C-FA0B-5AACFC35F03E}"/>
                </a:ext>
              </a:extLst>
            </p:cNvPr>
            <p:cNvSpPr/>
            <p:nvPr/>
          </p:nvSpPr>
          <p:spPr>
            <a:xfrm rot="16200000">
              <a:off x="1766595" y="4189609"/>
              <a:ext cx="95321" cy="124651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558BB68-E108-DBB3-BC90-87B363B7CDB8}"/>
                </a:ext>
              </a:extLst>
            </p:cNvPr>
            <p:cNvSpPr/>
            <p:nvPr/>
          </p:nvSpPr>
          <p:spPr>
            <a:xfrm rot="16200000">
              <a:off x="876908" y="2603114"/>
              <a:ext cx="95321" cy="124651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A9CBF28A-9FF4-F2F4-E10F-F08DF38BB9B3}"/>
                </a:ext>
              </a:extLst>
            </p:cNvPr>
            <p:cNvSpPr/>
            <p:nvPr/>
          </p:nvSpPr>
          <p:spPr>
            <a:xfrm rot="16200000">
              <a:off x="1759856" y="2915032"/>
              <a:ext cx="95321" cy="124651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D2DCC90-9EE6-99EB-C5C9-66A85925B1CF}"/>
                </a:ext>
              </a:extLst>
            </p:cNvPr>
            <p:cNvSpPr/>
            <p:nvPr/>
          </p:nvSpPr>
          <p:spPr>
            <a:xfrm rot="16200000">
              <a:off x="2083614" y="2601028"/>
              <a:ext cx="95321" cy="124651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C53732DE-CAC6-7120-F40F-9D69B5DC5D57}"/>
                </a:ext>
              </a:extLst>
            </p:cNvPr>
            <p:cNvCxnSpPr>
              <a:cxnSpLocks/>
            </p:cNvCxnSpPr>
            <p:nvPr/>
          </p:nvCxnSpPr>
          <p:spPr>
            <a:xfrm>
              <a:off x="1834829" y="1803121"/>
              <a:ext cx="535647" cy="5350"/>
            </a:xfrm>
            <a:prstGeom prst="line">
              <a:avLst/>
            </a:prstGeom>
            <a:noFill/>
            <a:ln w="762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868448C4-DCB6-BA66-B720-D5E3E79286F9}"/>
                </a:ext>
              </a:extLst>
            </p:cNvPr>
            <p:cNvSpPr/>
            <p:nvPr/>
          </p:nvSpPr>
          <p:spPr>
            <a:xfrm rot="16200000">
              <a:off x="2083614" y="1884994"/>
              <a:ext cx="95321" cy="124651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DA8FCE3-0FDD-2253-EE77-098D726F7DC6}"/>
                </a:ext>
              </a:extLst>
            </p:cNvPr>
            <p:cNvSpPr txBox="1"/>
            <p:nvPr/>
          </p:nvSpPr>
          <p:spPr>
            <a:xfrm>
              <a:off x="2618650" y="3626467"/>
              <a:ext cx="328311" cy="215444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7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ource Sans 3 Light" panose="020B0403030403020204" pitchFamily="34" charset="0"/>
                </a:rPr>
                <a:t>Load</a:t>
              </a:r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137E09A1-95A3-23BC-1E7F-A18A684ACA63}"/>
                </a:ext>
              </a:extLst>
            </p:cNvPr>
            <p:cNvGrpSpPr/>
            <p:nvPr/>
          </p:nvGrpSpPr>
          <p:grpSpPr>
            <a:xfrm>
              <a:off x="2624586" y="2830105"/>
              <a:ext cx="194343" cy="723516"/>
              <a:chOff x="4472597" y="2646400"/>
              <a:chExt cx="244805" cy="911379"/>
            </a:xfrm>
          </p:grpSpPr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1CBA4768-1DDE-7E5B-2CBB-325386719F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95000" y="2646400"/>
                <a:ext cx="0" cy="710221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00">
                    <a:lumMod val="50000"/>
                    <a:lumOff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92" name="Isosceles Triangle 91">
                <a:extLst>
                  <a:ext uri="{FF2B5EF4-FFF2-40B4-BE49-F238E27FC236}">
                    <a16:creationId xmlns:a16="http://schemas.microsoft.com/office/drawing/2014/main" id="{8D745002-0B0D-61DF-146B-2DA42DE5914F}"/>
                  </a:ext>
                </a:extLst>
              </p:cNvPr>
              <p:cNvSpPr/>
              <p:nvPr/>
            </p:nvSpPr>
            <p:spPr>
              <a:xfrm rot="10800000">
                <a:off x="4472597" y="3344073"/>
                <a:ext cx="244805" cy="213706"/>
              </a:xfrm>
              <a:prstGeom prst="triangle">
                <a:avLst/>
              </a:prstGeom>
              <a:solidFill>
                <a:srgbClr val="FFFFFF">
                  <a:lumMod val="75000"/>
                </a:srgbClr>
              </a:solidFill>
              <a:ln w="19050" cap="flat" cmpd="sng" algn="ctr">
                <a:solidFill>
                  <a:srgbClr val="000000">
                    <a:lumMod val="50000"/>
                    <a:lumOff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924B4179-2700-FCDE-05EC-838652C859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6241" y="2806762"/>
              <a:ext cx="0" cy="1590360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89ACF36D-F3D3-267B-3764-A3EC511462CF}"/>
                </a:ext>
              </a:extLst>
            </p:cNvPr>
            <p:cNvSpPr/>
            <p:nvPr/>
          </p:nvSpPr>
          <p:spPr>
            <a:xfrm rot="16200000">
              <a:off x="1215319" y="4184862"/>
              <a:ext cx="95321" cy="124651"/>
            </a:xfrm>
            <a:prstGeom prst="rect">
              <a:avLst/>
            </a:prstGeom>
            <a:solidFill>
              <a:srgbClr val="92D050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66D97DD1-AF1B-D2BE-8DD3-2258C92006F8}"/>
                </a:ext>
              </a:extLst>
            </p:cNvPr>
            <p:cNvSpPr/>
            <p:nvPr/>
          </p:nvSpPr>
          <p:spPr>
            <a:xfrm rot="16200000">
              <a:off x="1208581" y="2910286"/>
              <a:ext cx="95321" cy="124651"/>
            </a:xfrm>
            <a:prstGeom prst="rect">
              <a:avLst/>
            </a:prstGeom>
            <a:solidFill>
              <a:srgbClr val="92D050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4844EC45-970E-9BF4-5174-8F5CD8CE2063}"/>
                </a:ext>
              </a:extLst>
            </p:cNvPr>
            <p:cNvSpPr/>
            <p:nvPr/>
          </p:nvSpPr>
          <p:spPr>
            <a:xfrm rot="16200000">
              <a:off x="2677813" y="2906104"/>
              <a:ext cx="95321" cy="124651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B87D002B-839C-82E4-4670-4F3447548AF1}"/>
                </a:ext>
              </a:extLst>
            </p:cNvPr>
            <p:cNvSpPr/>
            <p:nvPr/>
          </p:nvSpPr>
          <p:spPr>
            <a:xfrm rot="16200000">
              <a:off x="2164989" y="4511008"/>
              <a:ext cx="95321" cy="124651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</p:grpSp>
      <p:sp>
        <p:nvSpPr>
          <p:cNvPr id="101" name="Lightning Bolt 100">
            <a:extLst>
              <a:ext uri="{FF2B5EF4-FFF2-40B4-BE49-F238E27FC236}">
                <a16:creationId xmlns:a16="http://schemas.microsoft.com/office/drawing/2014/main" id="{5B00E175-B43F-FED4-1E1F-B06C0233EB2C}"/>
              </a:ext>
            </a:extLst>
          </p:cNvPr>
          <p:cNvSpPr/>
          <p:nvPr/>
        </p:nvSpPr>
        <p:spPr>
          <a:xfrm>
            <a:off x="862243" y="3297582"/>
            <a:ext cx="338411" cy="407711"/>
          </a:xfrm>
          <a:prstGeom prst="lightningBolt">
            <a:avLst/>
          </a:prstGeom>
          <a:solidFill>
            <a:srgbClr val="FF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734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54A3172-EF38-E78B-1124-CA0350C2B633}"/>
              </a:ext>
            </a:extLst>
          </p:cNvPr>
          <p:cNvSpPr/>
          <p:nvPr/>
        </p:nvSpPr>
        <p:spPr>
          <a:xfrm>
            <a:off x="1035577" y="2543175"/>
            <a:ext cx="7195128" cy="30286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375DDF-AA63-B26C-0866-63DAD2CA8DE0}"/>
              </a:ext>
            </a:extLst>
          </p:cNvPr>
          <p:cNvSpPr/>
          <p:nvPr/>
        </p:nvSpPr>
        <p:spPr>
          <a:xfrm>
            <a:off x="2148559" y="3753009"/>
            <a:ext cx="1819564" cy="4020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3"/>
                </a:solidFill>
              </a:rPr>
              <a:t>Machine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4E9742-D4AA-5384-1E79-57A9AAD2ACFE}"/>
              </a:ext>
            </a:extLst>
          </p:cNvPr>
          <p:cNvSpPr/>
          <p:nvPr/>
        </p:nvSpPr>
        <p:spPr>
          <a:xfrm>
            <a:off x="2148560" y="4321168"/>
            <a:ext cx="1819563" cy="4020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3"/>
                </a:solidFill>
              </a:rPr>
              <a:t>Current Limiting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814BD9-133C-0127-CE60-C6A9044B245A}"/>
              </a:ext>
            </a:extLst>
          </p:cNvPr>
          <p:cNvSpPr/>
          <p:nvPr/>
        </p:nvSpPr>
        <p:spPr>
          <a:xfrm>
            <a:off x="2148559" y="5026428"/>
            <a:ext cx="3860800" cy="33296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5"/>
                </a:solidFill>
              </a:rPr>
              <a:t>Circuit Controls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21DB85-EEB7-395F-A3B0-81B295F4E1B3}"/>
              </a:ext>
            </a:extLst>
          </p:cNvPr>
          <p:cNvSpPr/>
          <p:nvPr/>
        </p:nvSpPr>
        <p:spPr>
          <a:xfrm>
            <a:off x="4189794" y="3753009"/>
            <a:ext cx="1819564" cy="40207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70C0"/>
                </a:solidFill>
              </a:rPr>
              <a:t>Current Source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738BD9-6A9E-897A-C5BD-80FD5DDB2017}"/>
              </a:ext>
            </a:extLst>
          </p:cNvPr>
          <p:cNvSpPr/>
          <p:nvPr/>
        </p:nvSpPr>
        <p:spPr>
          <a:xfrm>
            <a:off x="6231031" y="4321168"/>
            <a:ext cx="1819564" cy="40207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5"/>
                </a:solidFill>
              </a:rPr>
              <a:t>Modes and protection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6A3992-F9C4-3A73-37E1-BA43F43D0265}"/>
              </a:ext>
            </a:extLst>
          </p:cNvPr>
          <p:cNvSpPr/>
          <p:nvPr/>
        </p:nvSpPr>
        <p:spPr>
          <a:xfrm>
            <a:off x="4189795" y="4321168"/>
            <a:ext cx="1819564" cy="40207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70C0"/>
                </a:solidFill>
              </a:rPr>
              <a:t>Ac Monitor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74D5D5-E7D1-F216-8440-0BE425E1F562}"/>
              </a:ext>
            </a:extLst>
          </p:cNvPr>
          <p:cNvSpPr/>
          <p:nvPr/>
        </p:nvSpPr>
        <p:spPr>
          <a:xfrm>
            <a:off x="6231030" y="3191323"/>
            <a:ext cx="1819564" cy="40207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70C0"/>
                </a:solidFill>
              </a:rPr>
              <a:t>Ac Checks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3708CC-561E-F9CE-4375-BA7E6E663755}"/>
              </a:ext>
            </a:extLst>
          </p:cNvPr>
          <p:cNvSpPr/>
          <p:nvPr/>
        </p:nvSpPr>
        <p:spPr>
          <a:xfrm>
            <a:off x="2143941" y="2622964"/>
            <a:ext cx="5902037" cy="32273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70C0"/>
                </a:solidFill>
              </a:rPr>
              <a:t>Controls Interface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FA07C2-82C2-86E7-711E-177BA17BB158}"/>
              </a:ext>
            </a:extLst>
          </p:cNvPr>
          <p:cNvSpPr/>
          <p:nvPr/>
        </p:nvSpPr>
        <p:spPr>
          <a:xfrm>
            <a:off x="4189794" y="3191323"/>
            <a:ext cx="1819564" cy="40207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70C0"/>
                </a:solidFill>
              </a:rPr>
              <a:t>Dc Voltage Control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B25962-9117-5599-BB19-A6E26621A837}"/>
              </a:ext>
            </a:extLst>
          </p:cNvPr>
          <p:cNvSpPr/>
          <p:nvPr/>
        </p:nvSpPr>
        <p:spPr>
          <a:xfrm rot="16200000">
            <a:off x="200761" y="3633273"/>
            <a:ext cx="2736433" cy="71581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5"/>
                </a:solidFill>
              </a:rPr>
              <a:t>Diagnostics Interface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D489C4-C473-9C33-D188-0A48CAE89E0A}"/>
              </a:ext>
            </a:extLst>
          </p:cNvPr>
          <p:cNvSpPr/>
          <p:nvPr/>
        </p:nvSpPr>
        <p:spPr>
          <a:xfrm>
            <a:off x="2143941" y="1609725"/>
            <a:ext cx="5902037" cy="44828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70C0"/>
                </a:solidFill>
              </a:rPr>
              <a:t>Plant Controller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BFABEAC-6C6E-D783-EA64-A5F0F56E080B}"/>
              </a:ext>
            </a:extLst>
          </p:cNvPr>
          <p:cNvCxnSpPr>
            <a:cxnSpLocks/>
          </p:cNvCxnSpPr>
          <p:nvPr/>
        </p:nvCxnSpPr>
        <p:spPr>
          <a:xfrm>
            <a:off x="2148558" y="4855728"/>
            <a:ext cx="5902037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20CF5B-2592-88BB-19C3-E850DE4846F7}"/>
              </a:ext>
            </a:extLst>
          </p:cNvPr>
          <p:cNvCxnSpPr>
            <a:cxnSpLocks/>
          </p:cNvCxnSpPr>
          <p:nvPr/>
        </p:nvCxnSpPr>
        <p:spPr>
          <a:xfrm>
            <a:off x="2143941" y="3078184"/>
            <a:ext cx="5902037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AAC2FD5-D5A0-1B68-3272-5626F82B5A54}"/>
              </a:ext>
            </a:extLst>
          </p:cNvPr>
          <p:cNvSpPr txBox="1"/>
          <p:nvPr/>
        </p:nvSpPr>
        <p:spPr>
          <a:xfrm>
            <a:off x="940327" y="2235963"/>
            <a:ext cx="22167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Inverter controller</a:t>
            </a: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0203FFDA-A4ED-0F93-88C7-F21198AD95C5}"/>
              </a:ext>
            </a:extLst>
          </p:cNvPr>
          <p:cNvSpPr/>
          <p:nvPr/>
        </p:nvSpPr>
        <p:spPr>
          <a:xfrm>
            <a:off x="8406193" y="3214845"/>
            <a:ext cx="353291" cy="155804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E8399F-CEB5-B1C9-825C-8ABD4E31326E}"/>
              </a:ext>
            </a:extLst>
          </p:cNvPr>
          <p:cNvSpPr txBox="1"/>
          <p:nvPr/>
        </p:nvSpPr>
        <p:spPr>
          <a:xfrm>
            <a:off x="8803307" y="3763035"/>
            <a:ext cx="1623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Grid-interactive controls layer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42E610-3334-3F6D-8F35-82A495B1599E}"/>
              </a:ext>
            </a:extLst>
          </p:cNvPr>
          <p:cNvSpPr/>
          <p:nvPr/>
        </p:nvSpPr>
        <p:spPr>
          <a:xfrm>
            <a:off x="6231031" y="5021811"/>
            <a:ext cx="1819564" cy="33296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5"/>
                </a:solidFill>
              </a:rPr>
              <a:t>Hardware Protection</a:t>
            </a: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D5264C2D-A2F0-9CDD-4AC4-108B26BF7377}"/>
              </a:ext>
            </a:extLst>
          </p:cNvPr>
          <p:cNvSpPr/>
          <p:nvPr/>
        </p:nvSpPr>
        <p:spPr>
          <a:xfrm>
            <a:off x="8406192" y="5040665"/>
            <a:ext cx="353291" cy="42033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B5A3BF-C89B-1CEF-BB33-E44D3ABAB019}"/>
              </a:ext>
            </a:extLst>
          </p:cNvPr>
          <p:cNvSpPr txBox="1"/>
          <p:nvPr/>
        </p:nvSpPr>
        <p:spPr>
          <a:xfrm>
            <a:off x="8842990" y="5030852"/>
            <a:ext cx="1215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Circuit controls layer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43CA101-C96B-D1F2-862D-C2FF347E5975}"/>
              </a:ext>
            </a:extLst>
          </p:cNvPr>
          <p:cNvSpPr/>
          <p:nvPr/>
        </p:nvSpPr>
        <p:spPr>
          <a:xfrm>
            <a:off x="9094807" y="1578122"/>
            <a:ext cx="1858943" cy="5911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3"/>
                </a:solidFill>
              </a:rPr>
              <a:t>Grid-forming essentials</a:t>
            </a:r>
          </a:p>
          <a:p>
            <a:pPr algn="ctr"/>
            <a:r>
              <a:rPr lang="en-US" sz="1050" dirty="0">
                <a:solidFill>
                  <a:schemeClr val="accent3"/>
                </a:solidFill>
              </a:rPr>
              <a:t>(must harmonize)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106E21-329E-34C8-925B-9339BF46ADF4}"/>
              </a:ext>
            </a:extLst>
          </p:cNvPr>
          <p:cNvSpPr/>
          <p:nvPr/>
        </p:nvSpPr>
        <p:spPr>
          <a:xfrm>
            <a:off x="9094807" y="2230360"/>
            <a:ext cx="1858943" cy="53061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70C0"/>
                </a:solidFill>
              </a:rPr>
              <a:t>Companion algorithm</a:t>
            </a:r>
          </a:p>
          <a:p>
            <a:pPr algn="ctr"/>
            <a:r>
              <a:rPr lang="en-US" sz="1050" dirty="0">
                <a:solidFill>
                  <a:srgbClr val="0070C0"/>
                </a:solidFill>
              </a:rPr>
              <a:t>(valuable to harmonize)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9CAE90C-9651-ACE0-5982-6E67B3DA1DBE}"/>
              </a:ext>
            </a:extLst>
          </p:cNvPr>
          <p:cNvSpPr/>
          <p:nvPr/>
        </p:nvSpPr>
        <p:spPr>
          <a:xfrm>
            <a:off x="9094807" y="2817357"/>
            <a:ext cx="1858943" cy="52165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7030A0"/>
                </a:solidFill>
              </a:rPr>
              <a:t>Design-specific</a:t>
            </a:r>
          </a:p>
          <a:p>
            <a:pPr algn="ctr"/>
            <a:r>
              <a:rPr lang="en-US" sz="1050" dirty="0">
                <a:solidFill>
                  <a:srgbClr val="7030A0"/>
                </a:solidFill>
              </a:rPr>
              <a:t>(highly custom)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911D93-BD52-4AC8-34CC-5DFF5576E903}"/>
              </a:ext>
            </a:extLst>
          </p:cNvPr>
          <p:cNvSpPr txBox="1"/>
          <p:nvPr/>
        </p:nvSpPr>
        <p:spPr>
          <a:xfrm>
            <a:off x="9094808" y="1270345"/>
            <a:ext cx="1578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Legend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EC07D2-7880-67B4-0729-D10316066113}"/>
              </a:ext>
            </a:extLst>
          </p:cNvPr>
          <p:cNvSpPr/>
          <p:nvPr/>
        </p:nvSpPr>
        <p:spPr>
          <a:xfrm>
            <a:off x="6231031" y="3762824"/>
            <a:ext cx="1819564" cy="40207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70C0"/>
                </a:solidFill>
              </a:rPr>
              <a:t>Power Limiter</a:t>
            </a:r>
          </a:p>
        </p:txBody>
      </p:sp>
    </p:spTree>
    <p:extLst>
      <p:ext uri="{BB962C8B-B14F-4D97-AF65-F5344CB8AC3E}">
        <p14:creationId xmlns:p14="http://schemas.microsoft.com/office/powerpoint/2010/main" val="1867221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FE9C525A-9867-5C1E-ECFA-3610D39D6782}"/>
              </a:ext>
            </a:extLst>
          </p:cNvPr>
          <p:cNvSpPr/>
          <p:nvPr/>
        </p:nvSpPr>
        <p:spPr>
          <a:xfrm>
            <a:off x="3700910" y="2799532"/>
            <a:ext cx="4324350" cy="153375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66EA5881-1CB2-0B0A-9FAD-1E7C0C7EEB19}"/>
              </a:ext>
            </a:extLst>
          </p:cNvPr>
          <p:cNvSpPr/>
          <p:nvPr/>
        </p:nvSpPr>
        <p:spPr>
          <a:xfrm>
            <a:off x="3733800" y="1181100"/>
            <a:ext cx="4324350" cy="153375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26CA6EC-9C39-7BF2-70CC-61996427336D}"/>
              </a:ext>
            </a:extLst>
          </p:cNvPr>
          <p:cNvGrpSpPr/>
          <p:nvPr/>
        </p:nvGrpSpPr>
        <p:grpSpPr>
          <a:xfrm>
            <a:off x="3949781" y="1352841"/>
            <a:ext cx="3779456" cy="1260437"/>
            <a:chOff x="1351743" y="4005589"/>
            <a:chExt cx="6203428" cy="206882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72F6F4B3-F15E-16F0-9921-715EA42E957E}"/>
                </a:ext>
              </a:extLst>
            </p:cNvPr>
            <p:cNvSpPr/>
            <p:nvPr/>
          </p:nvSpPr>
          <p:spPr>
            <a:xfrm>
              <a:off x="1351743" y="4786946"/>
              <a:ext cx="693009" cy="675625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accent2"/>
                  </a:solidFill>
                </a:rPr>
                <a:t>~</a:t>
              </a:r>
              <a:endParaRPr lang="en-US" sz="700" dirty="0">
                <a:solidFill>
                  <a:schemeClr val="accent2"/>
                </a:solidFill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C7D8A9D-487A-7F41-F28A-D7E00694F6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98247" y="4129033"/>
              <a:ext cx="2864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6035030-B6D8-9154-035D-1EDFFBB543CD}"/>
                </a:ext>
              </a:extLst>
            </p:cNvPr>
            <p:cNvGrpSpPr/>
            <p:nvPr/>
          </p:nvGrpSpPr>
          <p:grpSpPr>
            <a:xfrm>
              <a:off x="1999080" y="4005589"/>
              <a:ext cx="1418997" cy="246888"/>
              <a:chOff x="6830568" y="2084592"/>
              <a:chExt cx="1418997" cy="246888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318DCAA6-CB00-FA46-904B-8B3EF453CC28}"/>
                  </a:ext>
                </a:extLst>
              </p:cNvPr>
              <p:cNvGrpSpPr/>
              <p:nvPr/>
            </p:nvGrpSpPr>
            <p:grpSpPr>
              <a:xfrm>
                <a:off x="6830568" y="2084592"/>
                <a:ext cx="683640" cy="246888"/>
                <a:chOff x="2551176" y="3154680"/>
                <a:chExt cx="2880360" cy="768096"/>
              </a:xfrm>
            </p:grpSpPr>
            <p:sp>
              <p:nvSpPr>
                <p:cNvPr id="33" name="Arc 32">
                  <a:extLst>
                    <a:ext uri="{FF2B5EF4-FFF2-40B4-BE49-F238E27FC236}">
                      <a16:creationId xmlns:a16="http://schemas.microsoft.com/office/drawing/2014/main" id="{92E6D480-29EB-DFAB-A95B-75A657AE7324}"/>
                    </a:ext>
                  </a:extLst>
                </p:cNvPr>
                <p:cNvSpPr/>
                <p:nvPr/>
              </p:nvSpPr>
              <p:spPr>
                <a:xfrm>
                  <a:off x="2551176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34" name="Arc 33">
                  <a:extLst>
                    <a:ext uri="{FF2B5EF4-FFF2-40B4-BE49-F238E27FC236}">
                      <a16:creationId xmlns:a16="http://schemas.microsoft.com/office/drawing/2014/main" id="{1EB70ABD-AF6B-0CB4-D0D2-AC003A7519BC}"/>
                    </a:ext>
                  </a:extLst>
                </p:cNvPr>
                <p:cNvSpPr/>
                <p:nvPr/>
              </p:nvSpPr>
              <p:spPr>
                <a:xfrm>
                  <a:off x="3255264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35" name="Arc 34">
                  <a:extLst>
                    <a:ext uri="{FF2B5EF4-FFF2-40B4-BE49-F238E27FC236}">
                      <a16:creationId xmlns:a16="http://schemas.microsoft.com/office/drawing/2014/main" id="{06E9FA79-A9D6-8351-B1CC-D3C420E15295}"/>
                    </a:ext>
                  </a:extLst>
                </p:cNvPr>
                <p:cNvSpPr/>
                <p:nvPr/>
              </p:nvSpPr>
              <p:spPr>
                <a:xfrm>
                  <a:off x="3959352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  <p:sp>
              <p:nvSpPr>
                <p:cNvPr id="36" name="Arc 35">
                  <a:extLst>
                    <a:ext uri="{FF2B5EF4-FFF2-40B4-BE49-F238E27FC236}">
                      <a16:creationId xmlns:a16="http://schemas.microsoft.com/office/drawing/2014/main" id="{031770C6-B747-7E4E-5569-71F64DC4E08A}"/>
                    </a:ext>
                  </a:extLst>
                </p:cNvPr>
                <p:cNvSpPr/>
                <p:nvPr/>
              </p:nvSpPr>
              <p:spPr>
                <a:xfrm>
                  <a:off x="4663440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AACA5F3B-AEE9-67FD-3A71-AED8BDC1C3C0}"/>
                  </a:ext>
                </a:extLst>
              </p:cNvPr>
              <p:cNvGrpSpPr/>
              <p:nvPr/>
            </p:nvGrpSpPr>
            <p:grpSpPr>
              <a:xfrm>
                <a:off x="7713062" y="2123454"/>
                <a:ext cx="326664" cy="169164"/>
                <a:chOff x="4521709" y="2816352"/>
                <a:chExt cx="2024480" cy="745236"/>
              </a:xfrm>
            </p:grpSpPr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E0F5D4A2-D252-63ED-4248-BBBD7E33DDEE}"/>
                    </a:ext>
                  </a:extLst>
                </p:cNvPr>
                <p:cNvCxnSpPr/>
                <p:nvPr/>
              </p:nvCxnSpPr>
              <p:spPr>
                <a:xfrm flipV="1">
                  <a:off x="4718304" y="2816352"/>
                  <a:ext cx="393192" cy="74523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2CFC8977-EDFD-F967-4EE3-E9AEBE925C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111496" y="2816352"/>
                  <a:ext cx="422453" cy="74523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73790A60-D523-2A65-12B5-A60AE758149F}"/>
                    </a:ext>
                  </a:extLst>
                </p:cNvPr>
                <p:cNvCxnSpPr/>
                <p:nvPr/>
              </p:nvCxnSpPr>
              <p:spPr>
                <a:xfrm flipV="1">
                  <a:off x="5533949" y="2816352"/>
                  <a:ext cx="393192" cy="74523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92749B76-72DD-4E8A-C1AC-765E443BE3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27141" y="2816352"/>
                  <a:ext cx="422453" cy="74523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D24ED5B5-3940-5101-4052-8C687DE429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49594" y="3188969"/>
                  <a:ext cx="196595" cy="37261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68F41339-012D-7C1A-4D8E-2B36359DA2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21709" y="3188970"/>
                  <a:ext cx="212198" cy="37261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5D47AF18-F9E3-F3DE-B071-96FB3FF0CD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03223" y="2208036"/>
                <a:ext cx="209839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14B816A7-4D34-25A9-0919-5BC841AEA8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39726" y="2208036"/>
                <a:ext cx="209839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1DBEAD8-A84D-E6BA-6AEA-7D355F916E57}"/>
                </a:ext>
              </a:extLst>
            </p:cNvPr>
            <p:cNvCxnSpPr>
              <a:cxnSpLocks/>
              <a:stCxn id="3" idx="0"/>
            </p:cNvCxnSpPr>
            <p:nvPr/>
          </p:nvCxnSpPr>
          <p:spPr>
            <a:xfrm flipV="1">
              <a:off x="1698248" y="4129033"/>
              <a:ext cx="0" cy="6579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4D41A67-EC6D-F96C-A38C-7A96DDADF30B}"/>
                </a:ext>
              </a:extLst>
            </p:cNvPr>
            <p:cNvSpPr/>
            <p:nvPr/>
          </p:nvSpPr>
          <p:spPr>
            <a:xfrm>
              <a:off x="5924786" y="4844572"/>
              <a:ext cx="693008" cy="67562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2F14090-F394-3C89-F9CD-83535A9AC2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99789" y="4122759"/>
              <a:ext cx="4155382" cy="0"/>
            </a:xfrm>
            <a:prstGeom prst="line">
              <a:avLst/>
            </a:prstGeom>
            <a:ln>
              <a:headEnd type="diamond" w="lg" len="lg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936611D-A89C-BE20-3A37-69F769A10645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6271290" y="4122758"/>
              <a:ext cx="0" cy="7218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E831382-FD0A-A46B-9B7B-8A2CA8E550DF}"/>
                </a:ext>
              </a:extLst>
            </p:cNvPr>
            <p:cNvCxnSpPr/>
            <p:nvPr/>
          </p:nvCxnSpPr>
          <p:spPr>
            <a:xfrm>
              <a:off x="6271290" y="5013500"/>
              <a:ext cx="0" cy="402782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30C0BCA-E88A-C267-B1B3-D4639C0AFF77}"/>
                </a:ext>
              </a:extLst>
            </p:cNvPr>
            <p:cNvCxnSpPr>
              <a:cxnSpLocks/>
            </p:cNvCxnSpPr>
            <p:nvPr/>
          </p:nvCxnSpPr>
          <p:spPr>
            <a:xfrm>
              <a:off x="3749268" y="4355755"/>
              <a:ext cx="5355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E28A9B5-2C14-4FDB-0E04-4F13CF1BEDB4}"/>
                </a:ext>
              </a:extLst>
            </p:cNvPr>
            <p:cNvCxnSpPr>
              <a:cxnSpLocks/>
            </p:cNvCxnSpPr>
            <p:nvPr/>
          </p:nvCxnSpPr>
          <p:spPr>
            <a:xfrm>
              <a:off x="6675498" y="4371424"/>
              <a:ext cx="55613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CC0519D-66D5-4B5D-CE5D-5D0DBA9292F5}"/>
                </a:ext>
              </a:extLst>
            </p:cNvPr>
            <p:cNvSpPr txBox="1"/>
            <p:nvPr/>
          </p:nvSpPr>
          <p:spPr>
            <a:xfrm>
              <a:off x="3528975" y="4388880"/>
              <a:ext cx="1085280" cy="416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i</a:t>
              </a:r>
              <a:r>
                <a:rPr lang="en-US" sz="1050" baseline="-25000" dirty="0"/>
                <a:t>machine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E02750D-782D-BDFF-BA5C-C38D88DF7283}"/>
                </a:ext>
              </a:extLst>
            </p:cNvPr>
            <p:cNvSpPr txBox="1"/>
            <p:nvPr/>
          </p:nvSpPr>
          <p:spPr>
            <a:xfrm>
              <a:off x="6675498" y="4355756"/>
              <a:ext cx="879673" cy="429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i</a:t>
              </a:r>
              <a:r>
                <a:rPr lang="en-US" sz="1050" baseline="-25000" dirty="0"/>
                <a:t>ref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F90B368-F9FB-BD12-FD4C-DA70BBDB673A}"/>
                </a:ext>
              </a:extLst>
            </p:cNvPr>
            <p:cNvSpPr txBox="1"/>
            <p:nvPr/>
          </p:nvSpPr>
          <p:spPr>
            <a:xfrm>
              <a:off x="5625361" y="5416283"/>
              <a:ext cx="879673" cy="429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rgbClr val="C00000"/>
                  </a:solidFill>
                </a:rPr>
                <a:t>i</a:t>
              </a:r>
              <a:r>
                <a:rPr lang="en-US" sz="1050" baseline="-25000" dirty="0">
                  <a:solidFill>
                    <a:srgbClr val="C00000"/>
                  </a:solidFill>
                </a:rPr>
                <a:t>excess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6D2F9A5-0E4B-9EA9-9231-54CE8FA5920D}"/>
                </a:ext>
              </a:extLst>
            </p:cNvPr>
            <p:cNvSpPr/>
            <p:nvPr/>
          </p:nvSpPr>
          <p:spPr>
            <a:xfrm>
              <a:off x="4677109" y="4840464"/>
              <a:ext cx="693008" cy="67562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1CA3769-920D-445C-14F4-7AD831613C79}"/>
                </a:ext>
              </a:extLst>
            </p:cNvPr>
            <p:cNvCxnSpPr>
              <a:cxnSpLocks/>
            </p:cNvCxnSpPr>
            <p:nvPr/>
          </p:nvCxnSpPr>
          <p:spPr>
            <a:xfrm>
              <a:off x="5022518" y="4122758"/>
              <a:ext cx="0" cy="72181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A9EED46-D32F-5C01-A02E-E38EB060EE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2518" y="4978417"/>
              <a:ext cx="0" cy="437865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E9B6870-81D6-1D97-CC31-3F157E261EB8}"/>
                </a:ext>
              </a:extLst>
            </p:cNvPr>
            <p:cNvSpPr txBox="1"/>
            <p:nvPr/>
          </p:nvSpPr>
          <p:spPr>
            <a:xfrm>
              <a:off x="4284836" y="5468209"/>
              <a:ext cx="1085280" cy="606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accent5"/>
                  </a:solidFill>
                </a:rPr>
                <a:t>Current source</a:t>
              </a:r>
              <a:endParaRPr lang="en-US" sz="900" baseline="-25000" dirty="0">
                <a:solidFill>
                  <a:schemeClr val="accent5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3D63084-B5FD-5E82-E2B5-920CBDDE92A6}"/>
                </a:ext>
              </a:extLst>
            </p:cNvPr>
            <p:cNvSpPr txBox="1"/>
            <p:nvPr/>
          </p:nvSpPr>
          <p:spPr>
            <a:xfrm>
              <a:off x="5146334" y="4374050"/>
              <a:ext cx="746537" cy="416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i</a:t>
              </a:r>
              <a:r>
                <a:rPr lang="en-US" sz="1050" baseline="-25000" dirty="0"/>
                <a:t>GFL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8AAC1CD-99EC-1056-D917-5ADFF00E6F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6945" y="4408035"/>
              <a:ext cx="0" cy="3170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C53A894-ADB5-0ABE-37DC-C512A4882609}"/>
                </a:ext>
              </a:extLst>
            </p:cNvPr>
            <p:cNvSpPr txBox="1"/>
            <p:nvPr/>
          </p:nvSpPr>
          <p:spPr>
            <a:xfrm>
              <a:off x="2148877" y="4840940"/>
              <a:ext cx="1181816" cy="606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accent1"/>
                  </a:solidFill>
                </a:rPr>
                <a:t>Machine model</a:t>
              </a:r>
              <a:endParaRPr lang="en-US" sz="900" baseline="-250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9FD148A-76BB-632B-E523-0A9BBDE9FB85}"/>
              </a:ext>
            </a:extLst>
          </p:cNvPr>
          <p:cNvGrpSpPr/>
          <p:nvPr/>
        </p:nvGrpSpPr>
        <p:grpSpPr>
          <a:xfrm>
            <a:off x="4661156" y="3062391"/>
            <a:ext cx="2178264" cy="1062065"/>
            <a:chOff x="6001672" y="2105603"/>
            <a:chExt cx="4121382" cy="2216729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AD56D06-2269-C6D9-CD01-00EE8B1CDCAC}"/>
                </a:ext>
              </a:extLst>
            </p:cNvPr>
            <p:cNvGrpSpPr/>
            <p:nvPr/>
          </p:nvGrpSpPr>
          <p:grpSpPr>
            <a:xfrm>
              <a:off x="6687128" y="2655165"/>
              <a:ext cx="822034" cy="1152237"/>
              <a:chOff x="6691460" y="2655165"/>
              <a:chExt cx="849745" cy="1152237"/>
            </a:xfrm>
          </p:grpSpPr>
          <p:sp>
            <p:nvSpPr>
              <p:cNvPr id="67" name="Flowchart: Decision 66">
                <a:extLst>
                  <a:ext uri="{FF2B5EF4-FFF2-40B4-BE49-F238E27FC236}">
                    <a16:creationId xmlns:a16="http://schemas.microsoft.com/office/drawing/2014/main" id="{216FBA53-BAD4-4FB0-24EC-CE85CA371D7B}"/>
                  </a:ext>
                </a:extLst>
              </p:cNvPr>
              <p:cNvSpPr/>
              <p:nvPr/>
            </p:nvSpPr>
            <p:spPr>
              <a:xfrm>
                <a:off x="6691460" y="2655165"/>
                <a:ext cx="849745" cy="1152237"/>
              </a:xfrm>
              <a:prstGeom prst="flowChartDecision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242532C1-9D5B-554E-26D6-480C29A7709B}"/>
                  </a:ext>
                </a:extLst>
              </p:cNvPr>
              <p:cNvCxnSpPr/>
              <p:nvPr/>
            </p:nvCxnSpPr>
            <p:spPr>
              <a:xfrm flipV="1">
                <a:off x="7116332" y="2931681"/>
                <a:ext cx="0" cy="59112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6696AB1-2F5F-D913-7216-751428F3FAF0}"/>
                </a:ext>
              </a:extLst>
            </p:cNvPr>
            <p:cNvGrpSpPr/>
            <p:nvPr/>
          </p:nvGrpSpPr>
          <p:grpSpPr>
            <a:xfrm>
              <a:off x="7841671" y="3608968"/>
              <a:ext cx="434111" cy="277090"/>
              <a:chOff x="4100945" y="3306618"/>
              <a:chExt cx="434111" cy="277090"/>
            </a:xfrm>
          </p:grpSpPr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55CE1D90-0ED8-21DD-7694-F250A381E93C}"/>
                  </a:ext>
                </a:extLst>
              </p:cNvPr>
              <p:cNvCxnSpPr/>
              <p:nvPr/>
            </p:nvCxnSpPr>
            <p:spPr>
              <a:xfrm>
                <a:off x="4100945" y="3306618"/>
                <a:ext cx="434110" cy="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66" name="Arc 65">
                <a:extLst>
                  <a:ext uri="{FF2B5EF4-FFF2-40B4-BE49-F238E27FC236}">
                    <a16:creationId xmlns:a16="http://schemas.microsoft.com/office/drawing/2014/main" id="{3781F7FA-9E5B-531E-6E41-B8E0E5F10FD1}"/>
                  </a:ext>
                </a:extLst>
              </p:cNvPr>
              <p:cNvSpPr/>
              <p:nvPr/>
            </p:nvSpPr>
            <p:spPr>
              <a:xfrm>
                <a:off x="4100946" y="3392057"/>
                <a:ext cx="434110" cy="191651"/>
              </a:xfrm>
              <a:prstGeom prst="arc">
                <a:avLst>
                  <a:gd name="adj1" fmla="val 10753069"/>
                  <a:gd name="adj2" fmla="val 0"/>
                </a:avLst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ABA4C9FD-28BF-DBE4-2622-66348CF61562}"/>
                </a:ext>
              </a:extLst>
            </p:cNvPr>
            <p:cNvGrpSpPr/>
            <p:nvPr/>
          </p:nvGrpSpPr>
          <p:grpSpPr>
            <a:xfrm>
              <a:off x="8802252" y="3221757"/>
              <a:ext cx="434111" cy="277090"/>
              <a:chOff x="4100945" y="3306618"/>
              <a:chExt cx="434111" cy="277090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127D9835-F23D-09F0-BDBD-7A5D77E9EBD9}"/>
                  </a:ext>
                </a:extLst>
              </p:cNvPr>
              <p:cNvCxnSpPr/>
              <p:nvPr/>
            </p:nvCxnSpPr>
            <p:spPr>
              <a:xfrm>
                <a:off x="4100945" y="3306618"/>
                <a:ext cx="43411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Arc 63">
                <a:extLst>
                  <a:ext uri="{FF2B5EF4-FFF2-40B4-BE49-F238E27FC236}">
                    <a16:creationId xmlns:a16="http://schemas.microsoft.com/office/drawing/2014/main" id="{DA404318-4F04-791E-3061-12B2E70AF180}"/>
                  </a:ext>
                </a:extLst>
              </p:cNvPr>
              <p:cNvSpPr/>
              <p:nvPr/>
            </p:nvSpPr>
            <p:spPr>
              <a:xfrm>
                <a:off x="4100946" y="3392057"/>
                <a:ext cx="434110" cy="191651"/>
              </a:xfrm>
              <a:prstGeom prst="arc">
                <a:avLst>
                  <a:gd name="adj1" fmla="val 10753069"/>
                  <a:gd name="adj2" fmla="val 0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</p:grp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23013B6-F337-C395-A67E-78AD69BFCD23}"/>
                </a:ext>
              </a:extLst>
            </p:cNvPr>
            <p:cNvCxnSpPr/>
            <p:nvPr/>
          </p:nvCxnSpPr>
          <p:spPr>
            <a:xfrm flipV="1">
              <a:off x="9019307" y="2105603"/>
              <a:ext cx="0" cy="1116154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90C68C6-6D41-3A31-08E0-917AC80D2412}"/>
                </a:ext>
              </a:extLst>
            </p:cNvPr>
            <p:cNvCxnSpPr>
              <a:cxnSpLocks/>
            </p:cNvCxnSpPr>
            <p:nvPr/>
          </p:nvCxnSpPr>
          <p:spPr>
            <a:xfrm>
              <a:off x="7107096" y="2114839"/>
              <a:ext cx="3015958" cy="0"/>
            </a:xfrm>
            <a:prstGeom prst="line">
              <a:avLst/>
            </a:prstGeom>
            <a:ln>
              <a:tailEnd type="diamon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CFA781A-DC51-47A1-3877-94D585431F1E}"/>
                </a:ext>
              </a:extLst>
            </p:cNvPr>
            <p:cNvCxnSpPr>
              <a:cxnSpLocks/>
            </p:cNvCxnSpPr>
            <p:nvPr/>
          </p:nvCxnSpPr>
          <p:spPr>
            <a:xfrm>
              <a:off x="7107096" y="4313093"/>
              <a:ext cx="2914359" cy="9239"/>
            </a:xfrm>
            <a:prstGeom prst="line">
              <a:avLst/>
            </a:prstGeom>
            <a:ln>
              <a:tailEnd type="diamon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8ABCA13-6CC9-893F-AB6B-677FB65C7E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19307" y="3307196"/>
              <a:ext cx="0" cy="1015136"/>
            </a:xfrm>
            <a:prstGeom prst="line">
              <a:avLst/>
            </a:prstGeom>
            <a:ln>
              <a:head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A435703-0190-3EC6-3175-1674C03372EC}"/>
                </a:ext>
              </a:extLst>
            </p:cNvPr>
            <p:cNvCxnSpPr>
              <a:cxnSpLocks/>
              <a:stCxn id="67" idx="2"/>
            </p:cNvCxnSpPr>
            <p:nvPr/>
          </p:nvCxnSpPr>
          <p:spPr>
            <a:xfrm>
              <a:off x="7098145" y="3807402"/>
              <a:ext cx="0" cy="5149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77A459C-ECA8-BC58-220D-B9EF66971AA8}"/>
                </a:ext>
              </a:extLst>
            </p:cNvPr>
            <p:cNvCxnSpPr>
              <a:cxnSpLocks/>
              <a:endCxn id="67" idx="0"/>
            </p:cNvCxnSpPr>
            <p:nvPr/>
          </p:nvCxnSpPr>
          <p:spPr>
            <a:xfrm>
              <a:off x="7098145" y="2105603"/>
              <a:ext cx="0" cy="54956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F18B0C79-8DFE-9543-5900-320B36155F62}"/>
                </a:ext>
              </a:extLst>
            </p:cNvPr>
            <p:cNvGrpSpPr/>
            <p:nvPr/>
          </p:nvGrpSpPr>
          <p:grpSpPr>
            <a:xfrm rot="16200000">
              <a:off x="7892227" y="2897714"/>
              <a:ext cx="326664" cy="169164"/>
              <a:chOff x="4521709" y="2816352"/>
              <a:chExt cx="2024480" cy="745236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931F9B0-3A32-0756-5650-713C8EF812CA}"/>
                  </a:ext>
                </a:extLst>
              </p:cNvPr>
              <p:cNvCxnSpPr/>
              <p:nvPr/>
            </p:nvCxnSpPr>
            <p:spPr>
              <a:xfrm flipV="1">
                <a:off x="4718304" y="2816352"/>
                <a:ext cx="393192" cy="74523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8885A9D9-182E-3EEF-BE6F-69F560C2804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111496" y="2816352"/>
                <a:ext cx="422453" cy="74523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DC648F23-D1C7-49E7-B9EA-0AA309FD3F25}"/>
                  </a:ext>
                </a:extLst>
              </p:cNvPr>
              <p:cNvCxnSpPr/>
              <p:nvPr/>
            </p:nvCxnSpPr>
            <p:spPr>
              <a:xfrm flipV="1">
                <a:off x="5533949" y="2816352"/>
                <a:ext cx="393192" cy="74523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3ED46A7F-1277-5EA5-1E38-6A2EE44BEB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27141" y="2816352"/>
                <a:ext cx="422453" cy="745236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397D2A09-9CA0-4CC8-0718-F697AF07F2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49594" y="3188969"/>
                <a:ext cx="196595" cy="372618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0559191-052F-7C90-8B68-BCAD1CE8A6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521709" y="3188970"/>
                <a:ext cx="212198" cy="372618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B71604B-2308-E2A7-59FA-534A85AE8AF0}"/>
                </a:ext>
              </a:extLst>
            </p:cNvPr>
            <p:cNvCxnSpPr>
              <a:cxnSpLocks/>
            </p:cNvCxnSpPr>
            <p:nvPr/>
          </p:nvCxnSpPr>
          <p:spPr>
            <a:xfrm>
              <a:off x="8058726" y="3135900"/>
              <a:ext cx="0" cy="473068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C1BEA2D-88E1-2855-0639-86127D6063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55559" y="2114839"/>
              <a:ext cx="0" cy="704124"/>
            </a:xfrm>
            <a:prstGeom prst="line">
              <a:avLst/>
            </a:prstGeom>
            <a:ln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86369BA-9EF5-5B24-F928-92A2DDF8B4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50939" y="3694407"/>
              <a:ext cx="4620" cy="618686"/>
            </a:xfrm>
            <a:prstGeom prst="line">
              <a:avLst/>
            </a:prstGeom>
            <a:ln>
              <a:head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26AE575-1DF6-AB2C-D973-DB3860CB0D7B}"/>
                </a:ext>
              </a:extLst>
            </p:cNvPr>
            <p:cNvSpPr txBox="1"/>
            <p:nvPr/>
          </p:nvSpPr>
          <p:spPr>
            <a:xfrm>
              <a:off x="6001672" y="2951233"/>
              <a:ext cx="710001" cy="547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>
                  <a:solidFill>
                    <a:schemeClr val="accent2"/>
                  </a:solidFill>
                </a:rPr>
                <a:t>i</a:t>
              </a:r>
              <a:r>
                <a:rPr lang="en-US" sz="1100" i="1" baseline="-25000" dirty="0">
                  <a:solidFill>
                    <a:schemeClr val="accent2"/>
                  </a:solidFill>
                </a:rPr>
                <a:t>ref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259C54F-1502-51F9-6B1F-08B8F77ADA49}"/>
                </a:ext>
              </a:extLst>
            </p:cNvPr>
            <p:cNvSpPr txBox="1"/>
            <p:nvPr/>
          </p:nvSpPr>
          <p:spPr>
            <a:xfrm>
              <a:off x="8202174" y="2732853"/>
              <a:ext cx="689304" cy="5460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>
                  <a:solidFill>
                    <a:schemeClr val="accent2"/>
                  </a:solidFill>
                </a:rPr>
                <a:t>r</a:t>
              </a:r>
              <a:r>
                <a:rPr lang="en-US" sz="1100" i="1" baseline="-25000" dirty="0">
                  <a:solidFill>
                    <a:schemeClr val="accent2"/>
                  </a:solidFill>
                </a:rPr>
                <a:t>d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9EB664C-DEE8-82C6-49E6-DC979E34E249}"/>
                </a:ext>
              </a:extLst>
            </p:cNvPr>
            <p:cNvSpPr txBox="1"/>
            <p:nvPr/>
          </p:nvSpPr>
          <p:spPr>
            <a:xfrm>
              <a:off x="8231173" y="3474731"/>
              <a:ext cx="666202" cy="5460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>
                  <a:solidFill>
                    <a:schemeClr val="accent2"/>
                  </a:solidFill>
                </a:rPr>
                <a:t>C</a:t>
              </a:r>
              <a:r>
                <a:rPr lang="en-US" sz="1100" i="1" baseline="-25000" dirty="0">
                  <a:solidFill>
                    <a:schemeClr val="accent2"/>
                  </a:solidFill>
                </a:rPr>
                <a:t>d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2F0AD29-0202-5B95-38D8-4D01689F768F}"/>
                </a:ext>
              </a:extLst>
            </p:cNvPr>
            <p:cNvSpPr txBox="1"/>
            <p:nvPr/>
          </p:nvSpPr>
          <p:spPr>
            <a:xfrm>
              <a:off x="9315728" y="3118887"/>
              <a:ext cx="689302" cy="5460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>
                  <a:solidFill>
                    <a:schemeClr val="accent1"/>
                  </a:solidFill>
                </a:rPr>
                <a:t>C</a:t>
              </a:r>
              <a:r>
                <a:rPr lang="en-US" sz="1100" i="1" baseline="-25000" dirty="0">
                  <a:solidFill>
                    <a:schemeClr val="accent1"/>
                  </a:solidFill>
                </a:rPr>
                <a:t>x</a:t>
              </a:r>
            </a:p>
          </p:txBody>
        </p:sp>
      </p:grp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437311AA-3A40-45BC-9DAD-59D0681626C2}"/>
              </a:ext>
            </a:extLst>
          </p:cNvPr>
          <p:cNvSpPr/>
          <p:nvPr/>
        </p:nvSpPr>
        <p:spPr>
          <a:xfrm>
            <a:off x="3700910" y="4417964"/>
            <a:ext cx="4324350" cy="153375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C207EB70-2B64-E8B5-49C3-6CCF8828A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05" y="4592164"/>
            <a:ext cx="3306342" cy="1216862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A84AB243-5879-E37A-C619-4A3957E0A87A}"/>
              </a:ext>
            </a:extLst>
          </p:cNvPr>
          <p:cNvSpPr txBox="1"/>
          <p:nvPr/>
        </p:nvSpPr>
        <p:spPr>
          <a:xfrm>
            <a:off x="1981579" y="1763454"/>
            <a:ext cx="1623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i="1" dirty="0"/>
              <a:t>Grid-interactive controls layer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582EB79-C7EC-1BB1-87DA-45366A8AC922}"/>
              </a:ext>
            </a:extLst>
          </p:cNvPr>
          <p:cNvSpPr txBox="1"/>
          <p:nvPr/>
        </p:nvSpPr>
        <p:spPr>
          <a:xfrm>
            <a:off x="1981579" y="3373978"/>
            <a:ext cx="1623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i="1" dirty="0"/>
              <a:t>Circuit controls and virtual damping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1481F2A-A5B1-36D1-D318-2DE3CD936E94}"/>
              </a:ext>
            </a:extLst>
          </p:cNvPr>
          <p:cNvSpPr txBox="1"/>
          <p:nvPr/>
        </p:nvSpPr>
        <p:spPr>
          <a:xfrm>
            <a:off x="1981579" y="4969762"/>
            <a:ext cx="1623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i="1" dirty="0"/>
              <a:t>Converter hardware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DBFD1C9-5DF7-4BF8-3EA4-A50EC7EB8356}"/>
              </a:ext>
            </a:extLst>
          </p:cNvPr>
          <p:cNvCxnSpPr>
            <a:cxnSpLocks/>
          </p:cNvCxnSpPr>
          <p:nvPr/>
        </p:nvCxnSpPr>
        <p:spPr>
          <a:xfrm flipH="1">
            <a:off x="2028825" y="2751907"/>
            <a:ext cx="81534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ight Brace 73">
            <a:extLst>
              <a:ext uri="{FF2B5EF4-FFF2-40B4-BE49-F238E27FC236}">
                <a16:creationId xmlns:a16="http://schemas.microsoft.com/office/drawing/2014/main" id="{17F15836-0FD0-A31E-9A5F-9243F2896C1C}"/>
              </a:ext>
            </a:extLst>
          </p:cNvPr>
          <p:cNvSpPr/>
          <p:nvPr/>
        </p:nvSpPr>
        <p:spPr>
          <a:xfrm>
            <a:off x="8372475" y="1181100"/>
            <a:ext cx="334272" cy="143217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DD37687-5192-8D2D-E726-6BFAF4B6E811}"/>
              </a:ext>
            </a:extLst>
          </p:cNvPr>
          <p:cNvSpPr txBox="1"/>
          <p:nvPr/>
        </p:nvSpPr>
        <p:spPr>
          <a:xfrm>
            <a:off x="8818967" y="1704285"/>
            <a:ext cx="1782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Open-source</a:t>
            </a:r>
          </a:p>
        </p:txBody>
      </p:sp>
      <p:sp>
        <p:nvSpPr>
          <p:cNvPr id="80" name="Right Brace 79">
            <a:extLst>
              <a:ext uri="{FF2B5EF4-FFF2-40B4-BE49-F238E27FC236}">
                <a16:creationId xmlns:a16="http://schemas.microsoft.com/office/drawing/2014/main" id="{1E456705-90B4-01EE-975F-3DEE2ACFADED}"/>
              </a:ext>
            </a:extLst>
          </p:cNvPr>
          <p:cNvSpPr/>
          <p:nvPr/>
        </p:nvSpPr>
        <p:spPr>
          <a:xfrm>
            <a:off x="8372475" y="2888721"/>
            <a:ext cx="334272" cy="306299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792D8AD-DF82-24E6-8395-F8D5285FAA78}"/>
              </a:ext>
            </a:extLst>
          </p:cNvPr>
          <p:cNvSpPr txBox="1"/>
          <p:nvPr/>
        </p:nvSpPr>
        <p:spPr>
          <a:xfrm>
            <a:off x="8818967" y="4094798"/>
            <a:ext cx="17823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Proprietary &amp; vendor-specific</a:t>
            </a:r>
          </a:p>
        </p:txBody>
      </p:sp>
    </p:spTree>
    <p:extLst>
      <p:ext uri="{BB962C8B-B14F-4D97-AF65-F5344CB8AC3E}">
        <p14:creationId xmlns:p14="http://schemas.microsoft.com/office/powerpoint/2010/main" val="933711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6571D89A-4E6E-BBED-DDB4-C7ADB0F1382D}"/>
              </a:ext>
            </a:extLst>
          </p:cNvPr>
          <p:cNvGrpSpPr/>
          <p:nvPr/>
        </p:nvGrpSpPr>
        <p:grpSpPr>
          <a:xfrm>
            <a:off x="3046436" y="1589227"/>
            <a:ext cx="5558034" cy="4097841"/>
            <a:chOff x="3046436" y="1589227"/>
            <a:chExt cx="5558034" cy="409784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2820171-FC56-A181-E305-B5E97318BD7F}"/>
                </a:ext>
              </a:extLst>
            </p:cNvPr>
            <p:cNvGrpSpPr/>
            <p:nvPr/>
          </p:nvGrpSpPr>
          <p:grpSpPr>
            <a:xfrm>
              <a:off x="3704810" y="1589227"/>
              <a:ext cx="4899660" cy="1399028"/>
              <a:chOff x="2836164" y="1554480"/>
              <a:chExt cx="4899660" cy="1399028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426E59F8-5D43-E4A2-91A5-A3129190BF07}"/>
                  </a:ext>
                </a:extLst>
              </p:cNvPr>
              <p:cNvGrpSpPr/>
              <p:nvPr/>
            </p:nvGrpSpPr>
            <p:grpSpPr>
              <a:xfrm>
                <a:off x="4605527" y="1554480"/>
                <a:ext cx="1405121" cy="1399028"/>
                <a:chOff x="4754880" y="2185416"/>
                <a:chExt cx="1252728" cy="1257193"/>
              </a:xfrm>
            </p:grpSpPr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55521DC2-6B3D-8B1B-CF96-1C345D9A4D82}"/>
                    </a:ext>
                  </a:extLst>
                </p:cNvPr>
                <p:cNvSpPr/>
                <p:nvPr/>
              </p:nvSpPr>
              <p:spPr>
                <a:xfrm>
                  <a:off x="4754880" y="2185416"/>
                  <a:ext cx="1252728" cy="1243584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09FC4F40-E12D-7868-D951-C6E4CFE15B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754880" y="2185416"/>
                  <a:ext cx="1252728" cy="124358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</p:cxn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7915759-AFA7-262E-AB4D-40E071F45B0E}"/>
                    </a:ext>
                  </a:extLst>
                </p:cNvPr>
                <p:cNvSpPr txBox="1"/>
                <p:nvPr/>
              </p:nvSpPr>
              <p:spPr>
                <a:xfrm>
                  <a:off x="4818888" y="2258568"/>
                  <a:ext cx="3108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/>
                    <a:t>=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D0D32B4-B71A-A7E3-D334-1389101128FB}"/>
                    </a:ext>
                  </a:extLst>
                </p:cNvPr>
                <p:cNvSpPr txBox="1"/>
                <p:nvPr/>
              </p:nvSpPr>
              <p:spPr>
                <a:xfrm>
                  <a:off x="5596128" y="2980944"/>
                  <a:ext cx="3108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/>
                    <a:t>~</a:t>
                  </a:r>
                </a:p>
              </p:txBody>
            </p:sp>
          </p:grp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3BC899C4-F317-9EE7-ECEC-8DA5FE7687B0}"/>
                  </a:ext>
                </a:extLst>
              </p:cNvPr>
              <p:cNvGrpSpPr/>
              <p:nvPr/>
            </p:nvGrpSpPr>
            <p:grpSpPr>
              <a:xfrm>
                <a:off x="3718560" y="2194554"/>
                <a:ext cx="466344" cy="265163"/>
                <a:chOff x="2825496" y="4197096"/>
                <a:chExt cx="466344" cy="265163"/>
              </a:xfrm>
            </p:grpSpPr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E1A7F5C3-B924-FAAF-01E5-957806287DC7}"/>
                    </a:ext>
                  </a:extLst>
                </p:cNvPr>
                <p:cNvCxnSpPr/>
                <p:nvPr/>
              </p:nvCxnSpPr>
              <p:spPr>
                <a:xfrm>
                  <a:off x="2825496" y="4197096"/>
                  <a:ext cx="466344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Arc 18">
                  <a:extLst>
                    <a:ext uri="{FF2B5EF4-FFF2-40B4-BE49-F238E27FC236}">
                      <a16:creationId xmlns:a16="http://schemas.microsoft.com/office/drawing/2014/main" id="{0719DCB8-71C3-499B-0AB6-5F20CFDBE473}"/>
                    </a:ext>
                  </a:extLst>
                </p:cNvPr>
                <p:cNvSpPr/>
                <p:nvPr/>
              </p:nvSpPr>
              <p:spPr>
                <a:xfrm>
                  <a:off x="2825496" y="4279386"/>
                  <a:ext cx="466344" cy="182873"/>
                </a:xfrm>
                <a:prstGeom prst="arc">
                  <a:avLst>
                    <a:gd name="adj1" fmla="val 10761132"/>
                    <a:gd name="adj2" fmla="val 0"/>
                  </a:avLst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12FDABCE-BFDD-7BD1-9A11-91029A2A7D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32756" y="1755648"/>
                <a:ext cx="157277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E8F61396-2FC3-C3F2-B0B3-919F4EBDF6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51732" y="1755648"/>
                <a:ext cx="0" cy="43890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A667F95-CB93-E39C-1CC8-D47B901D2C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51732" y="2276844"/>
                <a:ext cx="0" cy="43890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37135797-4033-20F4-F4A9-EFA8F34238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32756" y="2715750"/>
                <a:ext cx="157277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546C1EE2-2482-36B1-4802-6A1AD4948790}"/>
                  </a:ext>
                </a:extLst>
              </p:cNvPr>
              <p:cNvGrpSpPr/>
              <p:nvPr/>
            </p:nvGrpSpPr>
            <p:grpSpPr>
              <a:xfrm>
                <a:off x="2836164" y="1953105"/>
                <a:ext cx="393186" cy="565188"/>
                <a:chOff x="7434072" y="1865376"/>
                <a:chExt cx="438912" cy="684111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5F3D61F9-8FAA-F655-224A-58776B1F0BBA}"/>
                    </a:ext>
                  </a:extLst>
                </p:cNvPr>
                <p:cNvSpPr/>
                <p:nvPr/>
              </p:nvSpPr>
              <p:spPr>
                <a:xfrm>
                  <a:off x="7434072" y="1865376"/>
                  <a:ext cx="438912" cy="684111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Isosceles Triangle 16">
                  <a:extLst>
                    <a:ext uri="{FF2B5EF4-FFF2-40B4-BE49-F238E27FC236}">
                      <a16:creationId xmlns:a16="http://schemas.microsoft.com/office/drawing/2014/main" id="{1330E683-A0EA-9BD7-D698-CF73DA19614A}"/>
                    </a:ext>
                  </a:extLst>
                </p:cNvPr>
                <p:cNvSpPr/>
                <p:nvPr/>
              </p:nvSpPr>
              <p:spPr>
                <a:xfrm rot="10800000">
                  <a:off x="7434072" y="1865376"/>
                  <a:ext cx="438912" cy="301752"/>
                </a:xfrm>
                <a:prstGeom prst="triangl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52888103-9523-0CC6-AD14-C153A53DF7D5}"/>
                  </a:ext>
                </a:extLst>
              </p:cNvPr>
              <p:cNvCxnSpPr>
                <a:cxnSpLocks/>
                <a:endCxn id="16" idx="2"/>
              </p:cNvCxnSpPr>
              <p:nvPr/>
            </p:nvCxnSpPr>
            <p:spPr>
              <a:xfrm flipV="1">
                <a:off x="3032757" y="2518293"/>
                <a:ext cx="0" cy="20530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DC0F997-826D-BAB7-3C9B-F9727DB048AE}"/>
                  </a:ext>
                </a:extLst>
              </p:cNvPr>
              <p:cNvCxnSpPr>
                <a:cxnSpLocks/>
                <a:endCxn id="17" idx="3"/>
              </p:cNvCxnSpPr>
              <p:nvPr/>
            </p:nvCxnSpPr>
            <p:spPr>
              <a:xfrm>
                <a:off x="3032757" y="1747801"/>
                <a:ext cx="0" cy="20530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A0BFEE0-8A0A-96D8-2726-DFE0999334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0648" y="1865376"/>
                <a:ext cx="1725176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25D8F56B-7CA3-7EF2-354B-ECF3FA09B0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0648" y="2113058"/>
                <a:ext cx="1725176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D131BD3-FBBE-7B2E-BE6A-3053CA174F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0648" y="2439759"/>
                <a:ext cx="1725176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266FB50-5260-A7AC-2B3A-17A076BB1282}"/>
                </a:ext>
              </a:extLst>
            </p:cNvPr>
            <p:cNvSpPr/>
            <p:nvPr/>
          </p:nvSpPr>
          <p:spPr>
            <a:xfrm>
              <a:off x="3046436" y="4591906"/>
              <a:ext cx="1051560" cy="446494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MPPT</a:t>
              </a:r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609A5F0A-C4DE-10D7-6371-0097F49B7D36}"/>
                </a:ext>
              </a:extLst>
            </p:cNvPr>
            <p:cNvSpPr/>
            <p:nvPr/>
          </p:nvSpPr>
          <p:spPr>
            <a:xfrm rot="5400000">
              <a:off x="5189238" y="4187613"/>
              <a:ext cx="892960" cy="871728"/>
            </a:xfrm>
            <a:prstGeom prst="triangl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F829474-8E7E-086A-5EAF-2DF5D6379AD8}"/>
                </a:ext>
              </a:extLst>
            </p:cNvPr>
            <p:cNvSpPr txBox="1"/>
            <p:nvPr/>
          </p:nvSpPr>
          <p:spPr>
            <a:xfrm>
              <a:off x="5199854" y="4269534"/>
              <a:ext cx="3657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+</a:t>
              </a:r>
            </a:p>
            <a:p>
              <a:r>
                <a:rPr lang="en-US"/>
                <a:t>_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7409423-5E92-FC89-A4AA-42B10041EF90}"/>
                </a:ext>
              </a:extLst>
            </p:cNvPr>
            <p:cNvSpPr/>
            <p:nvPr/>
          </p:nvSpPr>
          <p:spPr>
            <a:xfrm>
              <a:off x="4178781" y="2553045"/>
              <a:ext cx="97529" cy="435210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E01BD3-241B-7E20-D9B2-E067278CEB99}"/>
                </a:ext>
              </a:extLst>
            </p:cNvPr>
            <p:cNvCxnSpPr>
              <a:cxnSpLocks/>
            </p:cNvCxnSpPr>
            <p:nvPr/>
          </p:nvCxnSpPr>
          <p:spPr>
            <a:xfrm>
              <a:off x="4486622" y="1782548"/>
              <a:ext cx="0" cy="2641328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69A9543-F230-551B-1C56-E3F5A96FD2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7664" y="4085539"/>
              <a:ext cx="758958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C8CF0E4-B189-A4A0-FE66-C9A4A8323CE8}"/>
                </a:ext>
              </a:extLst>
            </p:cNvPr>
            <p:cNvCxnSpPr>
              <a:cxnSpLocks/>
            </p:cNvCxnSpPr>
            <p:nvPr/>
          </p:nvCxnSpPr>
          <p:spPr>
            <a:xfrm>
              <a:off x="3727664" y="4085539"/>
              <a:ext cx="0" cy="506367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92A780D-8B24-4D4B-6EB0-622F6A47B40D}"/>
                </a:ext>
              </a:extLst>
            </p:cNvPr>
            <p:cNvCxnSpPr/>
            <p:nvPr/>
          </p:nvCxnSpPr>
          <p:spPr>
            <a:xfrm>
              <a:off x="4486622" y="4423876"/>
              <a:ext cx="7132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E2BA61EA-03EE-A11C-3741-0673816CD4D8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>
              <a:off x="4097996" y="4815153"/>
              <a:ext cx="110185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FE94449-56C5-E7A3-AE16-6D65203C3C3E}"/>
                </a:ext>
              </a:extLst>
            </p:cNvPr>
            <p:cNvCxnSpPr>
              <a:stCxn id="27" idx="4"/>
            </p:cNvCxnSpPr>
            <p:nvPr/>
          </p:nvCxnSpPr>
          <p:spPr>
            <a:xfrm flipH="1">
              <a:off x="4227545" y="2988255"/>
              <a:ext cx="1" cy="475492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3E71F4A-0CE1-AD98-4A78-59C21A8672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68003" y="3463747"/>
              <a:ext cx="859542" cy="0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9AC127F-8C87-4765-68E5-73478E5CA342}"/>
                </a:ext>
              </a:extLst>
            </p:cNvPr>
            <p:cNvCxnSpPr>
              <a:cxnSpLocks/>
            </p:cNvCxnSpPr>
            <p:nvPr/>
          </p:nvCxnSpPr>
          <p:spPr>
            <a:xfrm>
              <a:off x="3368003" y="3463747"/>
              <a:ext cx="0" cy="1128159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A6BEE38-73F6-4232-4C8A-31576FA5D96B}"/>
                </a:ext>
              </a:extLst>
            </p:cNvPr>
            <p:cNvSpPr txBox="1"/>
            <p:nvPr/>
          </p:nvSpPr>
          <p:spPr>
            <a:xfrm>
              <a:off x="4514442" y="3241155"/>
              <a:ext cx="5448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v</a:t>
              </a:r>
              <a:r>
                <a:rPr lang="en-US" baseline="-25000"/>
                <a:t>in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2ECEEE2-6E6E-0358-0470-9E61801BC96F}"/>
                </a:ext>
              </a:extLst>
            </p:cNvPr>
            <p:cNvSpPr txBox="1"/>
            <p:nvPr/>
          </p:nvSpPr>
          <p:spPr>
            <a:xfrm>
              <a:off x="3305153" y="3041335"/>
              <a:ext cx="5448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</a:t>
              </a:r>
              <a:r>
                <a:rPr lang="en-US" baseline="-25000" dirty="0"/>
                <a:t>in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4A1D984-09B7-B761-E94A-E5C6F0493D55}"/>
                </a:ext>
              </a:extLst>
            </p:cNvPr>
            <p:cNvSpPr txBox="1"/>
            <p:nvPr/>
          </p:nvSpPr>
          <p:spPr>
            <a:xfrm>
              <a:off x="4927442" y="1879807"/>
              <a:ext cx="5448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  <a:r>
                <a:rPr lang="en-US" baseline="-25000" dirty="0"/>
                <a:t>in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A5F6101-FE89-1345-1A92-DD4FBC624AFE}"/>
                </a:ext>
              </a:extLst>
            </p:cNvPr>
            <p:cNvSpPr txBox="1"/>
            <p:nvPr/>
          </p:nvSpPr>
          <p:spPr>
            <a:xfrm>
              <a:off x="5422063" y="5102293"/>
              <a:ext cx="1650261" cy="58477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600">
                  <a:solidFill>
                    <a:schemeClr val="accent2"/>
                  </a:solidFill>
                </a:rPr>
                <a:t>Dc Voltage Controller</a:t>
              </a:r>
              <a:endParaRPr lang="en-US" sz="1600" baseline="-25000">
                <a:solidFill>
                  <a:schemeClr val="accent2"/>
                </a:solidFill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391595F-21A3-715B-77DD-37D9C053E98F}"/>
                </a:ext>
              </a:extLst>
            </p:cNvPr>
            <p:cNvCxnSpPr>
              <a:cxnSpLocks/>
              <a:stCxn id="25" idx="0"/>
            </p:cNvCxnSpPr>
            <p:nvPr/>
          </p:nvCxnSpPr>
          <p:spPr>
            <a:xfrm flipV="1">
              <a:off x="6071582" y="4622462"/>
              <a:ext cx="970196" cy="101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ABB27C5-9A42-4F30-318F-42C929A53F65}"/>
                </a:ext>
              </a:extLst>
            </p:cNvPr>
            <p:cNvSpPr txBox="1"/>
            <p:nvPr/>
          </p:nvSpPr>
          <p:spPr>
            <a:xfrm>
              <a:off x="6176733" y="4644900"/>
              <a:ext cx="871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P</a:t>
              </a:r>
              <a:r>
                <a:rPr lang="en-US" sz="1400" baseline="-25000" dirty="0"/>
                <a:t>request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5DFB40C-F0EA-786E-4BD5-BBA1D0D86711}"/>
                </a:ext>
              </a:extLst>
            </p:cNvPr>
            <p:cNvSpPr/>
            <p:nvPr/>
          </p:nvSpPr>
          <p:spPr>
            <a:xfrm>
              <a:off x="7037803" y="4338151"/>
              <a:ext cx="1236351" cy="589914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/>
                <a:t>Low-pass filter</a:t>
              </a:r>
            </a:p>
          </p:txBody>
        </p:sp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D96EEA51-0D43-0EEE-6537-B59F0626770F}"/>
                </a:ext>
              </a:extLst>
            </p:cNvPr>
            <p:cNvCxnSpPr>
              <a:cxnSpLocks/>
              <a:stCxn id="42" idx="0"/>
              <a:endCxn id="20" idx="2"/>
            </p:cNvCxnSpPr>
            <p:nvPr/>
          </p:nvCxnSpPr>
          <p:spPr>
            <a:xfrm rot="16200000" flipV="1">
              <a:off x="6233837" y="2916008"/>
              <a:ext cx="1365040" cy="1479245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18759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854810C-B227-7776-B581-D4A17150464A}"/>
              </a:ext>
            </a:extLst>
          </p:cNvPr>
          <p:cNvGrpSpPr/>
          <p:nvPr/>
        </p:nvGrpSpPr>
        <p:grpSpPr>
          <a:xfrm>
            <a:off x="7296253" y="1632710"/>
            <a:ext cx="1405121" cy="1399028"/>
            <a:chOff x="4754880" y="2185416"/>
            <a:chExt cx="1252728" cy="125719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04261D7-06FD-1731-F1D9-8D0BBA9E31C5}"/>
                </a:ext>
              </a:extLst>
            </p:cNvPr>
            <p:cNvSpPr/>
            <p:nvPr/>
          </p:nvSpPr>
          <p:spPr>
            <a:xfrm>
              <a:off x="4754880" y="2185416"/>
              <a:ext cx="1252728" cy="124358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CC4F3D2-AE3F-BBB9-C100-A513ADF7B6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4880" y="2185416"/>
              <a:ext cx="1252728" cy="1243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753BEEC-1C87-D0D2-40DF-B953BB59F8B8}"/>
                </a:ext>
              </a:extLst>
            </p:cNvPr>
            <p:cNvSpPr txBox="1"/>
            <p:nvPr/>
          </p:nvSpPr>
          <p:spPr>
            <a:xfrm>
              <a:off x="4818888" y="2258568"/>
              <a:ext cx="3108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/>
                <a:t>=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4F58D12-5AA1-2507-0E6A-D04D49B60093}"/>
                </a:ext>
              </a:extLst>
            </p:cNvPr>
            <p:cNvSpPr txBox="1"/>
            <p:nvPr/>
          </p:nvSpPr>
          <p:spPr>
            <a:xfrm>
              <a:off x="5596128" y="2980944"/>
              <a:ext cx="3108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/>
                <a:t>~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69D76DE-A619-CA48-77D0-EDB0708F4410}"/>
              </a:ext>
            </a:extLst>
          </p:cNvPr>
          <p:cNvGrpSpPr/>
          <p:nvPr/>
        </p:nvGrpSpPr>
        <p:grpSpPr>
          <a:xfrm>
            <a:off x="6409286" y="2272784"/>
            <a:ext cx="466344" cy="265163"/>
            <a:chOff x="2825496" y="4197096"/>
            <a:chExt cx="466344" cy="2651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52C99C3-69C8-9A32-2DAF-125B21E542F3}"/>
                </a:ext>
              </a:extLst>
            </p:cNvPr>
            <p:cNvCxnSpPr/>
            <p:nvPr/>
          </p:nvCxnSpPr>
          <p:spPr>
            <a:xfrm>
              <a:off x="2825496" y="4197096"/>
              <a:ext cx="46634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D90C8EA8-B90A-91B5-63EB-6A3430DAF980}"/>
                </a:ext>
              </a:extLst>
            </p:cNvPr>
            <p:cNvSpPr/>
            <p:nvPr/>
          </p:nvSpPr>
          <p:spPr>
            <a:xfrm>
              <a:off x="2825496" y="4279386"/>
              <a:ext cx="466344" cy="182873"/>
            </a:xfrm>
            <a:prstGeom prst="arc">
              <a:avLst>
                <a:gd name="adj1" fmla="val 10761132"/>
                <a:gd name="adj2" fmla="val 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4BF5C6-05BE-8FE2-8918-FB4AFAA2FB0C}"/>
              </a:ext>
            </a:extLst>
          </p:cNvPr>
          <p:cNvCxnSpPr>
            <a:cxnSpLocks/>
          </p:cNvCxnSpPr>
          <p:nvPr/>
        </p:nvCxnSpPr>
        <p:spPr>
          <a:xfrm flipH="1">
            <a:off x="5723482" y="1833878"/>
            <a:ext cx="15727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AF2E6F8-B535-6771-FDF3-64819C49A443}"/>
              </a:ext>
            </a:extLst>
          </p:cNvPr>
          <p:cNvCxnSpPr>
            <a:cxnSpLocks/>
          </p:cNvCxnSpPr>
          <p:nvPr/>
        </p:nvCxnSpPr>
        <p:spPr>
          <a:xfrm flipV="1">
            <a:off x="6642458" y="1833878"/>
            <a:ext cx="0" cy="4389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0C1ADE2-2E21-46BE-2E2D-BB035F5622F1}"/>
              </a:ext>
            </a:extLst>
          </p:cNvPr>
          <p:cNvCxnSpPr>
            <a:cxnSpLocks/>
          </p:cNvCxnSpPr>
          <p:nvPr/>
        </p:nvCxnSpPr>
        <p:spPr>
          <a:xfrm flipV="1">
            <a:off x="6642458" y="2355074"/>
            <a:ext cx="0" cy="4389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D4306F-D979-8904-1C61-9202B39E331C}"/>
              </a:ext>
            </a:extLst>
          </p:cNvPr>
          <p:cNvCxnSpPr>
            <a:cxnSpLocks/>
          </p:cNvCxnSpPr>
          <p:nvPr/>
        </p:nvCxnSpPr>
        <p:spPr>
          <a:xfrm flipH="1">
            <a:off x="5723482" y="2793980"/>
            <a:ext cx="15727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F5931129-27FE-1D24-AAED-A6D9A20A2C52}"/>
              </a:ext>
            </a:extLst>
          </p:cNvPr>
          <p:cNvGrpSpPr/>
          <p:nvPr/>
        </p:nvGrpSpPr>
        <p:grpSpPr>
          <a:xfrm>
            <a:off x="2545157" y="2031335"/>
            <a:ext cx="393186" cy="565188"/>
            <a:chOff x="7434072" y="1865376"/>
            <a:chExt cx="438912" cy="68411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84193EF-28B6-4531-23CB-01E50937B150}"/>
                </a:ext>
              </a:extLst>
            </p:cNvPr>
            <p:cNvSpPr/>
            <p:nvPr/>
          </p:nvSpPr>
          <p:spPr>
            <a:xfrm>
              <a:off x="7434072" y="1865376"/>
              <a:ext cx="438912" cy="68411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1173FBC8-AD34-6488-1596-8311A201B3F9}"/>
                </a:ext>
              </a:extLst>
            </p:cNvPr>
            <p:cNvSpPr/>
            <p:nvPr/>
          </p:nvSpPr>
          <p:spPr>
            <a:xfrm rot="10800000">
              <a:off x="7434072" y="1865376"/>
              <a:ext cx="438912" cy="301752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2D839C-8AF9-FB9C-EAB5-9D655FF78618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2741750" y="2596523"/>
            <a:ext cx="0" cy="2053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0FAE128-0438-C040-391F-9CF806565948}"/>
              </a:ext>
            </a:extLst>
          </p:cNvPr>
          <p:cNvCxnSpPr>
            <a:cxnSpLocks/>
            <a:endCxn id="16" idx="3"/>
          </p:cNvCxnSpPr>
          <p:nvPr/>
        </p:nvCxnSpPr>
        <p:spPr>
          <a:xfrm>
            <a:off x="2741750" y="1826031"/>
            <a:ext cx="0" cy="205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DA7082-0158-010F-412D-5DCC82B2D94F}"/>
              </a:ext>
            </a:extLst>
          </p:cNvPr>
          <p:cNvCxnSpPr>
            <a:cxnSpLocks/>
          </p:cNvCxnSpPr>
          <p:nvPr/>
        </p:nvCxnSpPr>
        <p:spPr>
          <a:xfrm>
            <a:off x="8701374" y="1943606"/>
            <a:ext cx="172517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E20BA7-3C95-A7F8-0735-B0F369C3D4BB}"/>
              </a:ext>
            </a:extLst>
          </p:cNvPr>
          <p:cNvCxnSpPr>
            <a:cxnSpLocks/>
          </p:cNvCxnSpPr>
          <p:nvPr/>
        </p:nvCxnSpPr>
        <p:spPr>
          <a:xfrm>
            <a:off x="8701374" y="2191288"/>
            <a:ext cx="172517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0E72CA-9E78-F101-33C4-B201F4A79CDF}"/>
              </a:ext>
            </a:extLst>
          </p:cNvPr>
          <p:cNvCxnSpPr>
            <a:cxnSpLocks/>
          </p:cNvCxnSpPr>
          <p:nvPr/>
        </p:nvCxnSpPr>
        <p:spPr>
          <a:xfrm>
            <a:off x="8701374" y="2517989"/>
            <a:ext cx="172517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68CFCB51-EF04-946A-6E25-E17070243250}"/>
              </a:ext>
            </a:extLst>
          </p:cNvPr>
          <p:cNvSpPr/>
          <p:nvPr/>
        </p:nvSpPr>
        <p:spPr>
          <a:xfrm>
            <a:off x="2194891" y="4549664"/>
            <a:ext cx="1051560" cy="58521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MPPT</a:t>
            </a:r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41CE4D81-35A3-8863-F399-BFE23F008558}"/>
              </a:ext>
            </a:extLst>
          </p:cNvPr>
          <p:cNvSpPr/>
          <p:nvPr/>
        </p:nvSpPr>
        <p:spPr>
          <a:xfrm rot="5400000">
            <a:off x="7011318" y="4231096"/>
            <a:ext cx="892960" cy="871728"/>
          </a:xfrm>
          <a:prstGeom prst="triangl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D36ED0-685D-32E7-BA67-E3A600BB479A}"/>
              </a:ext>
            </a:extLst>
          </p:cNvPr>
          <p:cNvSpPr txBox="1"/>
          <p:nvPr/>
        </p:nvSpPr>
        <p:spPr>
          <a:xfrm>
            <a:off x="7021934" y="4313017"/>
            <a:ext cx="365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+</a:t>
            </a:r>
          </a:p>
          <a:p>
            <a:r>
              <a:rPr lang="en-US"/>
              <a:t>_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D6D26F0-3C26-B2C6-756F-806FC24DA045}"/>
              </a:ext>
            </a:extLst>
          </p:cNvPr>
          <p:cNvSpPr/>
          <p:nvPr/>
        </p:nvSpPr>
        <p:spPr>
          <a:xfrm>
            <a:off x="3327236" y="2596528"/>
            <a:ext cx="97529" cy="43521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AB015E1-C3A6-B606-4FD3-67F7810EB7F8}"/>
              </a:ext>
            </a:extLst>
          </p:cNvPr>
          <p:cNvCxnSpPr>
            <a:cxnSpLocks/>
          </p:cNvCxnSpPr>
          <p:nvPr/>
        </p:nvCxnSpPr>
        <p:spPr>
          <a:xfrm>
            <a:off x="6308702" y="1826031"/>
            <a:ext cx="0" cy="264132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11AA814-64AC-FB67-22BD-16DDAFFB9997}"/>
              </a:ext>
            </a:extLst>
          </p:cNvPr>
          <p:cNvCxnSpPr>
            <a:cxnSpLocks/>
          </p:cNvCxnSpPr>
          <p:nvPr/>
        </p:nvCxnSpPr>
        <p:spPr>
          <a:xfrm>
            <a:off x="2876119" y="4129022"/>
            <a:ext cx="0" cy="42064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277D78E-4B6B-4C79-44F0-8A12E2C80DE1}"/>
              </a:ext>
            </a:extLst>
          </p:cNvPr>
          <p:cNvCxnSpPr/>
          <p:nvPr/>
        </p:nvCxnSpPr>
        <p:spPr>
          <a:xfrm>
            <a:off x="6308702" y="4467359"/>
            <a:ext cx="7132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0AF6FE2-4F68-BB28-5F3E-C748D284B71D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3246451" y="4842272"/>
            <a:ext cx="7787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2D0811D-3EE6-F0B6-DE4F-132506B94030}"/>
              </a:ext>
            </a:extLst>
          </p:cNvPr>
          <p:cNvCxnSpPr>
            <a:stCxn id="26" idx="4"/>
          </p:cNvCxnSpPr>
          <p:nvPr/>
        </p:nvCxnSpPr>
        <p:spPr>
          <a:xfrm flipH="1">
            <a:off x="3376000" y="3031738"/>
            <a:ext cx="1" cy="475492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D592F5B-DD27-67E8-6BC1-1C3FCE4C106E}"/>
              </a:ext>
            </a:extLst>
          </p:cNvPr>
          <p:cNvCxnSpPr>
            <a:cxnSpLocks/>
          </p:cNvCxnSpPr>
          <p:nvPr/>
        </p:nvCxnSpPr>
        <p:spPr>
          <a:xfrm flipH="1">
            <a:off x="2516458" y="3507230"/>
            <a:ext cx="859542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7855B56-8833-F1FB-B174-E85F93FD20D5}"/>
              </a:ext>
            </a:extLst>
          </p:cNvPr>
          <p:cNvCxnSpPr>
            <a:cxnSpLocks/>
          </p:cNvCxnSpPr>
          <p:nvPr/>
        </p:nvCxnSpPr>
        <p:spPr>
          <a:xfrm>
            <a:off x="2516458" y="3507230"/>
            <a:ext cx="0" cy="104243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5777B35-F2E0-BE2C-196F-751710BD1698}"/>
              </a:ext>
            </a:extLst>
          </p:cNvPr>
          <p:cNvSpPr txBox="1"/>
          <p:nvPr/>
        </p:nvSpPr>
        <p:spPr>
          <a:xfrm>
            <a:off x="6336522" y="3284638"/>
            <a:ext cx="544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dc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A2B647-AEF5-F734-75F2-0D741D469C8C}"/>
              </a:ext>
            </a:extLst>
          </p:cNvPr>
          <p:cNvSpPr txBox="1"/>
          <p:nvPr/>
        </p:nvSpPr>
        <p:spPr>
          <a:xfrm>
            <a:off x="2453608" y="3084818"/>
            <a:ext cx="544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in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14F64B-B74C-2E6E-DC27-D1380975E8C0}"/>
              </a:ext>
            </a:extLst>
          </p:cNvPr>
          <p:cNvSpPr txBox="1"/>
          <p:nvPr/>
        </p:nvSpPr>
        <p:spPr>
          <a:xfrm>
            <a:off x="6749521" y="1923290"/>
            <a:ext cx="618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  <a:r>
              <a:rPr lang="en-US" baseline="-25000" dirty="0"/>
              <a:t>bus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0B34EA-BAB7-6101-5E22-46608EF01690}"/>
              </a:ext>
            </a:extLst>
          </p:cNvPr>
          <p:cNvSpPr txBox="1"/>
          <p:nvPr/>
        </p:nvSpPr>
        <p:spPr>
          <a:xfrm>
            <a:off x="7244143" y="5145776"/>
            <a:ext cx="165026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>
                <a:solidFill>
                  <a:schemeClr val="accent2"/>
                </a:solidFill>
              </a:rPr>
              <a:t>Dc Voltage Controller</a:t>
            </a:r>
            <a:endParaRPr lang="en-US" sz="1600" baseline="-25000">
              <a:solidFill>
                <a:schemeClr val="accent2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81A6843-8C75-8DDE-A1D2-FDFE7F929D49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7893662" y="4665945"/>
            <a:ext cx="970196" cy="1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B6C7D19-5D5F-9735-A01C-D33BF515C766}"/>
              </a:ext>
            </a:extLst>
          </p:cNvPr>
          <p:cNvSpPr txBox="1"/>
          <p:nvPr/>
        </p:nvSpPr>
        <p:spPr>
          <a:xfrm>
            <a:off x="7998813" y="4688383"/>
            <a:ext cx="871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</a:t>
            </a:r>
            <a:r>
              <a:rPr lang="en-US" sz="1400" baseline="-25000" dirty="0"/>
              <a:t>request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4B6A0AB-818B-BF27-06E3-891A148A081C}"/>
              </a:ext>
            </a:extLst>
          </p:cNvPr>
          <p:cNvSpPr/>
          <p:nvPr/>
        </p:nvSpPr>
        <p:spPr>
          <a:xfrm>
            <a:off x="8859883" y="4274616"/>
            <a:ext cx="1236351" cy="78265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Low-pass filter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22A1932C-9EAF-E335-2972-9BF5B6AED396}"/>
              </a:ext>
            </a:extLst>
          </p:cNvPr>
          <p:cNvCxnSpPr>
            <a:stCxn id="41" idx="0"/>
            <a:endCxn id="19" idx="2"/>
          </p:cNvCxnSpPr>
          <p:nvPr/>
        </p:nvCxnSpPr>
        <p:spPr>
          <a:xfrm rot="16200000" flipV="1">
            <a:off x="8109426" y="2905982"/>
            <a:ext cx="1258022" cy="147924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741573D-DC33-2BA1-1F9E-F06270E9AE95}"/>
              </a:ext>
            </a:extLst>
          </p:cNvPr>
          <p:cNvGrpSpPr/>
          <p:nvPr/>
        </p:nvGrpSpPr>
        <p:grpSpPr>
          <a:xfrm>
            <a:off x="4314368" y="1625139"/>
            <a:ext cx="1405121" cy="1383884"/>
            <a:chOff x="4754880" y="2185416"/>
            <a:chExt cx="1252728" cy="1243584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6348A5F-B43D-7B43-6F72-679985012F12}"/>
                </a:ext>
              </a:extLst>
            </p:cNvPr>
            <p:cNvSpPr/>
            <p:nvPr/>
          </p:nvSpPr>
          <p:spPr>
            <a:xfrm>
              <a:off x="4754880" y="2185416"/>
              <a:ext cx="1252728" cy="124358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2C20518-DB3C-6172-8840-8FC0F60C5A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4880" y="2185416"/>
              <a:ext cx="1252728" cy="12435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95BC684-A9A6-653A-A08F-99857B7E481D}"/>
                </a:ext>
              </a:extLst>
            </p:cNvPr>
            <p:cNvSpPr txBox="1"/>
            <p:nvPr/>
          </p:nvSpPr>
          <p:spPr>
            <a:xfrm>
              <a:off x="4818888" y="2258568"/>
              <a:ext cx="3108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/>
                <a:t>=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DC23F79-B9DD-ED71-2EBB-E2BE509EA1FA}"/>
                </a:ext>
              </a:extLst>
            </p:cNvPr>
            <p:cNvSpPr txBox="1"/>
            <p:nvPr/>
          </p:nvSpPr>
          <p:spPr>
            <a:xfrm>
              <a:off x="5596128" y="2980944"/>
              <a:ext cx="310896" cy="414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=</a:t>
              </a:r>
            </a:p>
          </p:txBody>
        </p: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916C4F8-91C6-3887-0770-0E523B3ED013}"/>
              </a:ext>
            </a:extLst>
          </p:cNvPr>
          <p:cNvCxnSpPr>
            <a:cxnSpLocks/>
          </p:cNvCxnSpPr>
          <p:nvPr/>
        </p:nvCxnSpPr>
        <p:spPr>
          <a:xfrm flipH="1">
            <a:off x="2741749" y="2793980"/>
            <a:ext cx="15727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FAB6CDE-5969-3889-98D7-F0D51D8F2CDF}"/>
              </a:ext>
            </a:extLst>
          </p:cNvPr>
          <p:cNvCxnSpPr>
            <a:cxnSpLocks/>
          </p:cNvCxnSpPr>
          <p:nvPr/>
        </p:nvCxnSpPr>
        <p:spPr>
          <a:xfrm flipH="1">
            <a:off x="2731810" y="1827115"/>
            <a:ext cx="15727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746860A9-15FE-B2CA-6BE4-8F9811098970}"/>
              </a:ext>
            </a:extLst>
          </p:cNvPr>
          <p:cNvSpPr/>
          <p:nvPr/>
        </p:nvSpPr>
        <p:spPr>
          <a:xfrm rot="5400000">
            <a:off x="4014613" y="4174214"/>
            <a:ext cx="892960" cy="871728"/>
          </a:xfrm>
          <a:prstGeom prst="triangl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9331742-00D1-F14B-BA5A-4B3C3510BB1B}"/>
              </a:ext>
            </a:extLst>
          </p:cNvPr>
          <p:cNvSpPr txBox="1"/>
          <p:nvPr/>
        </p:nvSpPr>
        <p:spPr>
          <a:xfrm>
            <a:off x="4025229" y="4256135"/>
            <a:ext cx="365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+</a:t>
            </a:r>
          </a:p>
          <a:p>
            <a:r>
              <a:rPr lang="en-US"/>
              <a:t>_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A53D53B-45DF-A1F6-674C-7FFC166BC970}"/>
              </a:ext>
            </a:extLst>
          </p:cNvPr>
          <p:cNvSpPr txBox="1"/>
          <p:nvPr/>
        </p:nvSpPr>
        <p:spPr>
          <a:xfrm>
            <a:off x="4058597" y="5088894"/>
            <a:ext cx="165026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Input Voltage Controller</a:t>
            </a:r>
            <a:endParaRPr lang="en-US" sz="1600" baseline="-25000" dirty="0">
              <a:solidFill>
                <a:schemeClr val="accent2"/>
              </a:solidFill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0CEFAE1-2772-9035-A812-805EFDF78D91}"/>
              </a:ext>
            </a:extLst>
          </p:cNvPr>
          <p:cNvCxnSpPr>
            <a:cxnSpLocks/>
          </p:cNvCxnSpPr>
          <p:nvPr/>
        </p:nvCxnSpPr>
        <p:spPr>
          <a:xfrm>
            <a:off x="3654954" y="1826031"/>
            <a:ext cx="0" cy="248698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70EB228-9C83-48D3-3DB9-F314B1FF76CF}"/>
              </a:ext>
            </a:extLst>
          </p:cNvPr>
          <p:cNvCxnSpPr>
            <a:cxnSpLocks/>
          </p:cNvCxnSpPr>
          <p:nvPr/>
        </p:nvCxnSpPr>
        <p:spPr>
          <a:xfrm>
            <a:off x="3654954" y="4313017"/>
            <a:ext cx="3702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771DC35-1E40-1451-3B2C-EA58CBAA8838}"/>
              </a:ext>
            </a:extLst>
          </p:cNvPr>
          <p:cNvCxnSpPr>
            <a:cxnSpLocks/>
          </p:cNvCxnSpPr>
          <p:nvPr/>
        </p:nvCxnSpPr>
        <p:spPr>
          <a:xfrm flipH="1">
            <a:off x="2876119" y="4129022"/>
            <a:ext cx="788622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878D9B76-C26C-4577-797A-7AB4A4F0355D}"/>
              </a:ext>
            </a:extLst>
          </p:cNvPr>
          <p:cNvSpPr txBox="1"/>
          <p:nvPr/>
        </p:nvSpPr>
        <p:spPr>
          <a:xfrm>
            <a:off x="3662322" y="3284638"/>
            <a:ext cx="544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</a:t>
            </a:r>
            <a:r>
              <a:rPr lang="en-US" baseline="-25000" dirty="0" err="1"/>
              <a:t>pv</a:t>
            </a:r>
            <a:endParaRPr lang="en-US" baseline="-25000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4BC4F86-7640-8E37-8CD0-FA4075F4A1A5}"/>
              </a:ext>
            </a:extLst>
          </p:cNvPr>
          <p:cNvCxnSpPr>
            <a:cxnSpLocks/>
          </p:cNvCxnSpPr>
          <p:nvPr/>
        </p:nvCxnSpPr>
        <p:spPr>
          <a:xfrm flipV="1">
            <a:off x="5257953" y="3031738"/>
            <a:ext cx="0" cy="15783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940986B-6185-20EC-63BB-A0DFD98FC51A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4896957" y="4610078"/>
            <a:ext cx="36099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376A1FB1-5C39-16F3-72DC-98F9739D2B22}"/>
              </a:ext>
            </a:extLst>
          </p:cNvPr>
          <p:cNvSpPr/>
          <p:nvPr/>
        </p:nvSpPr>
        <p:spPr>
          <a:xfrm>
            <a:off x="5913533" y="4665811"/>
            <a:ext cx="719724" cy="46811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V</a:t>
            </a:r>
            <a:r>
              <a:rPr lang="en-US" baseline="-25000" dirty="0" err="1"/>
              <a:t>dc_ref</a:t>
            </a:r>
            <a:endParaRPr lang="en-US" baseline="-25000" dirty="0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CA7F5CB-4CDD-51B8-E4EC-64650A3E235F}"/>
              </a:ext>
            </a:extLst>
          </p:cNvPr>
          <p:cNvCxnSpPr>
            <a:cxnSpLocks/>
          </p:cNvCxnSpPr>
          <p:nvPr/>
        </p:nvCxnSpPr>
        <p:spPr>
          <a:xfrm>
            <a:off x="6642458" y="4902466"/>
            <a:ext cx="3702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861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C514C-785C-91FB-4CEB-3C67C122E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22269A-1D94-223F-29CF-1DF81DDD34CF}"/>
              </a:ext>
            </a:extLst>
          </p:cNvPr>
          <p:cNvGrpSpPr/>
          <p:nvPr/>
        </p:nvGrpSpPr>
        <p:grpSpPr>
          <a:xfrm>
            <a:off x="3704810" y="1589227"/>
            <a:ext cx="4029490" cy="1399028"/>
            <a:chOff x="2836164" y="1554480"/>
            <a:chExt cx="4029490" cy="139902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F9F2179-0B36-8E95-B103-4F56C1EA499B}"/>
                </a:ext>
              </a:extLst>
            </p:cNvPr>
            <p:cNvGrpSpPr/>
            <p:nvPr/>
          </p:nvGrpSpPr>
          <p:grpSpPr>
            <a:xfrm>
              <a:off x="4605527" y="1554480"/>
              <a:ext cx="1405121" cy="1399028"/>
              <a:chOff x="4754880" y="2185416"/>
              <a:chExt cx="1252728" cy="1257193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4733F07-0AF4-E490-9418-2047DC717ACA}"/>
                  </a:ext>
                </a:extLst>
              </p:cNvPr>
              <p:cNvSpPr/>
              <p:nvPr/>
            </p:nvSpPr>
            <p:spPr>
              <a:xfrm>
                <a:off x="4754880" y="2185416"/>
                <a:ext cx="1252728" cy="124358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1C1E7168-515B-B521-E8CF-198D2B5060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54880" y="2185416"/>
                <a:ext cx="1252728" cy="124358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A528BF7-4332-E133-B2AA-234424113A7D}"/>
                  </a:ext>
                </a:extLst>
              </p:cNvPr>
              <p:cNvSpPr txBox="1"/>
              <p:nvPr/>
            </p:nvSpPr>
            <p:spPr>
              <a:xfrm>
                <a:off x="4818888" y="2258568"/>
                <a:ext cx="3108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=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56669D-4425-B34E-B134-126507163A01}"/>
                  </a:ext>
                </a:extLst>
              </p:cNvPr>
              <p:cNvSpPr txBox="1"/>
              <p:nvPr/>
            </p:nvSpPr>
            <p:spPr>
              <a:xfrm>
                <a:off x="5596128" y="2980944"/>
                <a:ext cx="3108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/>
                  <a:t>~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08164EA-5592-128F-909B-7EE803D33AE5}"/>
                </a:ext>
              </a:extLst>
            </p:cNvPr>
            <p:cNvGrpSpPr/>
            <p:nvPr/>
          </p:nvGrpSpPr>
          <p:grpSpPr>
            <a:xfrm>
              <a:off x="3718560" y="2194554"/>
              <a:ext cx="466344" cy="265163"/>
              <a:chOff x="2825496" y="4197096"/>
              <a:chExt cx="466344" cy="265163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43CEF8EB-0328-0FBF-07E5-DE8DF502454F}"/>
                  </a:ext>
                </a:extLst>
              </p:cNvPr>
              <p:cNvCxnSpPr/>
              <p:nvPr/>
            </p:nvCxnSpPr>
            <p:spPr>
              <a:xfrm>
                <a:off x="2825496" y="4197096"/>
                <a:ext cx="466344" cy="0"/>
              </a:xfrm>
              <a:prstGeom prst="line">
                <a:avLst/>
              </a:prstGeom>
              <a:ln w="38100">
                <a:solidFill>
                  <a:srgbClr val="E9713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D4EE0F24-9EF1-9CB1-C323-D54177E7CAAB}"/>
                  </a:ext>
                </a:extLst>
              </p:cNvPr>
              <p:cNvSpPr/>
              <p:nvPr/>
            </p:nvSpPr>
            <p:spPr>
              <a:xfrm>
                <a:off x="2825496" y="4279386"/>
                <a:ext cx="466344" cy="182873"/>
              </a:xfrm>
              <a:prstGeom prst="arc">
                <a:avLst>
                  <a:gd name="adj1" fmla="val 10761132"/>
                  <a:gd name="adj2" fmla="val 0"/>
                </a:avLst>
              </a:prstGeom>
              <a:ln w="38100">
                <a:solidFill>
                  <a:srgbClr val="E9713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398DD63-4F79-F26B-D1C0-3A48574AE9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32756" y="1755648"/>
              <a:ext cx="157277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F8615C8-FE64-37CB-B69D-3D2515AC8E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1732" y="1755648"/>
              <a:ext cx="0" cy="438906"/>
            </a:xfrm>
            <a:prstGeom prst="line">
              <a:avLst/>
            </a:prstGeom>
            <a:ln w="38100">
              <a:solidFill>
                <a:srgbClr val="E9713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15CEE65-A79C-77F5-F3E8-C3D2D386B4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1732" y="2276844"/>
              <a:ext cx="0" cy="438906"/>
            </a:xfrm>
            <a:prstGeom prst="line">
              <a:avLst/>
            </a:prstGeom>
            <a:ln w="38100">
              <a:solidFill>
                <a:srgbClr val="E9713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03F935E-8CBA-2791-474A-15A6C22F1C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32756" y="2715750"/>
              <a:ext cx="157277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FFB87B2-DCBB-FDB9-41C6-308F4120D227}"/>
                </a:ext>
              </a:extLst>
            </p:cNvPr>
            <p:cNvGrpSpPr/>
            <p:nvPr/>
          </p:nvGrpSpPr>
          <p:grpSpPr>
            <a:xfrm>
              <a:off x="2836164" y="1953105"/>
              <a:ext cx="393186" cy="565188"/>
              <a:chOff x="7434072" y="1865376"/>
              <a:chExt cx="438912" cy="684111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5843C2-501F-6CB6-1A72-B3D2843A75C9}"/>
                  </a:ext>
                </a:extLst>
              </p:cNvPr>
              <p:cNvSpPr/>
              <p:nvPr/>
            </p:nvSpPr>
            <p:spPr>
              <a:xfrm>
                <a:off x="7434072" y="1865376"/>
                <a:ext cx="438912" cy="684111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Isosceles Triangle 16">
                <a:extLst>
                  <a:ext uri="{FF2B5EF4-FFF2-40B4-BE49-F238E27FC236}">
                    <a16:creationId xmlns:a16="http://schemas.microsoft.com/office/drawing/2014/main" id="{6D0FE70D-659C-3A33-A442-0EF056701E03}"/>
                  </a:ext>
                </a:extLst>
              </p:cNvPr>
              <p:cNvSpPr/>
              <p:nvPr/>
            </p:nvSpPr>
            <p:spPr>
              <a:xfrm rot="10800000">
                <a:off x="7434072" y="1865376"/>
                <a:ext cx="438912" cy="301752"/>
              </a:xfrm>
              <a:prstGeom prst="triangl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1E2AE9E-9394-8F28-094D-32CD342E682F}"/>
                </a:ext>
              </a:extLst>
            </p:cNvPr>
            <p:cNvCxnSpPr>
              <a:cxnSpLocks/>
              <a:endCxn id="16" idx="2"/>
            </p:cNvCxnSpPr>
            <p:nvPr/>
          </p:nvCxnSpPr>
          <p:spPr>
            <a:xfrm flipV="1">
              <a:off x="3032757" y="2518293"/>
              <a:ext cx="0" cy="2053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31EE3D5-0EC7-D271-0360-B53D29794CAD}"/>
                </a:ext>
              </a:extLst>
            </p:cNvPr>
            <p:cNvCxnSpPr>
              <a:cxnSpLocks/>
              <a:endCxn id="17" idx="3"/>
            </p:cNvCxnSpPr>
            <p:nvPr/>
          </p:nvCxnSpPr>
          <p:spPr>
            <a:xfrm>
              <a:off x="3032757" y="1747801"/>
              <a:ext cx="0" cy="20530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68EF3BB-B9B7-73BC-FEC0-54F0A5FC14DC}"/>
                </a:ext>
              </a:extLst>
            </p:cNvPr>
            <p:cNvCxnSpPr>
              <a:cxnSpLocks/>
            </p:cNvCxnSpPr>
            <p:nvPr/>
          </p:nvCxnSpPr>
          <p:spPr>
            <a:xfrm>
              <a:off x="6010648" y="1865376"/>
              <a:ext cx="85500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8FBDB9B-474E-E9FF-AB85-7BBFEAE393CE}"/>
                </a:ext>
              </a:extLst>
            </p:cNvPr>
            <p:cNvCxnSpPr>
              <a:cxnSpLocks/>
            </p:cNvCxnSpPr>
            <p:nvPr/>
          </p:nvCxnSpPr>
          <p:spPr>
            <a:xfrm>
              <a:off x="6010648" y="2113058"/>
              <a:ext cx="85500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C9454DD-398D-A226-C1D8-EDA477967F15}"/>
                </a:ext>
              </a:extLst>
            </p:cNvPr>
            <p:cNvCxnSpPr>
              <a:cxnSpLocks/>
            </p:cNvCxnSpPr>
            <p:nvPr/>
          </p:nvCxnSpPr>
          <p:spPr>
            <a:xfrm>
              <a:off x="6010648" y="2439759"/>
              <a:ext cx="85500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65FB76FE-697D-A811-C487-8A1C911F8F8A}"/>
              </a:ext>
            </a:extLst>
          </p:cNvPr>
          <p:cNvSpPr txBox="1"/>
          <p:nvPr/>
        </p:nvSpPr>
        <p:spPr>
          <a:xfrm>
            <a:off x="4317991" y="2868030"/>
            <a:ext cx="994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E97132"/>
                </a:solidFill>
              </a:rPr>
              <a:t>Supercap</a:t>
            </a:r>
            <a:endParaRPr lang="en-US" sz="1400" baseline="-25000" dirty="0">
              <a:solidFill>
                <a:srgbClr val="E9713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86623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988D9B3-14C1-9F54-8C13-7356566D2799}"/>
              </a:ext>
            </a:extLst>
          </p:cNvPr>
          <p:cNvGrpSpPr/>
          <p:nvPr/>
        </p:nvGrpSpPr>
        <p:grpSpPr>
          <a:xfrm>
            <a:off x="2599034" y="2860341"/>
            <a:ext cx="1039512" cy="876129"/>
            <a:chOff x="726806" y="2023777"/>
            <a:chExt cx="1728684" cy="1456982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EB2A73F3-5564-F7BD-9000-7838BB390D95}"/>
                </a:ext>
              </a:extLst>
            </p:cNvPr>
            <p:cNvSpPr/>
            <p:nvPr/>
          </p:nvSpPr>
          <p:spPr>
            <a:xfrm>
              <a:off x="726806" y="2805134"/>
              <a:ext cx="693009" cy="675625"/>
            </a:xfrm>
            <a:prstGeom prst="ellipse">
              <a:avLst/>
            </a:prstGeom>
            <a:solidFill>
              <a:sysClr val="window" lastClr="FFFFFF"/>
            </a:solidFill>
            <a:ln w="19050" cap="flat" cmpd="sng" algn="ctr">
              <a:solidFill>
                <a:schemeClr val="tx2">
                  <a:lumMod val="90000"/>
                  <a:lumOff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chemeClr val="tx2">
                      <a:lumMod val="90000"/>
                      <a:lumOff val="10000"/>
                    </a:scheme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~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433655B-3EA3-4CD7-4E92-F7951D22B3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3310" y="2147221"/>
              <a:ext cx="286400" cy="0"/>
            </a:xfrm>
            <a:prstGeom prst="line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E71260C-2E32-1E48-D13E-7A0005ADDA16}"/>
                </a:ext>
              </a:extLst>
            </p:cNvPr>
            <p:cNvGrpSpPr/>
            <p:nvPr/>
          </p:nvGrpSpPr>
          <p:grpSpPr>
            <a:xfrm>
              <a:off x="1374143" y="2023777"/>
              <a:ext cx="683640" cy="246888"/>
              <a:chOff x="2551176" y="3154680"/>
              <a:chExt cx="2880360" cy="768096"/>
            </a:xfrm>
          </p:grpSpPr>
          <p:sp>
            <p:nvSpPr>
              <p:cNvPr id="13" name="Arc 12">
                <a:extLst>
                  <a:ext uri="{FF2B5EF4-FFF2-40B4-BE49-F238E27FC236}">
                    <a16:creationId xmlns:a16="http://schemas.microsoft.com/office/drawing/2014/main" id="{7F649EC1-AED0-D5A5-5D01-D2D78A4E170C}"/>
                  </a:ext>
                </a:extLst>
              </p:cNvPr>
              <p:cNvSpPr/>
              <p:nvPr/>
            </p:nvSpPr>
            <p:spPr>
              <a:xfrm>
                <a:off x="2551176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4" name="Arc 13">
                <a:extLst>
                  <a:ext uri="{FF2B5EF4-FFF2-40B4-BE49-F238E27FC236}">
                    <a16:creationId xmlns:a16="http://schemas.microsoft.com/office/drawing/2014/main" id="{9E66B003-26EC-B4CD-906A-AA1D77F76E93}"/>
                  </a:ext>
                </a:extLst>
              </p:cNvPr>
              <p:cNvSpPr/>
              <p:nvPr/>
            </p:nvSpPr>
            <p:spPr>
              <a:xfrm>
                <a:off x="3255264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" name="Arc 14">
                <a:extLst>
                  <a:ext uri="{FF2B5EF4-FFF2-40B4-BE49-F238E27FC236}">
                    <a16:creationId xmlns:a16="http://schemas.microsoft.com/office/drawing/2014/main" id="{E391B4E7-2F18-5722-5D9A-9641D73FE864}"/>
                  </a:ext>
                </a:extLst>
              </p:cNvPr>
              <p:cNvSpPr/>
              <p:nvPr/>
            </p:nvSpPr>
            <p:spPr>
              <a:xfrm>
                <a:off x="3959352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AB100292-8174-20ED-B72A-80F6DB1D3B57}"/>
                  </a:ext>
                </a:extLst>
              </p:cNvPr>
              <p:cNvSpPr/>
              <p:nvPr/>
            </p:nvSpPr>
            <p:spPr>
              <a:xfrm>
                <a:off x="4663440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46383FC-9D71-B9E1-43EE-7DB4BFC37BA2}"/>
                </a:ext>
              </a:extLst>
            </p:cNvPr>
            <p:cNvGrpSpPr/>
            <p:nvPr/>
          </p:nvGrpSpPr>
          <p:grpSpPr>
            <a:xfrm>
              <a:off x="2256636" y="2062639"/>
              <a:ext cx="198854" cy="169164"/>
              <a:chOff x="4521709" y="2816352"/>
              <a:chExt cx="1232387" cy="745236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3D7E336B-8906-7646-D1F2-4A55A299C52D}"/>
                  </a:ext>
                </a:extLst>
              </p:cNvPr>
              <p:cNvCxnSpPr/>
              <p:nvPr/>
            </p:nvCxnSpPr>
            <p:spPr>
              <a:xfrm flipV="1">
                <a:off x="4718304" y="2816352"/>
                <a:ext cx="393192" cy="745236"/>
              </a:xfrm>
              <a:prstGeom prst="line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B40E9BE-5AC2-50DB-1ED7-F78D791044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111496" y="2816352"/>
                <a:ext cx="422453" cy="745236"/>
              </a:xfrm>
              <a:prstGeom prst="line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DE12BD5D-6ABF-05C7-AEDF-46E413BA83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33950" y="3188970"/>
                <a:ext cx="220146" cy="372618"/>
              </a:xfrm>
              <a:prstGeom prst="line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F39361A-25A4-40BE-A37E-BBAF1DAAA4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521709" y="3188970"/>
                <a:ext cx="212198" cy="372618"/>
              </a:xfrm>
              <a:prstGeom prst="line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</a:ln>
              <a:effectLst/>
            </p:spPr>
          </p:cxn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3E9EDFA-6238-5CB7-9759-75718B23F3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46798" y="2147221"/>
              <a:ext cx="209839" cy="0"/>
            </a:xfrm>
            <a:prstGeom prst="line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3B58391-CACD-461A-5973-51010C4BC7F7}"/>
                </a:ext>
              </a:extLst>
            </p:cNvPr>
            <p:cNvCxnSpPr>
              <a:cxnSpLocks/>
              <a:stCxn id="3" idx="0"/>
            </p:cNvCxnSpPr>
            <p:nvPr/>
          </p:nvCxnSpPr>
          <p:spPr>
            <a:xfrm flipV="1">
              <a:off x="1073311" y="2147221"/>
              <a:ext cx="0" cy="657913"/>
            </a:xfrm>
            <a:prstGeom prst="line">
              <a:avLst/>
            </a:prstGeom>
            <a:noFill/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E94097A2-D356-F9DA-7075-3233A47EDBBD}"/>
              </a:ext>
            </a:extLst>
          </p:cNvPr>
          <p:cNvSpPr/>
          <p:nvPr/>
        </p:nvSpPr>
        <p:spPr>
          <a:xfrm>
            <a:off x="3557993" y="3639344"/>
            <a:ext cx="693008" cy="675624"/>
          </a:xfrm>
          <a:prstGeom prst="ellipse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7F11D5A-F819-DD2F-7AE2-9003A1D162B5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3904497" y="2934571"/>
            <a:ext cx="0" cy="704773"/>
          </a:xfrm>
          <a:prstGeom prst="line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miter lim="800000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E2F877B-2A4E-8E35-0C4B-3FDCD5B3DF5A}"/>
              </a:ext>
            </a:extLst>
          </p:cNvPr>
          <p:cNvCxnSpPr>
            <a:cxnSpLocks/>
          </p:cNvCxnSpPr>
          <p:nvPr/>
        </p:nvCxnSpPr>
        <p:spPr>
          <a:xfrm flipV="1">
            <a:off x="3904497" y="3827407"/>
            <a:ext cx="0" cy="283651"/>
          </a:xfrm>
          <a:prstGeom prst="straightConnector1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137E201-31DF-BD15-CD85-32666395D644}"/>
              </a:ext>
            </a:extLst>
          </p:cNvPr>
          <p:cNvCxnSpPr>
            <a:cxnSpLocks/>
          </p:cNvCxnSpPr>
          <p:nvPr/>
        </p:nvCxnSpPr>
        <p:spPr>
          <a:xfrm flipH="1">
            <a:off x="3638546" y="2934571"/>
            <a:ext cx="858016" cy="0"/>
          </a:xfrm>
          <a:prstGeom prst="line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headEnd type="diamond" w="lg" len="lg"/>
            <a:tailEnd type="none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A57D791-39F2-F351-B078-7C911522DB85}"/>
              </a:ext>
            </a:extLst>
          </p:cNvPr>
          <p:cNvSpPr txBox="1"/>
          <p:nvPr/>
        </p:nvSpPr>
        <p:spPr>
          <a:xfrm>
            <a:off x="4399568" y="3714804"/>
            <a:ext cx="787328" cy="600164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indent="0" algn="l">
              <a:buNone/>
            </a:pPr>
            <a:r>
              <a:rPr lang="en-US" sz="1200" spc="70" dirty="0">
                <a:solidFill>
                  <a:schemeClr val="accent2"/>
                </a:solidFill>
                <a:latin typeface="Source Sans 3 Light" panose="020B0403030403020204" pitchFamily="34" charset="0"/>
              </a:rPr>
              <a:t>Current Source Controls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2DE69E0-D811-CB9A-0349-651C0DD3FC65}"/>
              </a:ext>
            </a:extLst>
          </p:cNvPr>
          <p:cNvCxnSpPr>
            <a:cxnSpLocks/>
          </p:cNvCxnSpPr>
          <p:nvPr/>
        </p:nvCxnSpPr>
        <p:spPr>
          <a:xfrm flipV="1">
            <a:off x="4067554" y="3062243"/>
            <a:ext cx="0" cy="471089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2EDFD9F-35BB-5671-A086-475E6B556DDB}"/>
              </a:ext>
            </a:extLst>
          </p:cNvPr>
          <p:cNvSpPr txBox="1"/>
          <p:nvPr/>
        </p:nvSpPr>
        <p:spPr>
          <a:xfrm>
            <a:off x="1443359" y="3062243"/>
            <a:ext cx="1127221" cy="600164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indent="0" algn="l">
              <a:buNone/>
            </a:pPr>
            <a:r>
              <a:rPr lang="en-US" sz="1200" spc="70" dirty="0">
                <a:solidFill>
                  <a:srgbClr val="0070C0"/>
                </a:solidFill>
                <a:latin typeface="Source Sans 3 Light" panose="020B0403030403020204" pitchFamily="34" charset="0"/>
              </a:rPr>
              <a:t>Machine-model with reduced rating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086BE94-6348-4933-FA16-E409951805B6}"/>
              </a:ext>
            </a:extLst>
          </p:cNvPr>
          <p:cNvCxnSpPr>
            <a:cxnSpLocks/>
          </p:cNvCxnSpPr>
          <p:nvPr/>
        </p:nvCxnSpPr>
        <p:spPr>
          <a:xfrm>
            <a:off x="3003674" y="2660489"/>
            <a:ext cx="515295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C0F85A6-A12B-6F37-E226-DC0DD1EC8340}"/>
              </a:ext>
            </a:extLst>
          </p:cNvPr>
          <p:cNvSpPr txBox="1"/>
          <p:nvPr/>
        </p:nvSpPr>
        <p:spPr>
          <a:xfrm>
            <a:off x="4191810" y="3214794"/>
            <a:ext cx="536545" cy="230832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indent="0" algn="l">
              <a:buNone/>
            </a:pPr>
            <a:r>
              <a:rPr lang="en-US" sz="1200" spc="70" dirty="0">
                <a:latin typeface="Source Sans 3 Light" panose="020B0403030403020204" pitchFamily="34" charset="0"/>
              </a:rPr>
              <a:t>i</a:t>
            </a:r>
            <a:r>
              <a:rPr lang="en-US" sz="1200" spc="70" baseline="-25000" dirty="0">
                <a:latin typeface="Source Sans 3 Light" panose="020B0403030403020204" pitchFamily="34" charset="0"/>
              </a:rPr>
              <a:t>GFL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78ED8E-274A-8431-48AB-B6A2C4AB2042}"/>
              </a:ext>
            </a:extLst>
          </p:cNvPr>
          <p:cNvSpPr txBox="1"/>
          <p:nvPr/>
        </p:nvSpPr>
        <p:spPr>
          <a:xfrm>
            <a:off x="3102001" y="2408032"/>
            <a:ext cx="536545" cy="230832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indent="0" algn="l">
              <a:buNone/>
            </a:pPr>
            <a:r>
              <a:rPr lang="en-US" sz="1200" spc="70" dirty="0">
                <a:latin typeface="Source Sans 3 Light" panose="020B0403030403020204" pitchFamily="34" charset="0"/>
              </a:rPr>
              <a:t>i</a:t>
            </a:r>
            <a:r>
              <a:rPr lang="en-US" sz="1200" spc="70" baseline="-25000" dirty="0">
                <a:latin typeface="Source Sans 3 Light" panose="020B0403030403020204" pitchFamily="34" charset="0"/>
              </a:rPr>
              <a:t>machine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570DE6-C47F-E40D-03A6-0EDD7BE533D0}"/>
              </a:ext>
            </a:extLst>
          </p:cNvPr>
          <p:cNvSpPr txBox="1"/>
          <p:nvPr/>
        </p:nvSpPr>
        <p:spPr>
          <a:xfrm>
            <a:off x="4082242" y="2423237"/>
            <a:ext cx="536545" cy="230832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indent="0" algn="l">
              <a:buNone/>
            </a:pPr>
            <a:r>
              <a:rPr lang="en-US" sz="1200" spc="70" dirty="0">
                <a:latin typeface="Source Sans 3 Light" panose="020B0403030403020204" pitchFamily="34" charset="0"/>
              </a:rPr>
              <a:t>i</a:t>
            </a:r>
            <a:r>
              <a:rPr lang="en-US" sz="1200" spc="70" baseline="-25000" dirty="0">
                <a:latin typeface="Source Sans 3 Light" panose="020B0403030403020204" pitchFamily="34" charset="0"/>
              </a:rPr>
              <a:t>ref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5EDE3A0-F4D4-0281-B739-958F2AB10597}"/>
              </a:ext>
            </a:extLst>
          </p:cNvPr>
          <p:cNvCxnSpPr>
            <a:cxnSpLocks/>
          </p:cNvCxnSpPr>
          <p:nvPr/>
        </p:nvCxnSpPr>
        <p:spPr>
          <a:xfrm>
            <a:off x="3981266" y="2622828"/>
            <a:ext cx="515295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D82FAF07-1F80-D079-A253-5E29B7858436}"/>
              </a:ext>
            </a:extLst>
          </p:cNvPr>
          <p:cNvSpPr/>
          <p:nvPr/>
        </p:nvSpPr>
        <p:spPr>
          <a:xfrm>
            <a:off x="7315505" y="3641698"/>
            <a:ext cx="693009" cy="675625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</a:rPr>
              <a:t>~</a:t>
            </a:r>
            <a:endParaRPr lang="en-US" sz="1100" dirty="0">
              <a:solidFill>
                <a:schemeClr val="accent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B6D04CF-F165-231B-4F95-273E541D45B1}"/>
              </a:ext>
            </a:extLst>
          </p:cNvPr>
          <p:cNvCxnSpPr>
            <a:cxnSpLocks/>
          </p:cNvCxnSpPr>
          <p:nvPr/>
        </p:nvCxnSpPr>
        <p:spPr>
          <a:xfrm flipH="1">
            <a:off x="7662009" y="2983785"/>
            <a:ext cx="286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12F3FDC-05B6-555F-8E9D-EC4152CE64F9}"/>
              </a:ext>
            </a:extLst>
          </p:cNvPr>
          <p:cNvGrpSpPr/>
          <p:nvPr/>
        </p:nvGrpSpPr>
        <p:grpSpPr>
          <a:xfrm>
            <a:off x="7962842" y="2860341"/>
            <a:ext cx="1209158" cy="246888"/>
            <a:chOff x="6830568" y="2084592"/>
            <a:chExt cx="1209158" cy="24688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48E7F73-1949-4BAC-1740-36C746640C7F}"/>
                </a:ext>
              </a:extLst>
            </p:cNvPr>
            <p:cNvGrpSpPr/>
            <p:nvPr/>
          </p:nvGrpSpPr>
          <p:grpSpPr>
            <a:xfrm>
              <a:off x="6830568" y="2084592"/>
              <a:ext cx="683640" cy="246888"/>
              <a:chOff x="2551176" y="3154680"/>
              <a:chExt cx="2880360" cy="768096"/>
            </a:xfrm>
          </p:grpSpPr>
          <p:sp>
            <p:nvSpPr>
              <p:cNvPr id="42" name="Arc 41">
                <a:extLst>
                  <a:ext uri="{FF2B5EF4-FFF2-40B4-BE49-F238E27FC236}">
                    <a16:creationId xmlns:a16="http://schemas.microsoft.com/office/drawing/2014/main" id="{38F0D17C-4F40-239E-E471-72FD7EE63F23}"/>
                  </a:ext>
                </a:extLst>
              </p:cNvPr>
              <p:cNvSpPr/>
              <p:nvPr/>
            </p:nvSpPr>
            <p:spPr>
              <a:xfrm>
                <a:off x="2551176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Arc 42">
                <a:extLst>
                  <a:ext uri="{FF2B5EF4-FFF2-40B4-BE49-F238E27FC236}">
                    <a16:creationId xmlns:a16="http://schemas.microsoft.com/office/drawing/2014/main" id="{6A2B5623-8FDD-9D4E-93EA-43E346EE014E}"/>
                  </a:ext>
                </a:extLst>
              </p:cNvPr>
              <p:cNvSpPr/>
              <p:nvPr/>
            </p:nvSpPr>
            <p:spPr>
              <a:xfrm>
                <a:off x="3255264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Arc 43">
                <a:extLst>
                  <a:ext uri="{FF2B5EF4-FFF2-40B4-BE49-F238E27FC236}">
                    <a16:creationId xmlns:a16="http://schemas.microsoft.com/office/drawing/2014/main" id="{168CAFFE-6A8F-6BB5-5433-C86CAD224D76}"/>
                  </a:ext>
                </a:extLst>
              </p:cNvPr>
              <p:cNvSpPr/>
              <p:nvPr/>
            </p:nvSpPr>
            <p:spPr>
              <a:xfrm>
                <a:off x="3959352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B84870FE-06BD-9A48-0E66-C19C4DB3873A}"/>
                  </a:ext>
                </a:extLst>
              </p:cNvPr>
              <p:cNvSpPr/>
              <p:nvPr/>
            </p:nvSpPr>
            <p:spPr>
              <a:xfrm>
                <a:off x="4663440" y="3154680"/>
                <a:ext cx="768096" cy="768096"/>
              </a:xfrm>
              <a:prstGeom prst="arc">
                <a:avLst>
                  <a:gd name="adj1" fmla="val 9491915"/>
                  <a:gd name="adj2" fmla="val 1379323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486808B-CE0B-FF31-023D-EB589EC03113}"/>
                </a:ext>
              </a:extLst>
            </p:cNvPr>
            <p:cNvGrpSpPr/>
            <p:nvPr/>
          </p:nvGrpSpPr>
          <p:grpSpPr>
            <a:xfrm>
              <a:off x="7713062" y="2123454"/>
              <a:ext cx="326664" cy="169164"/>
              <a:chOff x="4521709" y="2816352"/>
              <a:chExt cx="2024480" cy="745236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8EEF78BA-76B3-7F6E-C422-28EB8027BA6E}"/>
                  </a:ext>
                </a:extLst>
              </p:cNvPr>
              <p:cNvCxnSpPr/>
              <p:nvPr/>
            </p:nvCxnSpPr>
            <p:spPr>
              <a:xfrm flipV="1">
                <a:off x="4718304" y="2816352"/>
                <a:ext cx="393192" cy="74523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178CF1B-C60C-6FDB-D061-149A61ABEC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111496" y="2816352"/>
                <a:ext cx="422453" cy="74523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3A46A172-EC98-F274-986C-4A9D1A6D0FB5}"/>
                  </a:ext>
                </a:extLst>
              </p:cNvPr>
              <p:cNvCxnSpPr/>
              <p:nvPr/>
            </p:nvCxnSpPr>
            <p:spPr>
              <a:xfrm flipV="1">
                <a:off x="5533949" y="2816352"/>
                <a:ext cx="393192" cy="74523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775E070-4811-146B-D462-3335F9CD6F2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27141" y="2816352"/>
                <a:ext cx="422453" cy="74523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9DEC798-0ED4-8F14-F4F7-BF9AF88D5F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49594" y="3188969"/>
                <a:ext cx="196595" cy="37261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E374AE5-A63B-12DD-8911-ED2CB4575A2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521709" y="3188970"/>
                <a:ext cx="212198" cy="37261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CB53234-9BD3-812F-8731-AF278D54BB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03223" y="2208036"/>
              <a:ext cx="20983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2379C7-0224-EEA4-FB7B-A58293A77A07}"/>
              </a:ext>
            </a:extLst>
          </p:cNvPr>
          <p:cNvCxnSpPr>
            <a:cxnSpLocks/>
            <a:stCxn id="29" idx="0"/>
          </p:cNvCxnSpPr>
          <p:nvPr/>
        </p:nvCxnSpPr>
        <p:spPr>
          <a:xfrm flipV="1">
            <a:off x="7662010" y="2983785"/>
            <a:ext cx="0" cy="6579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8CD951CB-5CA6-643C-48D8-DD59FFDCBE85}"/>
              </a:ext>
            </a:extLst>
          </p:cNvPr>
          <p:cNvSpPr/>
          <p:nvPr/>
        </p:nvSpPr>
        <p:spPr>
          <a:xfrm>
            <a:off x="9286572" y="3689385"/>
            <a:ext cx="693008" cy="675624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B684795-47D5-A9A6-DEF4-503017B75D30}"/>
              </a:ext>
            </a:extLst>
          </p:cNvPr>
          <p:cNvCxnSpPr>
            <a:cxnSpLocks/>
          </p:cNvCxnSpPr>
          <p:nvPr/>
        </p:nvCxnSpPr>
        <p:spPr>
          <a:xfrm flipH="1" flipV="1">
            <a:off x="9165664" y="2983785"/>
            <a:ext cx="1193250" cy="827"/>
          </a:xfrm>
          <a:prstGeom prst="line">
            <a:avLst/>
          </a:prstGeom>
          <a:ln>
            <a:headEnd type="diamond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0AE5938-0FA5-4D82-14E0-6D98B5687F1C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9633076" y="2984612"/>
            <a:ext cx="0" cy="70477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7324573-FAA8-25DC-2548-ED77BF5C4B41}"/>
              </a:ext>
            </a:extLst>
          </p:cNvPr>
          <p:cNvCxnSpPr>
            <a:cxnSpLocks/>
          </p:cNvCxnSpPr>
          <p:nvPr/>
        </p:nvCxnSpPr>
        <p:spPr>
          <a:xfrm flipV="1">
            <a:off x="9633076" y="3827407"/>
            <a:ext cx="0" cy="43368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D51563C-971D-2581-0D29-5A430CB0EA64}"/>
              </a:ext>
            </a:extLst>
          </p:cNvPr>
          <p:cNvCxnSpPr>
            <a:cxnSpLocks/>
          </p:cNvCxnSpPr>
          <p:nvPr/>
        </p:nvCxnSpPr>
        <p:spPr>
          <a:xfrm>
            <a:off x="8227191" y="2765264"/>
            <a:ext cx="53556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9284A9B-AFCE-9181-FA71-057CBACB5A6B}"/>
              </a:ext>
            </a:extLst>
          </p:cNvPr>
          <p:cNvCxnSpPr>
            <a:cxnSpLocks/>
          </p:cNvCxnSpPr>
          <p:nvPr/>
        </p:nvCxnSpPr>
        <p:spPr>
          <a:xfrm>
            <a:off x="9800146" y="2781989"/>
            <a:ext cx="556139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FFDC47C-70AB-2F53-A0F7-C75DE87E6295}"/>
              </a:ext>
            </a:extLst>
          </p:cNvPr>
          <p:cNvSpPr txBox="1"/>
          <p:nvPr/>
        </p:nvSpPr>
        <p:spPr>
          <a:xfrm>
            <a:off x="8008514" y="2472132"/>
            <a:ext cx="87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</a:t>
            </a:r>
            <a:r>
              <a:rPr lang="en-US" sz="1200" baseline="-25000" dirty="0"/>
              <a:t>machine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5D40FFB-56C2-3C57-6608-E3473E47545B}"/>
              </a:ext>
            </a:extLst>
          </p:cNvPr>
          <p:cNvSpPr txBox="1"/>
          <p:nvPr/>
        </p:nvSpPr>
        <p:spPr>
          <a:xfrm>
            <a:off x="9746298" y="2472132"/>
            <a:ext cx="5561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</a:t>
            </a:r>
            <a:r>
              <a:rPr lang="en-US" sz="1200" baseline="-25000" dirty="0"/>
              <a:t>ref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FE6086F-6FD3-BE4F-4B57-7C8EB87E3FF3}"/>
              </a:ext>
            </a:extLst>
          </p:cNvPr>
          <p:cNvSpPr txBox="1"/>
          <p:nvPr/>
        </p:nvSpPr>
        <p:spPr>
          <a:xfrm>
            <a:off x="9752520" y="3270012"/>
            <a:ext cx="5561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</a:t>
            </a:r>
            <a:r>
              <a:rPr lang="en-US" sz="1200" baseline="-25000" dirty="0"/>
              <a:t>GFL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04BB3B4-947F-84A6-5D77-89FAE8D43A85}"/>
              </a:ext>
            </a:extLst>
          </p:cNvPr>
          <p:cNvCxnSpPr>
            <a:cxnSpLocks/>
          </p:cNvCxnSpPr>
          <p:nvPr/>
        </p:nvCxnSpPr>
        <p:spPr>
          <a:xfrm flipV="1">
            <a:off x="9774181" y="3193103"/>
            <a:ext cx="0" cy="35142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DFB7AC4-4972-1C5C-14EA-D7C3EB814799}"/>
              </a:ext>
            </a:extLst>
          </p:cNvPr>
          <p:cNvSpPr txBox="1"/>
          <p:nvPr/>
        </p:nvSpPr>
        <p:spPr>
          <a:xfrm>
            <a:off x="8974585" y="4539097"/>
            <a:ext cx="1287483" cy="415498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indent="0" algn="ctr">
              <a:buNone/>
            </a:pPr>
            <a:r>
              <a:rPr lang="en-US" sz="1200" spc="70" dirty="0">
                <a:solidFill>
                  <a:schemeClr val="accent2"/>
                </a:solidFill>
                <a:latin typeface="Source Sans 3 Light" panose="020B0403030403020204" pitchFamily="34" charset="0"/>
              </a:rPr>
              <a:t>Current Source Controls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85E22CF-34AD-4A82-8F3B-FB1589F8BD3D}"/>
              </a:ext>
            </a:extLst>
          </p:cNvPr>
          <p:cNvSpPr txBox="1"/>
          <p:nvPr/>
        </p:nvSpPr>
        <p:spPr>
          <a:xfrm>
            <a:off x="7173838" y="4446764"/>
            <a:ext cx="1549142" cy="600164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indent="0" algn="ctr">
              <a:buNone/>
            </a:pPr>
            <a:r>
              <a:rPr lang="en-US" sz="1200" spc="70" dirty="0">
                <a:solidFill>
                  <a:srgbClr val="0070C0"/>
                </a:solidFill>
                <a:latin typeface="Source Sans 3 Light" panose="020B0403030403020204" pitchFamily="34" charset="0"/>
              </a:rPr>
              <a:t>Machine-model</a:t>
            </a:r>
          </a:p>
          <a:p>
            <a:pPr marL="0" indent="0" algn="ctr">
              <a:buNone/>
            </a:pPr>
            <a:r>
              <a:rPr lang="en-US" sz="1200" spc="70" dirty="0">
                <a:solidFill>
                  <a:srgbClr val="0070C0"/>
                </a:solidFill>
                <a:latin typeface="Source Sans 3 Light" panose="020B0403030403020204" pitchFamily="34" charset="0"/>
              </a:rPr>
              <a:t>(Virtual Synchronous Condensor)</a:t>
            </a:r>
          </a:p>
        </p:txBody>
      </p:sp>
    </p:spTree>
    <p:extLst>
      <p:ext uri="{BB962C8B-B14F-4D97-AF65-F5344CB8AC3E}">
        <p14:creationId xmlns:p14="http://schemas.microsoft.com/office/powerpoint/2010/main" val="3896252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785EF-84E6-A554-97FB-9E58221AA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Rectangle 357">
            <a:extLst>
              <a:ext uri="{FF2B5EF4-FFF2-40B4-BE49-F238E27FC236}">
                <a16:creationId xmlns:a16="http://schemas.microsoft.com/office/drawing/2014/main" id="{568495A3-7EE8-3E8C-EAB2-2B0A54D15867}"/>
              </a:ext>
            </a:extLst>
          </p:cNvPr>
          <p:cNvSpPr/>
          <p:nvPr/>
        </p:nvSpPr>
        <p:spPr>
          <a:xfrm>
            <a:off x="5536564" y="1010787"/>
            <a:ext cx="4946815" cy="5311353"/>
          </a:xfrm>
          <a:prstGeom prst="rect">
            <a:avLst/>
          </a:prstGeom>
          <a:solidFill>
            <a:srgbClr val="E4EEE4">
              <a:alpha val="50196"/>
            </a:srgb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3E2A2941-C2E3-6898-ACC5-125DD9AD98DB}"/>
              </a:ext>
            </a:extLst>
          </p:cNvPr>
          <p:cNvSpPr/>
          <p:nvPr/>
        </p:nvSpPr>
        <p:spPr>
          <a:xfrm>
            <a:off x="1270849" y="1010788"/>
            <a:ext cx="3995312" cy="5311353"/>
          </a:xfrm>
          <a:prstGeom prst="rect">
            <a:avLst/>
          </a:prstGeom>
          <a:solidFill>
            <a:srgbClr val="F2F2F2">
              <a:alpha val="69804"/>
            </a:srgb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20F9230B-15DF-CE2F-3410-9FB6C2BA653F}"/>
              </a:ext>
            </a:extLst>
          </p:cNvPr>
          <p:cNvCxnSpPr>
            <a:cxnSpLocks/>
          </p:cNvCxnSpPr>
          <p:nvPr/>
        </p:nvCxnSpPr>
        <p:spPr>
          <a:xfrm flipH="1">
            <a:off x="3089805" y="1320558"/>
            <a:ext cx="680252" cy="0"/>
          </a:xfrm>
          <a:prstGeom prst="line">
            <a:avLst/>
          </a:prstGeom>
          <a:noFill/>
          <a:ln w="57150" cap="flat" cmpd="sng" algn="ctr">
            <a:solidFill>
              <a:srgbClr val="000000"/>
            </a:solidFill>
            <a:prstDash val="solid"/>
            <a:miter lim="800000"/>
          </a:ln>
          <a:effectLst/>
        </p:spPr>
      </p:cxn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81A198D6-AA13-2534-4619-E1A3E6EBA9D8}"/>
              </a:ext>
            </a:extLst>
          </p:cNvPr>
          <p:cNvGrpSpPr/>
          <p:nvPr/>
        </p:nvGrpSpPr>
        <p:grpSpPr>
          <a:xfrm>
            <a:off x="3363036" y="1584950"/>
            <a:ext cx="199711" cy="334311"/>
            <a:chOff x="3362633" y="2910348"/>
            <a:chExt cx="351756" cy="526026"/>
          </a:xfrm>
        </p:grpSpPr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2C2B6B5E-4283-21BF-185F-3776C62DF0C9}"/>
                </a:ext>
              </a:extLst>
            </p:cNvPr>
            <p:cNvSpPr/>
            <p:nvPr/>
          </p:nvSpPr>
          <p:spPr>
            <a:xfrm>
              <a:off x="3362633" y="2910348"/>
              <a:ext cx="351756" cy="363826"/>
            </a:xfrm>
            <a:prstGeom prst="ellipse">
              <a:avLst/>
            </a:prstGeom>
            <a:noFill/>
            <a:ln w="19050" cap="flat" cmpd="sng" algn="ctr">
              <a:solidFill>
                <a:srgbClr val="569EA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EEF59B2F-24E0-24D5-B8D4-1BDA10F46916}"/>
                </a:ext>
              </a:extLst>
            </p:cNvPr>
            <p:cNvSpPr/>
            <p:nvPr/>
          </p:nvSpPr>
          <p:spPr>
            <a:xfrm>
              <a:off x="3362633" y="3072548"/>
              <a:ext cx="351756" cy="363826"/>
            </a:xfrm>
            <a:prstGeom prst="ellipse">
              <a:avLst/>
            </a:prstGeom>
            <a:noFill/>
            <a:ln w="19050" cap="flat" cmpd="sng" algn="ctr">
              <a:solidFill>
                <a:srgbClr val="569EA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AAE5915-86AC-E88C-EBD4-BA81FB202D04}"/>
              </a:ext>
            </a:extLst>
          </p:cNvPr>
          <p:cNvCxnSpPr>
            <a:cxnSpLocks/>
            <a:endCxn id="128" idx="0"/>
          </p:cNvCxnSpPr>
          <p:nvPr/>
        </p:nvCxnSpPr>
        <p:spPr>
          <a:xfrm>
            <a:off x="3460163" y="1340934"/>
            <a:ext cx="2729" cy="244016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</a:ln>
          <a:effectLst/>
        </p:spPr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7F54AA20-6E0A-BE25-3A21-FDBA0807A15F}"/>
              </a:ext>
            </a:extLst>
          </p:cNvPr>
          <p:cNvCxnSpPr>
            <a:cxnSpLocks/>
            <a:stCxn id="129" idx="4"/>
          </p:cNvCxnSpPr>
          <p:nvPr/>
        </p:nvCxnSpPr>
        <p:spPr>
          <a:xfrm>
            <a:off x="3462892" y="1919261"/>
            <a:ext cx="0" cy="303147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</a:ln>
          <a:effectLst/>
        </p:spPr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5C0C818D-D360-39CB-FDCA-5309AC2BE010}"/>
              </a:ext>
            </a:extLst>
          </p:cNvPr>
          <p:cNvCxnSpPr>
            <a:cxnSpLocks/>
          </p:cNvCxnSpPr>
          <p:nvPr/>
        </p:nvCxnSpPr>
        <p:spPr>
          <a:xfrm flipH="1">
            <a:off x="1711427" y="2560806"/>
            <a:ext cx="3206038" cy="0"/>
          </a:xfrm>
          <a:prstGeom prst="line">
            <a:avLst/>
          </a:prstGeom>
          <a:noFill/>
          <a:ln w="57150" cap="flat" cmpd="sng" algn="ctr">
            <a:solidFill>
              <a:srgbClr val="000000"/>
            </a:solidFill>
            <a:prstDash val="solid"/>
            <a:miter lim="800000"/>
          </a:ln>
          <a:effectLst/>
        </p:spPr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97447602-DD07-AEE8-659C-F4E360033F59}"/>
              </a:ext>
            </a:extLst>
          </p:cNvPr>
          <p:cNvSpPr/>
          <p:nvPr/>
        </p:nvSpPr>
        <p:spPr>
          <a:xfrm>
            <a:off x="3367774" y="2220342"/>
            <a:ext cx="199711" cy="154987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F378D1C5-8696-85CC-A6B7-1BBBC93D4739}"/>
              </a:ext>
            </a:extLst>
          </p:cNvPr>
          <p:cNvSpPr/>
          <p:nvPr/>
        </p:nvSpPr>
        <p:spPr>
          <a:xfrm>
            <a:off x="2404260" y="2218921"/>
            <a:ext cx="199711" cy="154987"/>
          </a:xfrm>
          <a:prstGeom prst="rect">
            <a:avLst/>
          </a:prstGeom>
          <a:solidFill>
            <a:srgbClr val="00B050"/>
          </a:solidFill>
          <a:ln w="190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20A5E744-248F-38A2-139A-EF9013B5CFAE}"/>
              </a:ext>
            </a:extLst>
          </p:cNvPr>
          <p:cNvCxnSpPr>
            <a:cxnSpLocks/>
            <a:stCxn id="134" idx="3"/>
            <a:endCxn id="133" idx="1"/>
          </p:cNvCxnSpPr>
          <p:nvPr/>
        </p:nvCxnSpPr>
        <p:spPr>
          <a:xfrm>
            <a:off x="2603971" y="2296415"/>
            <a:ext cx="763803" cy="1421"/>
          </a:xfrm>
          <a:prstGeom prst="line">
            <a:avLst/>
          </a:prstGeom>
          <a:noFill/>
          <a:ln w="19050" cap="flat" cmpd="sng" algn="ctr">
            <a:solidFill>
              <a:srgbClr val="FFFFFF">
                <a:lumMod val="75000"/>
              </a:srgbClr>
            </a:solidFill>
            <a:prstDash val="sysDash"/>
            <a:miter lim="800000"/>
          </a:ln>
          <a:effectLst/>
        </p:spPr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610953C4-3BB5-4250-8F5C-5E74372A934F}"/>
              </a:ext>
            </a:extLst>
          </p:cNvPr>
          <p:cNvCxnSpPr>
            <a:cxnSpLocks/>
            <a:stCxn id="133" idx="2"/>
          </p:cNvCxnSpPr>
          <p:nvPr/>
        </p:nvCxnSpPr>
        <p:spPr>
          <a:xfrm>
            <a:off x="3467630" y="2375329"/>
            <a:ext cx="0" cy="199621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</a:ln>
          <a:effectLst/>
        </p:spPr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135D74EC-753D-B13E-72CA-17BFC8C52073}"/>
              </a:ext>
            </a:extLst>
          </p:cNvPr>
          <p:cNvCxnSpPr>
            <a:cxnSpLocks/>
            <a:stCxn id="134" idx="2"/>
          </p:cNvCxnSpPr>
          <p:nvPr/>
        </p:nvCxnSpPr>
        <p:spPr>
          <a:xfrm>
            <a:off x="2504116" y="2373908"/>
            <a:ext cx="0" cy="186898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</a:ln>
          <a:effectLst/>
        </p:spPr>
      </p:cxnSp>
      <p:pic>
        <p:nvPicPr>
          <p:cNvPr id="138" name="Picture 137">
            <a:extLst>
              <a:ext uri="{FF2B5EF4-FFF2-40B4-BE49-F238E27FC236}">
                <a16:creationId xmlns:a16="http://schemas.microsoft.com/office/drawing/2014/main" id="{C9CA656A-6B44-D92C-8AC7-A10FCF1F6ED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8679" t="22691" r="20689" b="23384"/>
          <a:stretch>
            <a:fillRect/>
          </a:stretch>
        </p:blipFill>
        <p:spPr>
          <a:xfrm>
            <a:off x="1380915" y="1736809"/>
            <a:ext cx="881156" cy="366725"/>
          </a:xfrm>
          <a:prstGeom prst="rect">
            <a:avLst/>
          </a:prstGeom>
        </p:spPr>
      </p:pic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20AB527C-4AFB-7703-403C-5C5F7E55E545}"/>
              </a:ext>
            </a:extLst>
          </p:cNvPr>
          <p:cNvCxnSpPr>
            <a:cxnSpLocks/>
          </p:cNvCxnSpPr>
          <p:nvPr/>
        </p:nvCxnSpPr>
        <p:spPr>
          <a:xfrm>
            <a:off x="2502698" y="1915774"/>
            <a:ext cx="0" cy="303147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</a:ln>
          <a:effectLst/>
        </p:spPr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181008B6-436B-FA50-A48F-E9B9BF720D9D}"/>
              </a:ext>
            </a:extLst>
          </p:cNvPr>
          <p:cNvCxnSpPr>
            <a:cxnSpLocks/>
            <a:stCxn id="138" idx="3"/>
          </p:cNvCxnSpPr>
          <p:nvPr/>
        </p:nvCxnSpPr>
        <p:spPr>
          <a:xfrm>
            <a:off x="2262071" y="1920172"/>
            <a:ext cx="237308" cy="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</a:ln>
          <a:effectLst/>
        </p:spPr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11EEFC7A-B3CA-B23B-CDA4-9B5B91A6493A}"/>
              </a:ext>
            </a:extLst>
          </p:cNvPr>
          <p:cNvSpPr txBox="1"/>
          <p:nvPr/>
        </p:nvSpPr>
        <p:spPr>
          <a:xfrm>
            <a:off x="1427678" y="2095187"/>
            <a:ext cx="881155" cy="200055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7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ource Sans 3 Light" panose="020B0403030403020204" pitchFamily="34" charset="0"/>
                <a:ea typeface="+mn-ea"/>
                <a:cs typeface="+mn-cs"/>
              </a:rPr>
              <a:t>Gas turbine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4D689E7-1F79-30CA-D74B-6A2164D793CE}"/>
              </a:ext>
            </a:extLst>
          </p:cNvPr>
          <p:cNvSpPr txBox="1"/>
          <p:nvPr/>
        </p:nvSpPr>
        <p:spPr>
          <a:xfrm>
            <a:off x="2683290" y="1954379"/>
            <a:ext cx="620591" cy="353943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7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ource Sans 3 Light" panose="020B0403030403020204" pitchFamily="34" charset="0"/>
                <a:ea typeface="+mn-ea"/>
                <a:cs typeface="+mn-cs"/>
              </a:rPr>
              <a:t>Transfer switch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9B3C7707-DFD5-26C8-0FDF-EBC99A6C1A04}"/>
              </a:ext>
            </a:extLst>
          </p:cNvPr>
          <p:cNvGrpSpPr/>
          <p:nvPr/>
        </p:nvGrpSpPr>
        <p:grpSpPr>
          <a:xfrm>
            <a:off x="1531907" y="2574341"/>
            <a:ext cx="1098447" cy="3636698"/>
            <a:chOff x="1088842" y="2754803"/>
            <a:chExt cx="1098447" cy="3636698"/>
          </a:xfrm>
        </p:grpSpPr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6CB03F26-5732-FE9C-52B8-30C24525009E}"/>
                </a:ext>
              </a:extLst>
            </p:cNvPr>
            <p:cNvCxnSpPr>
              <a:cxnSpLocks/>
              <a:endCxn id="175" idx="0"/>
            </p:cNvCxnSpPr>
            <p:nvPr/>
          </p:nvCxnSpPr>
          <p:spPr>
            <a:xfrm>
              <a:off x="1884863" y="2754803"/>
              <a:ext cx="2875" cy="452500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B9E9415D-5A8D-0C54-9473-80A0BC07C2D3}"/>
                </a:ext>
              </a:extLst>
            </p:cNvPr>
            <p:cNvGrpSpPr/>
            <p:nvPr/>
          </p:nvGrpSpPr>
          <p:grpSpPr>
            <a:xfrm>
              <a:off x="1787882" y="3207303"/>
              <a:ext cx="199711" cy="334311"/>
              <a:chOff x="3362633" y="2910348"/>
              <a:chExt cx="351756" cy="526026"/>
            </a:xfrm>
          </p:grpSpPr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EFB8EDA6-FAAB-F56B-94A2-CF7A0A96C674}"/>
                  </a:ext>
                </a:extLst>
              </p:cNvPr>
              <p:cNvSpPr/>
              <p:nvPr/>
            </p:nvSpPr>
            <p:spPr>
              <a:xfrm>
                <a:off x="3362633" y="2910348"/>
                <a:ext cx="351756" cy="36382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569EAC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439BE109-099F-9C22-7FDF-9734C8C7459E}"/>
                  </a:ext>
                </a:extLst>
              </p:cNvPr>
              <p:cNvSpPr/>
              <p:nvPr/>
            </p:nvSpPr>
            <p:spPr>
              <a:xfrm>
                <a:off x="3362633" y="3072548"/>
                <a:ext cx="351756" cy="36382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569EAC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B2E8748F-127B-050C-206A-D2630DC60997}"/>
                </a:ext>
              </a:extLst>
            </p:cNvPr>
            <p:cNvGrpSpPr/>
            <p:nvPr/>
          </p:nvGrpSpPr>
          <p:grpSpPr>
            <a:xfrm>
              <a:off x="1683870" y="3763248"/>
              <a:ext cx="431467" cy="436446"/>
              <a:chOff x="5711026" y="4647507"/>
              <a:chExt cx="431467" cy="436446"/>
            </a:xfrm>
          </p:grpSpPr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ABEDAE51-86DF-CA20-60E7-EDE32D459760}"/>
                  </a:ext>
                </a:extLst>
              </p:cNvPr>
              <p:cNvSpPr/>
              <p:nvPr/>
            </p:nvSpPr>
            <p:spPr>
              <a:xfrm>
                <a:off x="5726515" y="4647507"/>
                <a:ext cx="386506" cy="38650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905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20766104-B11C-6519-54F7-CC596AE9C875}"/>
                  </a:ext>
                </a:extLst>
              </p:cNvPr>
              <p:cNvCxnSpPr/>
              <p:nvPr/>
            </p:nvCxnSpPr>
            <p:spPr>
              <a:xfrm flipV="1">
                <a:off x="5726515" y="4647507"/>
                <a:ext cx="386506" cy="386506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1E1F0D13-DFCC-C8AF-82D3-3DDFB51E52D3}"/>
                  </a:ext>
                </a:extLst>
              </p:cNvPr>
              <p:cNvSpPr txBox="1"/>
              <p:nvPr/>
            </p:nvSpPr>
            <p:spPr>
              <a:xfrm>
                <a:off x="5879878" y="4853121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60E35322-F865-D608-4FB1-7962AD00C1E1}"/>
                  </a:ext>
                </a:extLst>
              </p:cNvPr>
              <p:cNvSpPr txBox="1"/>
              <p:nvPr/>
            </p:nvSpPr>
            <p:spPr>
              <a:xfrm>
                <a:off x="5711026" y="4672229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~</a:t>
                </a:r>
              </a:p>
            </p:txBody>
          </p: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034E414A-50E0-C76B-DF49-DB2863AE95AF}"/>
                </a:ext>
              </a:extLst>
            </p:cNvPr>
            <p:cNvGrpSpPr/>
            <p:nvPr/>
          </p:nvGrpSpPr>
          <p:grpSpPr>
            <a:xfrm rot="10800000">
              <a:off x="1676878" y="4280521"/>
              <a:ext cx="431467" cy="436446"/>
              <a:chOff x="5711026" y="4647507"/>
              <a:chExt cx="431467" cy="436446"/>
            </a:xfrm>
          </p:grpSpPr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C7A359DA-0333-F571-C681-954617C74919}"/>
                  </a:ext>
                </a:extLst>
              </p:cNvPr>
              <p:cNvSpPr/>
              <p:nvPr/>
            </p:nvSpPr>
            <p:spPr>
              <a:xfrm>
                <a:off x="5726515" y="4647507"/>
                <a:ext cx="386506" cy="38650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905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DDBD7F61-27BC-86D0-9C1C-2283B4730B15}"/>
                  </a:ext>
                </a:extLst>
              </p:cNvPr>
              <p:cNvCxnSpPr/>
              <p:nvPr/>
            </p:nvCxnSpPr>
            <p:spPr>
              <a:xfrm flipV="1">
                <a:off x="5726515" y="4647507"/>
                <a:ext cx="386506" cy="386506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BF331C20-14F0-F8E0-49FA-BA2C5DB2419C}"/>
                  </a:ext>
                </a:extLst>
              </p:cNvPr>
              <p:cNvSpPr txBox="1"/>
              <p:nvPr/>
            </p:nvSpPr>
            <p:spPr>
              <a:xfrm>
                <a:off x="5879878" y="4853121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951F50D6-C164-413A-0670-311D7C5405B1}"/>
                  </a:ext>
                </a:extLst>
              </p:cNvPr>
              <p:cNvSpPr txBox="1"/>
              <p:nvPr/>
            </p:nvSpPr>
            <p:spPr>
              <a:xfrm>
                <a:off x="5711026" y="4672229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~</a:t>
                </a:r>
              </a:p>
            </p:txBody>
          </p:sp>
        </p:grp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AAEEEEEE-F7C7-CB53-CBCC-B7C321FD03E8}"/>
                </a:ext>
              </a:extLst>
            </p:cNvPr>
            <p:cNvCxnSpPr>
              <a:cxnSpLocks/>
              <a:stCxn id="171" idx="2"/>
              <a:endCxn id="167" idx="2"/>
            </p:cNvCxnSpPr>
            <p:nvPr/>
          </p:nvCxnSpPr>
          <p:spPr>
            <a:xfrm>
              <a:off x="1892612" y="4149754"/>
              <a:ext cx="6991" cy="180707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06D42C26-1C75-A0EC-3DB4-721FE55523DE}"/>
                </a:ext>
              </a:extLst>
            </p:cNvPr>
            <p:cNvCxnSpPr>
              <a:cxnSpLocks/>
            </p:cNvCxnSpPr>
            <p:nvPr/>
          </p:nvCxnSpPr>
          <p:spPr>
            <a:xfrm>
              <a:off x="1346450" y="4241306"/>
              <a:ext cx="0" cy="135855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A2CDAFF6-B8B3-6BF5-980E-BDA5F18E9BE2}"/>
                </a:ext>
              </a:extLst>
            </p:cNvPr>
            <p:cNvCxnSpPr>
              <a:cxnSpLocks/>
              <a:stCxn id="176" idx="4"/>
              <a:endCxn id="171" idx="0"/>
            </p:cNvCxnSpPr>
            <p:nvPr/>
          </p:nvCxnSpPr>
          <p:spPr>
            <a:xfrm>
              <a:off x="1887738" y="3541614"/>
              <a:ext cx="4874" cy="221634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413ACAFD-199D-9660-4EFB-E182A7A591CE}"/>
                </a:ext>
              </a:extLst>
            </p:cNvPr>
            <p:cNvCxnSpPr>
              <a:cxnSpLocks/>
              <a:stCxn id="167" idx="0"/>
            </p:cNvCxnSpPr>
            <p:nvPr/>
          </p:nvCxnSpPr>
          <p:spPr>
            <a:xfrm flipH="1">
              <a:off x="1895487" y="4716967"/>
              <a:ext cx="4116" cy="529280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10EF448C-7748-B10C-3B03-914DC952ACAF}"/>
                </a:ext>
              </a:extLst>
            </p:cNvPr>
            <p:cNvGrpSpPr/>
            <p:nvPr/>
          </p:nvGrpSpPr>
          <p:grpSpPr>
            <a:xfrm>
              <a:off x="1676878" y="5005849"/>
              <a:ext cx="431467" cy="436446"/>
              <a:chOff x="5711026" y="4647507"/>
              <a:chExt cx="431467" cy="436446"/>
            </a:xfrm>
          </p:grpSpPr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B6D246CD-F8D7-1F47-6148-69CA4141823E}"/>
                  </a:ext>
                </a:extLst>
              </p:cNvPr>
              <p:cNvSpPr/>
              <p:nvPr/>
            </p:nvSpPr>
            <p:spPr>
              <a:xfrm>
                <a:off x="5726515" y="4647507"/>
                <a:ext cx="386506" cy="38650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905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577E8B65-E91B-0395-ABC9-0FA82B511E82}"/>
                  </a:ext>
                </a:extLst>
              </p:cNvPr>
              <p:cNvCxnSpPr/>
              <p:nvPr/>
            </p:nvCxnSpPr>
            <p:spPr>
              <a:xfrm flipV="1">
                <a:off x="5726515" y="4647507"/>
                <a:ext cx="386506" cy="386506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40B6CE50-8E7F-5D8A-CBC7-E839308E68F1}"/>
                  </a:ext>
                </a:extLst>
              </p:cNvPr>
              <p:cNvSpPr txBox="1"/>
              <p:nvPr/>
            </p:nvSpPr>
            <p:spPr>
              <a:xfrm>
                <a:off x="5879878" y="4853121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58AF720A-5C82-A867-EAE0-5D82D5D511A8}"/>
                  </a:ext>
                </a:extLst>
              </p:cNvPr>
              <p:cNvSpPr txBox="1"/>
              <p:nvPr/>
            </p:nvSpPr>
            <p:spPr>
              <a:xfrm>
                <a:off x="5711026" y="4672229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~</a:t>
                </a:r>
              </a:p>
            </p:txBody>
          </p:sp>
        </p:grp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EBE3522A-FB1D-AD57-3624-15A4AE514AE5}"/>
                </a:ext>
              </a:extLst>
            </p:cNvPr>
            <p:cNvGrpSpPr/>
            <p:nvPr/>
          </p:nvGrpSpPr>
          <p:grpSpPr>
            <a:xfrm>
              <a:off x="1676878" y="5426487"/>
              <a:ext cx="431467" cy="436446"/>
              <a:chOff x="5711026" y="4647507"/>
              <a:chExt cx="431467" cy="436446"/>
            </a:xfrm>
          </p:grpSpPr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2FAC8D71-1AB0-2E7A-279A-AD8F204205AB}"/>
                  </a:ext>
                </a:extLst>
              </p:cNvPr>
              <p:cNvSpPr/>
              <p:nvPr/>
            </p:nvSpPr>
            <p:spPr>
              <a:xfrm>
                <a:off x="5726515" y="4647507"/>
                <a:ext cx="386506" cy="38650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905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ADFB8223-AF93-9866-C9E1-77D2419300CC}"/>
                  </a:ext>
                </a:extLst>
              </p:cNvPr>
              <p:cNvCxnSpPr/>
              <p:nvPr/>
            </p:nvCxnSpPr>
            <p:spPr>
              <a:xfrm flipV="1">
                <a:off x="5726515" y="4647507"/>
                <a:ext cx="386506" cy="386506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8C77C7EB-DE52-10D9-595C-CA59D7C04C2D}"/>
                  </a:ext>
                </a:extLst>
              </p:cNvPr>
              <p:cNvSpPr txBox="1"/>
              <p:nvPr/>
            </p:nvSpPr>
            <p:spPr>
              <a:xfrm>
                <a:off x="5879878" y="4853121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031E5FCE-41C7-0357-D011-77C572ACA579}"/>
                  </a:ext>
                </a:extLst>
              </p:cNvPr>
              <p:cNvSpPr txBox="1"/>
              <p:nvPr/>
            </p:nvSpPr>
            <p:spPr>
              <a:xfrm>
                <a:off x="5711026" y="4672229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</p:grpSp>
        <p:pic>
          <p:nvPicPr>
            <p:cNvPr id="154" name="Picture 2" descr="Gpu icon flat Royalty Free Vector Image - VectorStock">
              <a:extLst>
                <a:ext uri="{FF2B5EF4-FFF2-40B4-BE49-F238E27FC236}">
                  <a16:creationId xmlns:a16="http://schemas.microsoft.com/office/drawing/2014/main" id="{803FF4AE-12C5-90F2-2451-C6D15274FE5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11" t="11157" r="22744" b="36568"/>
            <a:stretch>
              <a:fillRect/>
            </a:stretch>
          </p:blipFill>
          <p:spPr bwMode="auto">
            <a:xfrm>
              <a:off x="1627229" y="5889194"/>
              <a:ext cx="511101" cy="5023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A9F1AE1E-314B-ABCD-6526-8603A32BE311}"/>
                </a:ext>
              </a:extLst>
            </p:cNvPr>
            <p:cNvCxnSpPr>
              <a:cxnSpLocks/>
            </p:cNvCxnSpPr>
            <p:nvPr/>
          </p:nvCxnSpPr>
          <p:spPr>
            <a:xfrm>
              <a:off x="1346450" y="4241306"/>
              <a:ext cx="553038" cy="0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E5ED7014-B3AD-B66D-B7A1-0DCDCE52AD7A}"/>
                </a:ext>
              </a:extLst>
            </p:cNvPr>
            <p:cNvCxnSpPr>
              <a:cxnSpLocks/>
              <a:stCxn id="159" idx="2"/>
              <a:endCxn id="154" idx="0"/>
            </p:cNvCxnSpPr>
            <p:nvPr/>
          </p:nvCxnSpPr>
          <p:spPr>
            <a:xfrm flipH="1">
              <a:off x="1882780" y="5812993"/>
              <a:ext cx="2840" cy="76201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pic>
          <p:nvPicPr>
            <p:cNvPr id="157" name="Picture 4" descr="453+ Thousand Battery Icon Royalty-Free Images, Stock Photos &amp; Pictures |  Shutterstock">
              <a:extLst>
                <a:ext uri="{FF2B5EF4-FFF2-40B4-BE49-F238E27FC236}">
                  <a16:creationId xmlns:a16="http://schemas.microsoft.com/office/drawing/2014/main" id="{3F16EEE6-9A61-72DB-EC32-F3D73630F9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rgbClr val="569DAB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298" t="21533" r="20518" b="30042"/>
            <a:stretch>
              <a:fillRect/>
            </a:stretch>
          </p:blipFill>
          <p:spPr bwMode="auto">
            <a:xfrm>
              <a:off x="1159987" y="4358722"/>
              <a:ext cx="389005" cy="3315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F76E3DB4-454B-9E2A-DAF1-1A8229D5B4F0}"/>
                </a:ext>
              </a:extLst>
            </p:cNvPr>
            <p:cNvSpPr/>
            <p:nvPr/>
          </p:nvSpPr>
          <p:spPr>
            <a:xfrm>
              <a:off x="1088842" y="3687097"/>
              <a:ext cx="1098447" cy="1168060"/>
            </a:xfrm>
            <a:prstGeom prst="rect">
              <a:avLst/>
            </a:prstGeom>
            <a:noFill/>
            <a:ln w="19050" cap="flat" cmpd="sng" algn="ctr">
              <a:solidFill>
                <a:srgbClr val="569DAB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1668B3C7-9153-5947-5A87-41D1F0013538}"/>
              </a:ext>
            </a:extLst>
          </p:cNvPr>
          <p:cNvGrpSpPr/>
          <p:nvPr/>
        </p:nvGrpSpPr>
        <p:grpSpPr>
          <a:xfrm>
            <a:off x="2713235" y="2563354"/>
            <a:ext cx="1098447" cy="3636698"/>
            <a:chOff x="1088842" y="2754803"/>
            <a:chExt cx="1098447" cy="3636698"/>
          </a:xfrm>
        </p:grpSpPr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0105526F-7054-9CAF-174C-AB419EDDD18F}"/>
                </a:ext>
              </a:extLst>
            </p:cNvPr>
            <p:cNvCxnSpPr>
              <a:cxnSpLocks/>
              <a:endCxn id="209" idx="0"/>
            </p:cNvCxnSpPr>
            <p:nvPr/>
          </p:nvCxnSpPr>
          <p:spPr>
            <a:xfrm>
              <a:off x="1884863" y="2754803"/>
              <a:ext cx="2875" cy="452500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6055E6BD-A315-3023-84B5-DE28714ECB43}"/>
                </a:ext>
              </a:extLst>
            </p:cNvPr>
            <p:cNvGrpSpPr/>
            <p:nvPr/>
          </p:nvGrpSpPr>
          <p:grpSpPr>
            <a:xfrm>
              <a:off x="1787882" y="3207303"/>
              <a:ext cx="199711" cy="334311"/>
              <a:chOff x="3362633" y="2910348"/>
              <a:chExt cx="351756" cy="526026"/>
            </a:xfrm>
          </p:grpSpPr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476D0823-4050-DF6C-5006-75BC8276AD05}"/>
                  </a:ext>
                </a:extLst>
              </p:cNvPr>
              <p:cNvSpPr/>
              <p:nvPr/>
            </p:nvSpPr>
            <p:spPr>
              <a:xfrm>
                <a:off x="3362633" y="2910348"/>
                <a:ext cx="351756" cy="36382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569EAC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D0BE369E-BDFF-922A-E53D-D2417A970DE4}"/>
                  </a:ext>
                </a:extLst>
              </p:cNvPr>
              <p:cNvSpPr/>
              <p:nvPr/>
            </p:nvSpPr>
            <p:spPr>
              <a:xfrm>
                <a:off x="3362633" y="3072548"/>
                <a:ext cx="351756" cy="36382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569EAC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019DDA93-3843-690E-F90E-D3ABE5A1386E}"/>
                </a:ext>
              </a:extLst>
            </p:cNvPr>
            <p:cNvGrpSpPr/>
            <p:nvPr/>
          </p:nvGrpSpPr>
          <p:grpSpPr>
            <a:xfrm>
              <a:off x="1683870" y="3763248"/>
              <a:ext cx="431467" cy="436446"/>
              <a:chOff x="5711026" y="4647507"/>
              <a:chExt cx="431467" cy="436446"/>
            </a:xfrm>
          </p:grpSpPr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F99D1AD6-871A-F5D7-E12F-596854EB0C5E}"/>
                  </a:ext>
                </a:extLst>
              </p:cNvPr>
              <p:cNvSpPr/>
              <p:nvPr/>
            </p:nvSpPr>
            <p:spPr>
              <a:xfrm>
                <a:off x="5726515" y="4647507"/>
                <a:ext cx="386506" cy="38650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905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19ED8091-564E-B928-309F-34625D106EE2}"/>
                  </a:ext>
                </a:extLst>
              </p:cNvPr>
              <p:cNvCxnSpPr/>
              <p:nvPr/>
            </p:nvCxnSpPr>
            <p:spPr>
              <a:xfrm flipV="1">
                <a:off x="5726515" y="4647507"/>
                <a:ext cx="386506" cy="386506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E86EAF2B-8D4D-C0C7-3C58-6958B5465316}"/>
                  </a:ext>
                </a:extLst>
              </p:cNvPr>
              <p:cNvSpPr txBox="1"/>
              <p:nvPr/>
            </p:nvSpPr>
            <p:spPr>
              <a:xfrm>
                <a:off x="5879878" y="4853121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FFE7A941-7013-D6C4-B766-5C8485AAEDB6}"/>
                  </a:ext>
                </a:extLst>
              </p:cNvPr>
              <p:cNvSpPr txBox="1"/>
              <p:nvPr/>
            </p:nvSpPr>
            <p:spPr>
              <a:xfrm>
                <a:off x="5711026" y="4672229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~</a:t>
                </a:r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C2FC261A-7260-374A-323C-08BDC7DF417B}"/>
                </a:ext>
              </a:extLst>
            </p:cNvPr>
            <p:cNvGrpSpPr/>
            <p:nvPr/>
          </p:nvGrpSpPr>
          <p:grpSpPr>
            <a:xfrm rot="10800000">
              <a:off x="1676878" y="4280521"/>
              <a:ext cx="431467" cy="436446"/>
              <a:chOff x="5711026" y="4647507"/>
              <a:chExt cx="431467" cy="436446"/>
            </a:xfrm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AB6AAE3B-8E63-20F8-0A88-823761C301FD}"/>
                  </a:ext>
                </a:extLst>
              </p:cNvPr>
              <p:cNvSpPr/>
              <p:nvPr/>
            </p:nvSpPr>
            <p:spPr>
              <a:xfrm>
                <a:off x="5726515" y="4647507"/>
                <a:ext cx="386506" cy="38650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905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982DB56A-AF7F-9B03-789F-A5FEA7A7BF20}"/>
                  </a:ext>
                </a:extLst>
              </p:cNvPr>
              <p:cNvCxnSpPr/>
              <p:nvPr/>
            </p:nvCxnSpPr>
            <p:spPr>
              <a:xfrm flipV="1">
                <a:off x="5726515" y="4647507"/>
                <a:ext cx="386506" cy="386506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BBEFFBD9-AC5D-1BD2-542B-F941A7667C9B}"/>
                  </a:ext>
                </a:extLst>
              </p:cNvPr>
              <p:cNvSpPr txBox="1"/>
              <p:nvPr/>
            </p:nvSpPr>
            <p:spPr>
              <a:xfrm>
                <a:off x="5879878" y="4853121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0FF0E10F-0CB6-2563-8E9B-CC9B5C8F3F1C}"/>
                  </a:ext>
                </a:extLst>
              </p:cNvPr>
              <p:cNvSpPr txBox="1"/>
              <p:nvPr/>
            </p:nvSpPr>
            <p:spPr>
              <a:xfrm>
                <a:off x="5711026" y="4672229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~</a:t>
                </a:r>
              </a:p>
            </p:txBody>
          </p:sp>
        </p:grp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655E15AC-924F-70B0-2AAF-3086ED196D6F}"/>
                </a:ext>
              </a:extLst>
            </p:cNvPr>
            <p:cNvCxnSpPr>
              <a:cxnSpLocks/>
              <a:stCxn id="205" idx="2"/>
              <a:endCxn id="201" idx="2"/>
            </p:cNvCxnSpPr>
            <p:nvPr/>
          </p:nvCxnSpPr>
          <p:spPr>
            <a:xfrm>
              <a:off x="1892612" y="4149754"/>
              <a:ext cx="6991" cy="180707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39BC6B6E-BA89-AEA7-D9EF-BF37BDFEB679}"/>
                </a:ext>
              </a:extLst>
            </p:cNvPr>
            <p:cNvCxnSpPr>
              <a:cxnSpLocks/>
            </p:cNvCxnSpPr>
            <p:nvPr/>
          </p:nvCxnSpPr>
          <p:spPr>
            <a:xfrm>
              <a:off x="1346450" y="4241306"/>
              <a:ext cx="0" cy="135855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8F94BC51-46A1-AD27-A7D6-4202B31BF778}"/>
                </a:ext>
              </a:extLst>
            </p:cNvPr>
            <p:cNvCxnSpPr>
              <a:cxnSpLocks/>
              <a:stCxn id="210" idx="4"/>
              <a:endCxn id="205" idx="0"/>
            </p:cNvCxnSpPr>
            <p:nvPr/>
          </p:nvCxnSpPr>
          <p:spPr>
            <a:xfrm>
              <a:off x="1887738" y="3541614"/>
              <a:ext cx="4874" cy="221634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90F5242D-206B-D856-1672-74AEA3801566}"/>
                </a:ext>
              </a:extLst>
            </p:cNvPr>
            <p:cNvCxnSpPr>
              <a:cxnSpLocks/>
              <a:stCxn id="201" idx="0"/>
            </p:cNvCxnSpPr>
            <p:nvPr/>
          </p:nvCxnSpPr>
          <p:spPr>
            <a:xfrm flipH="1">
              <a:off x="1895487" y="4716967"/>
              <a:ext cx="4116" cy="529280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EB449FF3-C52B-6585-2F9D-829FACFB9E08}"/>
                </a:ext>
              </a:extLst>
            </p:cNvPr>
            <p:cNvGrpSpPr/>
            <p:nvPr/>
          </p:nvGrpSpPr>
          <p:grpSpPr>
            <a:xfrm>
              <a:off x="1676878" y="5005849"/>
              <a:ext cx="431467" cy="436446"/>
              <a:chOff x="5711026" y="4647507"/>
              <a:chExt cx="431467" cy="436446"/>
            </a:xfrm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B3859072-A387-A817-F2AE-D0554ED6DBE9}"/>
                  </a:ext>
                </a:extLst>
              </p:cNvPr>
              <p:cNvSpPr/>
              <p:nvPr/>
            </p:nvSpPr>
            <p:spPr>
              <a:xfrm>
                <a:off x="5726515" y="4647507"/>
                <a:ext cx="386506" cy="38650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905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451A5E7C-2D81-47A5-A286-EFE4D961EC2E}"/>
                  </a:ext>
                </a:extLst>
              </p:cNvPr>
              <p:cNvCxnSpPr/>
              <p:nvPr/>
            </p:nvCxnSpPr>
            <p:spPr>
              <a:xfrm flipV="1">
                <a:off x="5726515" y="4647507"/>
                <a:ext cx="386506" cy="386506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95C3E8B-859F-3343-44A0-5EC092FDC211}"/>
                  </a:ext>
                </a:extLst>
              </p:cNvPr>
              <p:cNvSpPr txBox="1"/>
              <p:nvPr/>
            </p:nvSpPr>
            <p:spPr>
              <a:xfrm>
                <a:off x="5879878" y="4853121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AE8FD32E-A83E-F3BF-9A1D-77873DFF6598}"/>
                  </a:ext>
                </a:extLst>
              </p:cNvPr>
              <p:cNvSpPr txBox="1"/>
              <p:nvPr/>
            </p:nvSpPr>
            <p:spPr>
              <a:xfrm>
                <a:off x="5711026" y="4672229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~</a:t>
                </a:r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2683CDD6-9F90-C7E6-565B-859E9E68FA34}"/>
                </a:ext>
              </a:extLst>
            </p:cNvPr>
            <p:cNvGrpSpPr/>
            <p:nvPr/>
          </p:nvGrpSpPr>
          <p:grpSpPr>
            <a:xfrm>
              <a:off x="1676878" y="5426487"/>
              <a:ext cx="431467" cy="436446"/>
              <a:chOff x="5711026" y="4647507"/>
              <a:chExt cx="431467" cy="436446"/>
            </a:xfrm>
          </p:grpSpPr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41666A92-16E2-8391-3B6D-5F6B01A389F2}"/>
                  </a:ext>
                </a:extLst>
              </p:cNvPr>
              <p:cNvSpPr/>
              <p:nvPr/>
            </p:nvSpPr>
            <p:spPr>
              <a:xfrm>
                <a:off x="5726515" y="4647507"/>
                <a:ext cx="386506" cy="38650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905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C80FD0C3-81DC-4549-17FD-1D0859363CA4}"/>
                  </a:ext>
                </a:extLst>
              </p:cNvPr>
              <p:cNvCxnSpPr/>
              <p:nvPr/>
            </p:nvCxnSpPr>
            <p:spPr>
              <a:xfrm flipV="1">
                <a:off x="5726515" y="4647507"/>
                <a:ext cx="386506" cy="386506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1426EA2B-F225-E1F7-A16B-6307CD1C5C9B}"/>
                  </a:ext>
                </a:extLst>
              </p:cNvPr>
              <p:cNvSpPr txBox="1"/>
              <p:nvPr/>
            </p:nvSpPr>
            <p:spPr>
              <a:xfrm>
                <a:off x="5879878" y="4853121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EE01B47E-EC6D-D8CF-A150-48FA2D25CE49}"/>
                  </a:ext>
                </a:extLst>
              </p:cNvPr>
              <p:cNvSpPr txBox="1"/>
              <p:nvPr/>
            </p:nvSpPr>
            <p:spPr>
              <a:xfrm>
                <a:off x="5711026" y="4672229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</p:grpSp>
        <p:pic>
          <p:nvPicPr>
            <p:cNvPr id="188" name="Picture 2" descr="Gpu icon flat Royalty Free Vector Image - VectorStock">
              <a:extLst>
                <a:ext uri="{FF2B5EF4-FFF2-40B4-BE49-F238E27FC236}">
                  <a16:creationId xmlns:a16="http://schemas.microsoft.com/office/drawing/2014/main" id="{11EAE460-4258-6ACA-53CF-D584B8F8ABA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11" t="11157" r="22744" b="36568"/>
            <a:stretch>
              <a:fillRect/>
            </a:stretch>
          </p:blipFill>
          <p:spPr bwMode="auto">
            <a:xfrm>
              <a:off x="1627229" y="5889194"/>
              <a:ext cx="511101" cy="5023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109A1E7E-379E-456C-13D9-F9A3C9CFB218}"/>
                </a:ext>
              </a:extLst>
            </p:cNvPr>
            <p:cNvCxnSpPr>
              <a:cxnSpLocks/>
            </p:cNvCxnSpPr>
            <p:nvPr/>
          </p:nvCxnSpPr>
          <p:spPr>
            <a:xfrm>
              <a:off x="1346450" y="4241306"/>
              <a:ext cx="553038" cy="0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938905CE-07EE-A420-52A0-AA05C43AA42B}"/>
                </a:ext>
              </a:extLst>
            </p:cNvPr>
            <p:cNvCxnSpPr>
              <a:cxnSpLocks/>
              <a:stCxn id="193" idx="2"/>
              <a:endCxn id="188" idx="0"/>
            </p:cNvCxnSpPr>
            <p:nvPr/>
          </p:nvCxnSpPr>
          <p:spPr>
            <a:xfrm flipH="1">
              <a:off x="1882780" y="5812993"/>
              <a:ext cx="2840" cy="76201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pic>
          <p:nvPicPr>
            <p:cNvPr id="191" name="Picture 4" descr="453+ Thousand Battery Icon Royalty-Free Images, Stock Photos &amp; Pictures |  Shutterstock">
              <a:extLst>
                <a:ext uri="{FF2B5EF4-FFF2-40B4-BE49-F238E27FC236}">
                  <a16:creationId xmlns:a16="http://schemas.microsoft.com/office/drawing/2014/main" id="{641226D9-A985-EC47-7F06-8DF509C120B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rgbClr val="569DAB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298" t="21533" r="20518" b="30042"/>
            <a:stretch>
              <a:fillRect/>
            </a:stretch>
          </p:blipFill>
          <p:spPr bwMode="auto">
            <a:xfrm>
              <a:off x="1159987" y="4358722"/>
              <a:ext cx="389005" cy="3315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54C40CA7-A0A1-EA0E-1282-0D8E9C52D1A0}"/>
                </a:ext>
              </a:extLst>
            </p:cNvPr>
            <p:cNvSpPr/>
            <p:nvPr/>
          </p:nvSpPr>
          <p:spPr>
            <a:xfrm>
              <a:off x="1088842" y="3687097"/>
              <a:ext cx="1098447" cy="1168060"/>
            </a:xfrm>
            <a:prstGeom prst="rect">
              <a:avLst/>
            </a:prstGeom>
            <a:noFill/>
            <a:ln w="19050" cap="flat" cmpd="sng" algn="ctr">
              <a:solidFill>
                <a:srgbClr val="569DAB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DED9705D-887C-BEA3-4DE5-10B1040A1629}"/>
              </a:ext>
            </a:extLst>
          </p:cNvPr>
          <p:cNvGrpSpPr/>
          <p:nvPr/>
        </p:nvGrpSpPr>
        <p:grpSpPr>
          <a:xfrm>
            <a:off x="3891624" y="2562807"/>
            <a:ext cx="1098447" cy="3636698"/>
            <a:chOff x="1088842" y="2754803"/>
            <a:chExt cx="1098447" cy="3636698"/>
          </a:xfrm>
        </p:grpSpPr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C5EDD870-22FB-4B4E-64BE-4E634F01E5DA}"/>
                </a:ext>
              </a:extLst>
            </p:cNvPr>
            <p:cNvCxnSpPr>
              <a:cxnSpLocks/>
              <a:endCxn id="243" idx="0"/>
            </p:cNvCxnSpPr>
            <p:nvPr/>
          </p:nvCxnSpPr>
          <p:spPr>
            <a:xfrm>
              <a:off x="1884863" y="2754803"/>
              <a:ext cx="2875" cy="452500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2C104BB7-D18C-2EFC-7BEE-7D91C48753E3}"/>
                </a:ext>
              </a:extLst>
            </p:cNvPr>
            <p:cNvGrpSpPr/>
            <p:nvPr/>
          </p:nvGrpSpPr>
          <p:grpSpPr>
            <a:xfrm>
              <a:off x="1787882" y="3207303"/>
              <a:ext cx="199711" cy="334311"/>
              <a:chOff x="3362633" y="2910348"/>
              <a:chExt cx="351756" cy="526026"/>
            </a:xfrm>
          </p:grpSpPr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C5724F4A-BB9B-A492-A5DB-C1A7C6F1F4F8}"/>
                  </a:ext>
                </a:extLst>
              </p:cNvPr>
              <p:cNvSpPr/>
              <p:nvPr/>
            </p:nvSpPr>
            <p:spPr>
              <a:xfrm>
                <a:off x="3362633" y="2910348"/>
                <a:ext cx="351756" cy="36382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569EAC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3BA56DA6-D643-550E-D402-3A3733539D16}"/>
                  </a:ext>
                </a:extLst>
              </p:cNvPr>
              <p:cNvSpPr/>
              <p:nvPr/>
            </p:nvSpPr>
            <p:spPr>
              <a:xfrm>
                <a:off x="3362633" y="3072548"/>
                <a:ext cx="351756" cy="36382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569EAC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7A664F7A-7813-01E6-5F18-A7625682CA39}"/>
                </a:ext>
              </a:extLst>
            </p:cNvPr>
            <p:cNvGrpSpPr/>
            <p:nvPr/>
          </p:nvGrpSpPr>
          <p:grpSpPr>
            <a:xfrm>
              <a:off x="1683870" y="3763248"/>
              <a:ext cx="431467" cy="436446"/>
              <a:chOff x="5711026" y="4647507"/>
              <a:chExt cx="431467" cy="436446"/>
            </a:xfrm>
          </p:grpSpPr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F76C4245-9736-3DC3-7EF8-6BED8324E0AC}"/>
                  </a:ext>
                </a:extLst>
              </p:cNvPr>
              <p:cNvSpPr/>
              <p:nvPr/>
            </p:nvSpPr>
            <p:spPr>
              <a:xfrm>
                <a:off x="5726515" y="4647507"/>
                <a:ext cx="386506" cy="38650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905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A930D46C-61BC-35A3-9F15-2051BE4FF667}"/>
                  </a:ext>
                </a:extLst>
              </p:cNvPr>
              <p:cNvCxnSpPr/>
              <p:nvPr/>
            </p:nvCxnSpPr>
            <p:spPr>
              <a:xfrm flipV="1">
                <a:off x="5726515" y="4647507"/>
                <a:ext cx="386506" cy="386506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30130069-07EA-3892-1D7F-0747F9581861}"/>
                  </a:ext>
                </a:extLst>
              </p:cNvPr>
              <p:cNvSpPr txBox="1"/>
              <p:nvPr/>
            </p:nvSpPr>
            <p:spPr>
              <a:xfrm>
                <a:off x="5879878" y="4853121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0F560409-6071-586A-93E9-06993893B069}"/>
                  </a:ext>
                </a:extLst>
              </p:cNvPr>
              <p:cNvSpPr txBox="1"/>
              <p:nvPr/>
            </p:nvSpPr>
            <p:spPr>
              <a:xfrm>
                <a:off x="5711026" y="4672229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~</a:t>
                </a:r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25AB57E9-0310-2675-B68C-61364E9FAEBE}"/>
                </a:ext>
              </a:extLst>
            </p:cNvPr>
            <p:cNvGrpSpPr/>
            <p:nvPr/>
          </p:nvGrpSpPr>
          <p:grpSpPr>
            <a:xfrm rot="10800000">
              <a:off x="1676878" y="4280521"/>
              <a:ext cx="431467" cy="436446"/>
              <a:chOff x="5711026" y="4647507"/>
              <a:chExt cx="431467" cy="436446"/>
            </a:xfrm>
          </p:grpSpPr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B6E7564F-5C99-22F9-0C8A-BB2231BF055B}"/>
                  </a:ext>
                </a:extLst>
              </p:cNvPr>
              <p:cNvSpPr/>
              <p:nvPr/>
            </p:nvSpPr>
            <p:spPr>
              <a:xfrm>
                <a:off x="5726515" y="4647507"/>
                <a:ext cx="386506" cy="38650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905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6253955A-1459-EFC3-EB08-F04F1BDC09A2}"/>
                  </a:ext>
                </a:extLst>
              </p:cNvPr>
              <p:cNvCxnSpPr/>
              <p:nvPr/>
            </p:nvCxnSpPr>
            <p:spPr>
              <a:xfrm flipV="1">
                <a:off x="5726515" y="4647507"/>
                <a:ext cx="386506" cy="386506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BB6F6B58-2F88-6066-F5E5-CAEB6BE7D58F}"/>
                  </a:ext>
                </a:extLst>
              </p:cNvPr>
              <p:cNvSpPr txBox="1"/>
              <p:nvPr/>
            </p:nvSpPr>
            <p:spPr>
              <a:xfrm>
                <a:off x="5879878" y="4853121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EB3CA135-D9F3-2BBC-97D1-AF16D659F0C2}"/>
                  </a:ext>
                </a:extLst>
              </p:cNvPr>
              <p:cNvSpPr txBox="1"/>
              <p:nvPr/>
            </p:nvSpPr>
            <p:spPr>
              <a:xfrm>
                <a:off x="5711026" y="4672229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~</a:t>
                </a:r>
              </a:p>
            </p:txBody>
          </p:sp>
        </p:grp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815BC84F-F42A-CA11-D2B9-2A76B81E49AF}"/>
                </a:ext>
              </a:extLst>
            </p:cNvPr>
            <p:cNvCxnSpPr>
              <a:cxnSpLocks/>
              <a:stCxn id="239" idx="2"/>
              <a:endCxn id="235" idx="2"/>
            </p:cNvCxnSpPr>
            <p:nvPr/>
          </p:nvCxnSpPr>
          <p:spPr>
            <a:xfrm>
              <a:off x="1892612" y="4149754"/>
              <a:ext cx="6991" cy="180707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AEB82A50-8644-C24A-EFAD-4445664CED3E}"/>
                </a:ext>
              </a:extLst>
            </p:cNvPr>
            <p:cNvCxnSpPr>
              <a:cxnSpLocks/>
            </p:cNvCxnSpPr>
            <p:nvPr/>
          </p:nvCxnSpPr>
          <p:spPr>
            <a:xfrm>
              <a:off x="1346450" y="4241306"/>
              <a:ext cx="0" cy="135855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9BA80A12-833B-6895-40F6-D6FD84F0C0B3}"/>
                </a:ext>
              </a:extLst>
            </p:cNvPr>
            <p:cNvCxnSpPr>
              <a:cxnSpLocks/>
              <a:stCxn id="244" idx="4"/>
              <a:endCxn id="239" idx="0"/>
            </p:cNvCxnSpPr>
            <p:nvPr/>
          </p:nvCxnSpPr>
          <p:spPr>
            <a:xfrm>
              <a:off x="1887738" y="3541614"/>
              <a:ext cx="4874" cy="221634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ADA2FDC2-413A-1AE3-7712-CE88E1BA1748}"/>
                </a:ext>
              </a:extLst>
            </p:cNvPr>
            <p:cNvCxnSpPr>
              <a:cxnSpLocks/>
              <a:stCxn id="235" idx="0"/>
            </p:cNvCxnSpPr>
            <p:nvPr/>
          </p:nvCxnSpPr>
          <p:spPr>
            <a:xfrm flipH="1">
              <a:off x="1895487" y="4716967"/>
              <a:ext cx="4116" cy="529280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8F2898E6-B04A-D05A-FA19-DE5316B2977F}"/>
                </a:ext>
              </a:extLst>
            </p:cNvPr>
            <p:cNvGrpSpPr/>
            <p:nvPr/>
          </p:nvGrpSpPr>
          <p:grpSpPr>
            <a:xfrm>
              <a:off x="1676878" y="5005849"/>
              <a:ext cx="431467" cy="436446"/>
              <a:chOff x="5711026" y="4647507"/>
              <a:chExt cx="431467" cy="436446"/>
            </a:xfrm>
          </p:grpSpPr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171B841B-4D7F-E92C-FFFB-26B39917F7AF}"/>
                  </a:ext>
                </a:extLst>
              </p:cNvPr>
              <p:cNvSpPr/>
              <p:nvPr/>
            </p:nvSpPr>
            <p:spPr>
              <a:xfrm>
                <a:off x="5726515" y="4647507"/>
                <a:ext cx="386506" cy="38650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905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426A402E-E2D5-7885-921E-8EA3A6992B5C}"/>
                  </a:ext>
                </a:extLst>
              </p:cNvPr>
              <p:cNvCxnSpPr/>
              <p:nvPr/>
            </p:nvCxnSpPr>
            <p:spPr>
              <a:xfrm flipV="1">
                <a:off x="5726515" y="4647507"/>
                <a:ext cx="386506" cy="386506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D523D6F8-9F65-C537-4493-85ACB9AAF436}"/>
                  </a:ext>
                </a:extLst>
              </p:cNvPr>
              <p:cNvSpPr txBox="1"/>
              <p:nvPr/>
            </p:nvSpPr>
            <p:spPr>
              <a:xfrm>
                <a:off x="5879878" y="4853121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80E7D51F-4761-2B7D-8839-B3C97915190A}"/>
                  </a:ext>
                </a:extLst>
              </p:cNvPr>
              <p:cNvSpPr txBox="1"/>
              <p:nvPr/>
            </p:nvSpPr>
            <p:spPr>
              <a:xfrm>
                <a:off x="5711026" y="4672229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~</a:t>
                </a:r>
              </a:p>
            </p:txBody>
          </p: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86C500CA-FE44-910C-3C40-5A7CCB9853C2}"/>
                </a:ext>
              </a:extLst>
            </p:cNvPr>
            <p:cNvGrpSpPr/>
            <p:nvPr/>
          </p:nvGrpSpPr>
          <p:grpSpPr>
            <a:xfrm>
              <a:off x="1676878" y="5426487"/>
              <a:ext cx="431467" cy="436446"/>
              <a:chOff x="5711026" y="4647507"/>
              <a:chExt cx="431467" cy="436446"/>
            </a:xfrm>
          </p:grpSpPr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AD8BCBDD-3771-AB84-C4BA-3253DD576A36}"/>
                  </a:ext>
                </a:extLst>
              </p:cNvPr>
              <p:cNvSpPr/>
              <p:nvPr/>
            </p:nvSpPr>
            <p:spPr>
              <a:xfrm>
                <a:off x="5726515" y="4647507"/>
                <a:ext cx="386506" cy="38650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905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5D3DC46D-D92E-16A8-915C-A282E66D49E2}"/>
                  </a:ext>
                </a:extLst>
              </p:cNvPr>
              <p:cNvCxnSpPr/>
              <p:nvPr/>
            </p:nvCxnSpPr>
            <p:spPr>
              <a:xfrm flipV="1">
                <a:off x="5726515" y="4647507"/>
                <a:ext cx="386506" cy="386506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B64129EE-02FD-494B-248D-A9726B4E7B9B}"/>
                  </a:ext>
                </a:extLst>
              </p:cNvPr>
              <p:cNvSpPr txBox="1"/>
              <p:nvPr/>
            </p:nvSpPr>
            <p:spPr>
              <a:xfrm>
                <a:off x="5879878" y="4853121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4110A6BD-F27C-8E63-8384-1AF2442FA09C}"/>
                  </a:ext>
                </a:extLst>
              </p:cNvPr>
              <p:cNvSpPr txBox="1"/>
              <p:nvPr/>
            </p:nvSpPr>
            <p:spPr>
              <a:xfrm>
                <a:off x="5711026" y="4672229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</p:grpSp>
        <p:pic>
          <p:nvPicPr>
            <p:cNvPr id="222" name="Picture 2" descr="Gpu icon flat Royalty Free Vector Image - VectorStock">
              <a:extLst>
                <a:ext uri="{FF2B5EF4-FFF2-40B4-BE49-F238E27FC236}">
                  <a16:creationId xmlns:a16="http://schemas.microsoft.com/office/drawing/2014/main" id="{0D272E14-77A0-4B4F-6D34-8D3137ACA4C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11" t="11157" r="22744" b="36568"/>
            <a:stretch>
              <a:fillRect/>
            </a:stretch>
          </p:blipFill>
          <p:spPr bwMode="auto">
            <a:xfrm>
              <a:off x="1627229" y="5889194"/>
              <a:ext cx="511101" cy="5023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DCC67D76-BC01-E891-FA78-F816080F0302}"/>
                </a:ext>
              </a:extLst>
            </p:cNvPr>
            <p:cNvCxnSpPr>
              <a:cxnSpLocks/>
            </p:cNvCxnSpPr>
            <p:nvPr/>
          </p:nvCxnSpPr>
          <p:spPr>
            <a:xfrm>
              <a:off x="1346450" y="4241306"/>
              <a:ext cx="553038" cy="0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C5E6ECAD-45A5-BEEF-F480-AB787CF5635C}"/>
                </a:ext>
              </a:extLst>
            </p:cNvPr>
            <p:cNvCxnSpPr>
              <a:cxnSpLocks/>
              <a:stCxn id="227" idx="2"/>
              <a:endCxn id="222" idx="0"/>
            </p:cNvCxnSpPr>
            <p:nvPr/>
          </p:nvCxnSpPr>
          <p:spPr>
            <a:xfrm flipH="1">
              <a:off x="1882780" y="5812993"/>
              <a:ext cx="2840" cy="76201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pic>
          <p:nvPicPr>
            <p:cNvPr id="225" name="Picture 4" descr="453+ Thousand Battery Icon Royalty-Free Images, Stock Photos &amp; Pictures |  Shutterstock">
              <a:extLst>
                <a:ext uri="{FF2B5EF4-FFF2-40B4-BE49-F238E27FC236}">
                  <a16:creationId xmlns:a16="http://schemas.microsoft.com/office/drawing/2014/main" id="{890D2A9C-A087-AF4A-BF18-A900A8C981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rgbClr val="569DAB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298" t="21533" r="20518" b="30042"/>
            <a:stretch>
              <a:fillRect/>
            </a:stretch>
          </p:blipFill>
          <p:spPr bwMode="auto">
            <a:xfrm>
              <a:off x="1159987" y="4358722"/>
              <a:ext cx="389005" cy="3315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7E908A9B-5D14-66FE-CD1C-083B41CF4864}"/>
                </a:ext>
              </a:extLst>
            </p:cNvPr>
            <p:cNvSpPr/>
            <p:nvPr/>
          </p:nvSpPr>
          <p:spPr>
            <a:xfrm>
              <a:off x="1088842" y="3687097"/>
              <a:ext cx="1098447" cy="1168060"/>
            </a:xfrm>
            <a:prstGeom prst="rect">
              <a:avLst/>
            </a:prstGeom>
            <a:noFill/>
            <a:ln w="19050" cap="flat" cmpd="sng" algn="ctr">
              <a:solidFill>
                <a:srgbClr val="569DAB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45" name="TextBox 244">
            <a:extLst>
              <a:ext uri="{FF2B5EF4-FFF2-40B4-BE49-F238E27FC236}">
                <a16:creationId xmlns:a16="http://schemas.microsoft.com/office/drawing/2014/main" id="{3D9C1F25-96FD-2B16-50FE-7C434DD29B17}"/>
              </a:ext>
            </a:extLst>
          </p:cNvPr>
          <p:cNvSpPr txBox="1"/>
          <p:nvPr/>
        </p:nvSpPr>
        <p:spPr>
          <a:xfrm>
            <a:off x="3530311" y="1699970"/>
            <a:ext cx="537662" cy="200055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7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ource Sans 3 Light" panose="020B0403030403020204" pitchFamily="34" charset="0"/>
                <a:ea typeface="+mn-ea"/>
                <a:cs typeface="+mn-cs"/>
              </a:rPr>
              <a:t>GSU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87698A27-7297-2BF6-3E41-45498EFE25A5}"/>
              </a:ext>
            </a:extLst>
          </p:cNvPr>
          <p:cNvSpPr txBox="1"/>
          <p:nvPr/>
        </p:nvSpPr>
        <p:spPr>
          <a:xfrm>
            <a:off x="1270849" y="3150772"/>
            <a:ext cx="881155" cy="353943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7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ource Sans 3 Light" panose="020B0403030403020204" pitchFamily="34" charset="0"/>
                <a:ea typeface="+mn-ea"/>
                <a:cs typeface="+mn-cs"/>
              </a:rPr>
              <a:t>5-30 minute</a:t>
            </a:r>
            <a:br>
              <a:rPr kumimoji="0" lang="en-US" sz="1000" b="0" i="0" u="none" strike="noStrike" kern="0" cap="none" spc="7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ource Sans 3 Light" panose="020B0403030403020204" pitchFamily="34" charset="0"/>
                <a:ea typeface="+mn-ea"/>
                <a:cs typeface="+mn-cs"/>
              </a:rPr>
            </a:br>
            <a:r>
              <a:rPr kumimoji="0" lang="en-US" sz="1000" b="0" i="0" u="none" strike="noStrike" kern="0" cap="none" spc="7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ource Sans 3 Light" panose="020B0403030403020204" pitchFamily="34" charset="0"/>
                <a:ea typeface="+mn-ea"/>
                <a:cs typeface="+mn-cs"/>
              </a:rPr>
              <a:t>UPS</a:t>
            </a: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D445CCE2-E1C3-7AAB-8C25-A2C01C2625CE}"/>
              </a:ext>
            </a:extLst>
          </p:cNvPr>
          <p:cNvSpPr txBox="1"/>
          <p:nvPr/>
        </p:nvSpPr>
        <p:spPr>
          <a:xfrm>
            <a:off x="1378005" y="1084262"/>
            <a:ext cx="1288888" cy="415498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7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ource Sans 3 Light" panose="020B0403030403020204" pitchFamily="34" charset="0"/>
                <a:ea typeface="+mn-ea"/>
                <a:cs typeface="+mn-cs"/>
              </a:rPr>
              <a:t>Traditional architecture</a:t>
            </a: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4105C6AF-7436-73F3-36E5-293250B10364}"/>
              </a:ext>
            </a:extLst>
          </p:cNvPr>
          <p:cNvSpPr txBox="1"/>
          <p:nvPr/>
        </p:nvSpPr>
        <p:spPr>
          <a:xfrm>
            <a:off x="5695785" y="1051596"/>
            <a:ext cx="1917942" cy="415498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70" normalizeH="0" baseline="0" noProof="0" dirty="0">
                <a:ln>
                  <a:noFill/>
                </a:ln>
                <a:solidFill>
                  <a:srgbClr val="33CC33"/>
                </a:solidFill>
                <a:effectLst/>
                <a:uLnTx/>
                <a:uFillTx/>
                <a:latin typeface="Source Sans 3 Light" panose="020B0403030403020204" pitchFamily="34" charset="0"/>
                <a:ea typeface="+mn-ea"/>
                <a:cs typeface="+mn-cs"/>
              </a:rPr>
              <a:t>800Vdc architecture with SST-</a:t>
            </a:r>
            <a:r>
              <a:rPr lang="en-US" sz="1200" b="1" spc="70" dirty="0">
                <a:solidFill>
                  <a:srgbClr val="33CC33"/>
                </a:solidFill>
                <a:latin typeface="Source Sans 3 Light" panose="020B0403030403020204" pitchFamily="34" charset="0"/>
              </a:rPr>
              <a:t>based rectifiers</a:t>
            </a:r>
            <a:endParaRPr kumimoji="0" lang="en-US" sz="1200" b="1" i="0" u="none" strike="noStrike" kern="1200" cap="none" spc="70" normalizeH="0" baseline="0" noProof="0" dirty="0">
              <a:ln>
                <a:noFill/>
              </a:ln>
              <a:solidFill>
                <a:srgbClr val="33CC33"/>
              </a:solidFill>
              <a:effectLst/>
              <a:uLnTx/>
              <a:uFillTx/>
              <a:latin typeface="Source Sans 3 Light" panose="020B0403030403020204" pitchFamily="34" charset="0"/>
              <a:ea typeface="+mn-ea"/>
              <a:cs typeface="+mn-cs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76998D2-7C74-D8D5-6A78-9BBEE5CAC258}"/>
              </a:ext>
            </a:extLst>
          </p:cNvPr>
          <p:cNvGrpSpPr/>
          <p:nvPr/>
        </p:nvGrpSpPr>
        <p:grpSpPr>
          <a:xfrm>
            <a:off x="5536564" y="1617692"/>
            <a:ext cx="4664379" cy="4126464"/>
            <a:chOff x="5536564" y="1617692"/>
            <a:chExt cx="4664379" cy="4126464"/>
          </a:xfrm>
        </p:grpSpPr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ECFCA8AC-FB34-2A19-AB2D-9C2DD7B1F7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83175" y="1617692"/>
              <a:ext cx="680252" cy="0"/>
            </a:xfrm>
            <a:prstGeom prst="line">
              <a:avLst/>
            </a:prstGeom>
            <a:noFill/>
            <a:ln w="571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grpSp>
          <p:nvGrpSpPr>
            <p:cNvPr id="248" name="Group 247">
              <a:extLst>
                <a:ext uri="{FF2B5EF4-FFF2-40B4-BE49-F238E27FC236}">
                  <a16:creationId xmlns:a16="http://schemas.microsoft.com/office/drawing/2014/main" id="{F7AE876B-1C8E-3605-2483-1003C568C268}"/>
                </a:ext>
              </a:extLst>
            </p:cNvPr>
            <p:cNvGrpSpPr/>
            <p:nvPr/>
          </p:nvGrpSpPr>
          <p:grpSpPr>
            <a:xfrm>
              <a:off x="6856406" y="1882084"/>
              <a:ext cx="199711" cy="334311"/>
              <a:chOff x="3362633" y="2910348"/>
              <a:chExt cx="351756" cy="526026"/>
            </a:xfrm>
          </p:grpSpPr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F4883656-7DAC-E550-6B57-A0DBC7E0959F}"/>
                  </a:ext>
                </a:extLst>
              </p:cNvPr>
              <p:cNvSpPr/>
              <p:nvPr/>
            </p:nvSpPr>
            <p:spPr>
              <a:xfrm>
                <a:off x="3362633" y="2910348"/>
                <a:ext cx="351756" cy="36382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569EAC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DE70629C-D331-336B-30DA-F570DCA2F641}"/>
                  </a:ext>
                </a:extLst>
              </p:cNvPr>
              <p:cNvSpPr/>
              <p:nvPr/>
            </p:nvSpPr>
            <p:spPr>
              <a:xfrm>
                <a:off x="3362633" y="3072548"/>
                <a:ext cx="351756" cy="36382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569EAC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0511AF5B-430F-82CD-68BA-3A44E82EDC8E}"/>
                </a:ext>
              </a:extLst>
            </p:cNvPr>
            <p:cNvCxnSpPr>
              <a:cxnSpLocks/>
              <a:endCxn id="249" idx="0"/>
            </p:cNvCxnSpPr>
            <p:nvPr/>
          </p:nvCxnSpPr>
          <p:spPr>
            <a:xfrm>
              <a:off x="6953533" y="1638068"/>
              <a:ext cx="2729" cy="244016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AAEEEAF3-F984-69FC-F5E8-28D4E2A2E2DC}"/>
                </a:ext>
              </a:extLst>
            </p:cNvPr>
            <p:cNvCxnSpPr>
              <a:cxnSpLocks/>
              <a:stCxn id="250" idx="4"/>
            </p:cNvCxnSpPr>
            <p:nvPr/>
          </p:nvCxnSpPr>
          <p:spPr>
            <a:xfrm>
              <a:off x="6956262" y="2216395"/>
              <a:ext cx="0" cy="303147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AC6CD719-86E0-B8C5-8316-052040D310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62675" y="2860159"/>
              <a:ext cx="4038268" cy="6100"/>
            </a:xfrm>
            <a:prstGeom prst="line">
              <a:avLst/>
            </a:prstGeom>
            <a:noFill/>
            <a:ln w="571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8FBE0BAC-0A6E-3CC8-470A-9E28A7FDBD60}"/>
                </a:ext>
              </a:extLst>
            </p:cNvPr>
            <p:cNvSpPr/>
            <p:nvPr/>
          </p:nvSpPr>
          <p:spPr>
            <a:xfrm>
              <a:off x="6861144" y="2517476"/>
              <a:ext cx="199711" cy="154987"/>
            </a:xfrm>
            <a:prstGeom prst="rect">
              <a:avLst/>
            </a:prstGeom>
            <a:solidFill>
              <a:srgbClr val="FF0000"/>
            </a:solidFill>
            <a:ln w="19050" cap="flat" cmpd="sng" algn="ctr">
              <a:solidFill>
                <a:srgbClr val="FFFFFF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0688BFFE-D147-C012-F3D0-46A4DA8545E3}"/>
                </a:ext>
              </a:extLst>
            </p:cNvPr>
            <p:cNvCxnSpPr>
              <a:cxnSpLocks/>
              <a:stCxn id="254" idx="2"/>
            </p:cNvCxnSpPr>
            <p:nvPr/>
          </p:nvCxnSpPr>
          <p:spPr>
            <a:xfrm>
              <a:off x="6961000" y="2672463"/>
              <a:ext cx="0" cy="199621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6EDC51CB-E26A-4184-92DE-D08FF06A332C}"/>
                </a:ext>
              </a:extLst>
            </p:cNvPr>
            <p:cNvGrpSpPr/>
            <p:nvPr/>
          </p:nvGrpSpPr>
          <p:grpSpPr>
            <a:xfrm>
              <a:off x="6294361" y="2866259"/>
              <a:ext cx="723339" cy="2872979"/>
              <a:chOff x="6204105" y="2751720"/>
              <a:chExt cx="723339" cy="2872979"/>
            </a:xfrm>
          </p:grpSpPr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6C93F7D6-CC62-CD75-47CC-ED091EDCFEE3}"/>
                  </a:ext>
                </a:extLst>
              </p:cNvPr>
              <p:cNvCxnSpPr>
                <a:cxnSpLocks/>
                <a:endCxn id="274" idx="0"/>
              </p:cNvCxnSpPr>
              <p:nvPr/>
            </p:nvCxnSpPr>
            <p:spPr>
              <a:xfrm>
                <a:off x="6671894" y="2751720"/>
                <a:ext cx="0" cy="615191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</p:cxnSp>
          <p:grpSp>
            <p:nvGrpSpPr>
              <p:cNvPr id="262" name="Group 261">
                <a:extLst>
                  <a:ext uri="{FF2B5EF4-FFF2-40B4-BE49-F238E27FC236}">
                    <a16:creationId xmlns:a16="http://schemas.microsoft.com/office/drawing/2014/main" id="{724BC3F0-1256-0051-7608-648733039CF1}"/>
                  </a:ext>
                </a:extLst>
              </p:cNvPr>
              <p:cNvGrpSpPr/>
              <p:nvPr/>
            </p:nvGrpSpPr>
            <p:grpSpPr>
              <a:xfrm>
                <a:off x="6463152" y="3366911"/>
                <a:ext cx="431467" cy="436446"/>
                <a:chOff x="5711026" y="4647507"/>
                <a:chExt cx="431467" cy="436446"/>
              </a:xfrm>
            </p:grpSpPr>
            <p:sp>
              <p:nvSpPr>
                <p:cNvPr id="274" name="Rectangle 273">
                  <a:extLst>
                    <a:ext uri="{FF2B5EF4-FFF2-40B4-BE49-F238E27FC236}">
                      <a16:creationId xmlns:a16="http://schemas.microsoft.com/office/drawing/2014/main" id="{C344D637-C849-20B1-F7A3-137C9980375A}"/>
                    </a:ext>
                  </a:extLst>
                </p:cNvPr>
                <p:cNvSpPr/>
                <p:nvPr/>
              </p:nvSpPr>
              <p:spPr>
                <a:xfrm>
                  <a:off x="5726515" y="4647507"/>
                  <a:ext cx="386506" cy="386506"/>
                </a:xfrm>
                <a:prstGeom prst="rect">
                  <a:avLst/>
                </a:prstGeom>
                <a:solidFill>
                  <a:srgbClr val="FFFFFF">
                    <a:lumMod val="95000"/>
                  </a:srgbClr>
                </a:solidFill>
                <a:ln w="19050" cap="flat" cmpd="sng" algn="ctr">
                  <a:solidFill>
                    <a:srgbClr val="FFFFFF">
                      <a:lumMod val="5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75" name="Straight Connector 274">
                  <a:extLst>
                    <a:ext uri="{FF2B5EF4-FFF2-40B4-BE49-F238E27FC236}">
                      <a16:creationId xmlns:a16="http://schemas.microsoft.com/office/drawing/2014/main" id="{D3FAE17A-D203-7495-0403-774B08BB3B4F}"/>
                    </a:ext>
                  </a:extLst>
                </p:cNvPr>
                <p:cNvCxnSpPr/>
                <p:nvPr/>
              </p:nvCxnSpPr>
              <p:spPr>
                <a:xfrm flipV="1">
                  <a:off x="5726515" y="4647507"/>
                  <a:ext cx="386506" cy="386506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FFFFFF">
                      <a:lumMod val="50000"/>
                    </a:srgbClr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276" name="TextBox 275">
                  <a:extLst>
                    <a:ext uri="{FF2B5EF4-FFF2-40B4-BE49-F238E27FC236}">
                      <a16:creationId xmlns:a16="http://schemas.microsoft.com/office/drawing/2014/main" id="{BC7EE48E-0393-8EB6-71F9-AD83B9ACE9C3}"/>
                    </a:ext>
                  </a:extLst>
                </p:cNvPr>
                <p:cNvSpPr txBox="1"/>
                <p:nvPr/>
              </p:nvSpPr>
              <p:spPr>
                <a:xfrm>
                  <a:off x="5879878" y="4853121"/>
                  <a:ext cx="262615" cy="230832"/>
                </a:xfrm>
                <a:prstGeom prst="rect">
                  <a:avLst/>
                </a:prstGeom>
              </p:spPr>
              <p:txBody>
                <a:bodyPr wrap="square" lIns="0" tIns="0" r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7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  <a:ea typeface="+mn-ea"/>
                      <a:cs typeface="+mn-cs"/>
                    </a:rPr>
                    <a:t>=</a:t>
                  </a:r>
                </a:p>
              </p:txBody>
            </p:sp>
            <p:sp>
              <p:nvSpPr>
                <p:cNvPr id="277" name="TextBox 276">
                  <a:extLst>
                    <a:ext uri="{FF2B5EF4-FFF2-40B4-BE49-F238E27FC236}">
                      <a16:creationId xmlns:a16="http://schemas.microsoft.com/office/drawing/2014/main" id="{33E28083-8C73-489D-821A-3861279C5E79}"/>
                    </a:ext>
                  </a:extLst>
                </p:cNvPr>
                <p:cNvSpPr txBox="1"/>
                <p:nvPr/>
              </p:nvSpPr>
              <p:spPr>
                <a:xfrm>
                  <a:off x="5711026" y="4672229"/>
                  <a:ext cx="262615" cy="230832"/>
                </a:xfrm>
                <a:prstGeom prst="rect">
                  <a:avLst/>
                </a:prstGeom>
              </p:spPr>
              <p:txBody>
                <a:bodyPr wrap="square" lIns="0" tIns="0" r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7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  <a:ea typeface="+mn-ea"/>
                      <a:cs typeface="+mn-cs"/>
                    </a:rPr>
                    <a:t>~</a:t>
                  </a:r>
                </a:p>
              </p:txBody>
            </p:sp>
          </p:grp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195CC58B-FDF9-3168-4884-FC7EA9E130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32210" y="3810817"/>
                <a:ext cx="0" cy="135855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10110C26-A336-98C3-BB17-00BC35599534}"/>
                  </a:ext>
                </a:extLst>
              </p:cNvPr>
              <p:cNvCxnSpPr>
                <a:cxnSpLocks/>
                <a:stCxn id="274" idx="2"/>
                <a:endCxn id="270" idx="0"/>
              </p:cNvCxnSpPr>
              <p:nvPr/>
            </p:nvCxnSpPr>
            <p:spPr>
              <a:xfrm>
                <a:off x="6671894" y="3753417"/>
                <a:ext cx="25" cy="801577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</p:cxnSp>
          <p:grpSp>
            <p:nvGrpSpPr>
              <p:cNvPr id="265" name="Group 264">
                <a:extLst>
                  <a:ext uri="{FF2B5EF4-FFF2-40B4-BE49-F238E27FC236}">
                    <a16:creationId xmlns:a16="http://schemas.microsoft.com/office/drawing/2014/main" id="{9CA0E07A-F7A1-34D5-9445-14155390BBF7}"/>
                  </a:ext>
                </a:extLst>
              </p:cNvPr>
              <p:cNvGrpSpPr/>
              <p:nvPr/>
            </p:nvGrpSpPr>
            <p:grpSpPr>
              <a:xfrm>
                <a:off x="6463177" y="4554994"/>
                <a:ext cx="431467" cy="436446"/>
                <a:chOff x="5711026" y="4647507"/>
                <a:chExt cx="431467" cy="436446"/>
              </a:xfrm>
            </p:grpSpPr>
            <p:sp>
              <p:nvSpPr>
                <p:cNvPr id="270" name="Rectangle 269">
                  <a:extLst>
                    <a:ext uri="{FF2B5EF4-FFF2-40B4-BE49-F238E27FC236}">
                      <a16:creationId xmlns:a16="http://schemas.microsoft.com/office/drawing/2014/main" id="{37D29812-4F50-3969-E4CA-6D837BFB8638}"/>
                    </a:ext>
                  </a:extLst>
                </p:cNvPr>
                <p:cNvSpPr/>
                <p:nvPr/>
              </p:nvSpPr>
              <p:spPr>
                <a:xfrm>
                  <a:off x="5726515" y="4647507"/>
                  <a:ext cx="386506" cy="386506"/>
                </a:xfrm>
                <a:prstGeom prst="rect">
                  <a:avLst/>
                </a:prstGeom>
                <a:solidFill>
                  <a:srgbClr val="FFFFFF">
                    <a:lumMod val="95000"/>
                  </a:srgbClr>
                </a:solidFill>
                <a:ln w="19050" cap="flat" cmpd="sng" algn="ctr">
                  <a:solidFill>
                    <a:srgbClr val="FFFFFF">
                      <a:lumMod val="5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71" name="Straight Connector 270">
                  <a:extLst>
                    <a:ext uri="{FF2B5EF4-FFF2-40B4-BE49-F238E27FC236}">
                      <a16:creationId xmlns:a16="http://schemas.microsoft.com/office/drawing/2014/main" id="{0E3BF9C7-F75A-326F-46FB-7C98882BD34B}"/>
                    </a:ext>
                  </a:extLst>
                </p:cNvPr>
                <p:cNvCxnSpPr/>
                <p:nvPr/>
              </p:nvCxnSpPr>
              <p:spPr>
                <a:xfrm flipV="1">
                  <a:off x="5726515" y="4647507"/>
                  <a:ext cx="386506" cy="386506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FFFFFF">
                      <a:lumMod val="50000"/>
                    </a:srgbClr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272" name="TextBox 271">
                  <a:extLst>
                    <a:ext uri="{FF2B5EF4-FFF2-40B4-BE49-F238E27FC236}">
                      <a16:creationId xmlns:a16="http://schemas.microsoft.com/office/drawing/2014/main" id="{1D7284B4-C1F1-507A-628D-B82AE5E8B520}"/>
                    </a:ext>
                  </a:extLst>
                </p:cNvPr>
                <p:cNvSpPr txBox="1"/>
                <p:nvPr/>
              </p:nvSpPr>
              <p:spPr>
                <a:xfrm>
                  <a:off x="5879878" y="4853121"/>
                  <a:ext cx="262615" cy="230832"/>
                </a:xfrm>
                <a:prstGeom prst="rect">
                  <a:avLst/>
                </a:prstGeom>
              </p:spPr>
              <p:txBody>
                <a:bodyPr wrap="square" lIns="0" tIns="0" r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7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  <a:ea typeface="+mn-ea"/>
                      <a:cs typeface="+mn-cs"/>
                    </a:rPr>
                    <a:t>=</a:t>
                  </a:r>
                </a:p>
              </p:txBody>
            </p:sp>
            <p:sp>
              <p:nvSpPr>
                <p:cNvPr id="273" name="TextBox 272">
                  <a:extLst>
                    <a:ext uri="{FF2B5EF4-FFF2-40B4-BE49-F238E27FC236}">
                      <a16:creationId xmlns:a16="http://schemas.microsoft.com/office/drawing/2014/main" id="{1AC7D101-DF7C-E626-9760-CB40692ADEA6}"/>
                    </a:ext>
                  </a:extLst>
                </p:cNvPr>
                <p:cNvSpPr txBox="1"/>
                <p:nvPr/>
              </p:nvSpPr>
              <p:spPr>
                <a:xfrm>
                  <a:off x="5711026" y="4672229"/>
                  <a:ext cx="262615" cy="230832"/>
                </a:xfrm>
                <a:prstGeom prst="rect">
                  <a:avLst/>
                </a:prstGeom>
              </p:spPr>
              <p:txBody>
                <a:bodyPr wrap="square" lIns="0" tIns="0" r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7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  <a:ea typeface="+mn-ea"/>
                      <a:cs typeface="+mn-cs"/>
                    </a:rPr>
                    <a:t>=</a:t>
                  </a:r>
                </a:p>
              </p:txBody>
            </p:sp>
          </p:grpSp>
          <p:pic>
            <p:nvPicPr>
              <p:cNvPr id="266" name="Picture 2" descr="Gpu icon flat Royalty Free Vector Image - VectorStock">
                <a:extLst>
                  <a:ext uri="{FF2B5EF4-FFF2-40B4-BE49-F238E27FC236}">
                    <a16:creationId xmlns:a16="http://schemas.microsoft.com/office/drawing/2014/main" id="{0445640C-72F6-7167-F73C-8DF35C8056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811" t="11157" r="22744" b="36568"/>
              <a:stretch>
                <a:fillRect/>
              </a:stretch>
            </p:blipFill>
            <p:spPr bwMode="auto">
              <a:xfrm>
                <a:off x="6416343" y="5122392"/>
                <a:ext cx="511101" cy="5023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10EC1770-14E1-5AEA-5FC3-2DC28A40D8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38504" y="3810819"/>
                <a:ext cx="340266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68" name="Straight Connector 267">
                <a:extLst>
                  <a:ext uri="{FF2B5EF4-FFF2-40B4-BE49-F238E27FC236}">
                    <a16:creationId xmlns:a16="http://schemas.microsoft.com/office/drawing/2014/main" id="{21885AE9-1E5A-41CF-80E1-CB886C960392}"/>
                  </a:ext>
                </a:extLst>
              </p:cNvPr>
              <p:cNvCxnSpPr>
                <a:cxnSpLocks/>
                <a:stCxn id="270" idx="2"/>
                <a:endCxn id="266" idx="0"/>
              </p:cNvCxnSpPr>
              <p:nvPr/>
            </p:nvCxnSpPr>
            <p:spPr>
              <a:xfrm flipH="1">
                <a:off x="6671894" y="4941500"/>
                <a:ext cx="25" cy="180892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</p:cxnSp>
          <p:pic>
            <p:nvPicPr>
              <p:cNvPr id="269" name="Picture 2" descr="Full battery, Icon, Humor, Gift ...">
                <a:extLst>
                  <a:ext uri="{FF2B5EF4-FFF2-40B4-BE49-F238E27FC236}">
                    <a16:creationId xmlns:a16="http://schemas.microsoft.com/office/drawing/2014/main" id="{6FACB4BB-0FAE-151B-EB25-B4EBDF7D85D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8F8F8"/>
                  </a:clrFrom>
                  <a:clrTo>
                    <a:srgbClr val="F8F8F8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04105" y="3959429"/>
                <a:ext cx="265117" cy="3539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41B14EAC-E968-6D7A-C1DA-6A82E348C7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99341" y="2866259"/>
              <a:ext cx="0" cy="279708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grpSp>
          <p:nvGrpSpPr>
            <p:cNvPr id="282" name="Group 281">
              <a:extLst>
                <a:ext uri="{FF2B5EF4-FFF2-40B4-BE49-F238E27FC236}">
                  <a16:creationId xmlns:a16="http://schemas.microsoft.com/office/drawing/2014/main" id="{837090DE-9A0B-3750-C38E-2802BAB86CED}"/>
                </a:ext>
              </a:extLst>
            </p:cNvPr>
            <p:cNvGrpSpPr/>
            <p:nvPr/>
          </p:nvGrpSpPr>
          <p:grpSpPr>
            <a:xfrm>
              <a:off x="9358170" y="3531515"/>
              <a:ext cx="298804" cy="386507"/>
              <a:chOff x="6459794" y="3807283"/>
              <a:chExt cx="403122" cy="520846"/>
            </a:xfrm>
          </p:grpSpPr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DC66E112-7795-A34F-C029-17EB3D3B0276}"/>
                  </a:ext>
                </a:extLst>
              </p:cNvPr>
              <p:cNvSpPr/>
              <p:nvPr/>
            </p:nvSpPr>
            <p:spPr>
              <a:xfrm>
                <a:off x="6459794" y="3807283"/>
                <a:ext cx="403122" cy="520846"/>
              </a:xfrm>
              <a:prstGeom prst="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569EAC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4" name="Isosceles Triangle 283">
                <a:extLst>
                  <a:ext uri="{FF2B5EF4-FFF2-40B4-BE49-F238E27FC236}">
                    <a16:creationId xmlns:a16="http://schemas.microsoft.com/office/drawing/2014/main" id="{846137A0-0A6A-93F9-B36D-C894D8D73AC7}"/>
                  </a:ext>
                </a:extLst>
              </p:cNvPr>
              <p:cNvSpPr/>
              <p:nvPr/>
            </p:nvSpPr>
            <p:spPr>
              <a:xfrm rot="10800000">
                <a:off x="6459794" y="3818984"/>
                <a:ext cx="403122" cy="247491"/>
              </a:xfrm>
              <a:prstGeom prst="triangle">
                <a:avLst/>
              </a:prstGeom>
              <a:solidFill>
                <a:srgbClr val="00B0F0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64FAFC4E-CA3B-62D0-BAE0-B6825ACFBEE9}"/>
                </a:ext>
              </a:extLst>
            </p:cNvPr>
            <p:cNvGrpSpPr/>
            <p:nvPr/>
          </p:nvGrpSpPr>
          <p:grpSpPr>
            <a:xfrm>
              <a:off x="8928685" y="3531515"/>
              <a:ext cx="298804" cy="386507"/>
              <a:chOff x="6459794" y="3807283"/>
              <a:chExt cx="403122" cy="520846"/>
            </a:xfrm>
          </p:grpSpPr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8DC8824C-8E39-5879-66A0-8438CD70914E}"/>
                  </a:ext>
                </a:extLst>
              </p:cNvPr>
              <p:cNvSpPr/>
              <p:nvPr/>
            </p:nvSpPr>
            <p:spPr>
              <a:xfrm>
                <a:off x="6459794" y="3807283"/>
                <a:ext cx="403122" cy="520846"/>
              </a:xfrm>
              <a:prstGeom prst="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569EAC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7" name="Isosceles Triangle 286">
                <a:extLst>
                  <a:ext uri="{FF2B5EF4-FFF2-40B4-BE49-F238E27FC236}">
                    <a16:creationId xmlns:a16="http://schemas.microsoft.com/office/drawing/2014/main" id="{C5302569-8A92-159C-9E06-751097C792F8}"/>
                  </a:ext>
                </a:extLst>
              </p:cNvPr>
              <p:cNvSpPr/>
              <p:nvPr/>
            </p:nvSpPr>
            <p:spPr>
              <a:xfrm rot="10800000">
                <a:off x="6459794" y="3818984"/>
                <a:ext cx="403122" cy="247491"/>
              </a:xfrm>
              <a:prstGeom prst="triangle">
                <a:avLst/>
              </a:prstGeom>
              <a:solidFill>
                <a:srgbClr val="00B0F0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C17A3B63-383D-CACE-B6FE-9A15DD36F3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88746" y="2837823"/>
              <a:ext cx="0" cy="279708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319F1F6E-158A-4F80-22E5-611ED7C551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5791" y="2837823"/>
              <a:ext cx="0" cy="279708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grpSp>
          <p:nvGrpSpPr>
            <p:cNvPr id="292" name="Group 291">
              <a:extLst>
                <a:ext uri="{FF2B5EF4-FFF2-40B4-BE49-F238E27FC236}">
                  <a16:creationId xmlns:a16="http://schemas.microsoft.com/office/drawing/2014/main" id="{FF440506-EA7D-4927-1989-24AB9A0E674D}"/>
                </a:ext>
              </a:extLst>
            </p:cNvPr>
            <p:cNvGrpSpPr/>
            <p:nvPr/>
          </p:nvGrpSpPr>
          <p:grpSpPr>
            <a:xfrm>
              <a:off x="8948048" y="3108726"/>
              <a:ext cx="276517" cy="316439"/>
              <a:chOff x="5711026" y="4647507"/>
              <a:chExt cx="431467" cy="493760"/>
            </a:xfrm>
          </p:grpSpPr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1204C656-24DF-6EBE-7635-9725E835A981}"/>
                  </a:ext>
                </a:extLst>
              </p:cNvPr>
              <p:cNvSpPr/>
              <p:nvPr/>
            </p:nvSpPr>
            <p:spPr>
              <a:xfrm>
                <a:off x="5726515" y="4647507"/>
                <a:ext cx="386506" cy="38650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905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16DC5EBC-CCA5-921C-4575-C38384EEF96C}"/>
                  </a:ext>
                </a:extLst>
              </p:cNvPr>
              <p:cNvCxnSpPr/>
              <p:nvPr/>
            </p:nvCxnSpPr>
            <p:spPr>
              <a:xfrm flipV="1">
                <a:off x="5726515" y="4647507"/>
                <a:ext cx="386506" cy="386506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D9B3A92F-3318-7456-BB9A-F12772956E83}"/>
                  </a:ext>
                </a:extLst>
              </p:cNvPr>
              <p:cNvSpPr txBox="1"/>
              <p:nvPr/>
            </p:nvSpPr>
            <p:spPr>
              <a:xfrm>
                <a:off x="5879878" y="4853121"/>
                <a:ext cx="262615" cy="288146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C49D45A8-C484-3C09-A101-45D9D87234DB}"/>
                  </a:ext>
                </a:extLst>
              </p:cNvPr>
              <p:cNvSpPr txBox="1"/>
              <p:nvPr/>
            </p:nvSpPr>
            <p:spPr>
              <a:xfrm>
                <a:off x="5711026" y="4672229"/>
                <a:ext cx="262615" cy="288146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~</a:t>
                </a:r>
              </a:p>
            </p:txBody>
          </p:sp>
        </p:grpSp>
        <p:grpSp>
          <p:nvGrpSpPr>
            <p:cNvPr id="297" name="Group 296">
              <a:extLst>
                <a:ext uri="{FF2B5EF4-FFF2-40B4-BE49-F238E27FC236}">
                  <a16:creationId xmlns:a16="http://schemas.microsoft.com/office/drawing/2014/main" id="{CEC4B172-D2D8-3A97-773B-27467C0DEC2B}"/>
                </a:ext>
              </a:extLst>
            </p:cNvPr>
            <p:cNvGrpSpPr/>
            <p:nvPr/>
          </p:nvGrpSpPr>
          <p:grpSpPr>
            <a:xfrm>
              <a:off x="9378716" y="3113375"/>
              <a:ext cx="276517" cy="316439"/>
              <a:chOff x="5711026" y="4647507"/>
              <a:chExt cx="431467" cy="493760"/>
            </a:xfrm>
          </p:grpSpPr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DFA5391E-BDE8-9B47-6867-46484CE53625}"/>
                  </a:ext>
                </a:extLst>
              </p:cNvPr>
              <p:cNvSpPr/>
              <p:nvPr/>
            </p:nvSpPr>
            <p:spPr>
              <a:xfrm>
                <a:off x="5726515" y="4647507"/>
                <a:ext cx="386506" cy="38650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905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FE62893A-4BD3-4FDE-4A0B-FCCC926360DF}"/>
                  </a:ext>
                </a:extLst>
              </p:cNvPr>
              <p:cNvCxnSpPr/>
              <p:nvPr/>
            </p:nvCxnSpPr>
            <p:spPr>
              <a:xfrm flipV="1">
                <a:off x="5726515" y="4647507"/>
                <a:ext cx="386506" cy="386506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A8A1967C-D51E-CAA8-4D65-36F8DAF5AE13}"/>
                  </a:ext>
                </a:extLst>
              </p:cNvPr>
              <p:cNvSpPr txBox="1"/>
              <p:nvPr/>
            </p:nvSpPr>
            <p:spPr>
              <a:xfrm>
                <a:off x="5879878" y="4853121"/>
                <a:ext cx="262615" cy="288146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7CAF1057-F55D-2028-D83F-4F89BD61DCF9}"/>
                  </a:ext>
                </a:extLst>
              </p:cNvPr>
              <p:cNvSpPr txBox="1"/>
              <p:nvPr/>
            </p:nvSpPr>
            <p:spPr>
              <a:xfrm>
                <a:off x="5711026" y="4672229"/>
                <a:ext cx="262615" cy="288146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~</a:t>
                </a:r>
              </a:p>
            </p:txBody>
          </p:sp>
        </p:grpSp>
        <p:grpSp>
          <p:nvGrpSpPr>
            <p:cNvPr id="302" name="Group 301">
              <a:extLst>
                <a:ext uri="{FF2B5EF4-FFF2-40B4-BE49-F238E27FC236}">
                  <a16:creationId xmlns:a16="http://schemas.microsoft.com/office/drawing/2014/main" id="{3E1A652F-CE39-0E30-1C59-1D0D619E48ED}"/>
                </a:ext>
              </a:extLst>
            </p:cNvPr>
            <p:cNvGrpSpPr/>
            <p:nvPr/>
          </p:nvGrpSpPr>
          <p:grpSpPr>
            <a:xfrm>
              <a:off x="9870914" y="3112207"/>
              <a:ext cx="276517" cy="316439"/>
              <a:chOff x="5711026" y="4647507"/>
              <a:chExt cx="431467" cy="493760"/>
            </a:xfrm>
          </p:grpSpPr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EFE22569-4C2A-51F3-04B2-5E2E895BBA51}"/>
                  </a:ext>
                </a:extLst>
              </p:cNvPr>
              <p:cNvSpPr/>
              <p:nvPr/>
            </p:nvSpPr>
            <p:spPr>
              <a:xfrm>
                <a:off x="5726515" y="4647507"/>
                <a:ext cx="386506" cy="38650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905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1406833A-E058-908B-BDC1-CECC398263B0}"/>
                  </a:ext>
                </a:extLst>
              </p:cNvPr>
              <p:cNvCxnSpPr/>
              <p:nvPr/>
            </p:nvCxnSpPr>
            <p:spPr>
              <a:xfrm flipV="1">
                <a:off x="5726515" y="4647507"/>
                <a:ext cx="386506" cy="386506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305" name="TextBox 304">
                <a:extLst>
                  <a:ext uri="{FF2B5EF4-FFF2-40B4-BE49-F238E27FC236}">
                    <a16:creationId xmlns:a16="http://schemas.microsoft.com/office/drawing/2014/main" id="{BB98997B-6B35-A248-0203-7028CCD38E4C}"/>
                  </a:ext>
                </a:extLst>
              </p:cNvPr>
              <p:cNvSpPr txBox="1"/>
              <p:nvPr/>
            </p:nvSpPr>
            <p:spPr>
              <a:xfrm>
                <a:off x="5879878" y="4853121"/>
                <a:ext cx="262615" cy="288146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0E2C76F6-45BC-39E6-CA1F-68E6684ABE9C}"/>
                  </a:ext>
                </a:extLst>
              </p:cNvPr>
              <p:cNvSpPr txBox="1"/>
              <p:nvPr/>
            </p:nvSpPr>
            <p:spPr>
              <a:xfrm>
                <a:off x="5711026" y="4672229"/>
                <a:ext cx="262615" cy="288146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~</a:t>
                </a:r>
              </a:p>
            </p:txBody>
          </p:sp>
        </p:grp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6F4618B1-967F-45BF-3B6D-028E4BAB88CF}"/>
                </a:ext>
              </a:extLst>
            </p:cNvPr>
            <p:cNvCxnSpPr>
              <a:cxnSpLocks/>
              <a:stCxn id="287" idx="3"/>
              <a:endCxn id="293" idx="2"/>
            </p:cNvCxnSpPr>
            <p:nvPr/>
          </p:nvCxnSpPr>
          <p:spPr>
            <a:xfrm flipV="1">
              <a:off x="9078087" y="3356428"/>
              <a:ext cx="3740" cy="183770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AA548283-8B6A-D338-754E-5340B8B25C36}"/>
                </a:ext>
              </a:extLst>
            </p:cNvPr>
            <p:cNvCxnSpPr>
              <a:cxnSpLocks/>
              <a:stCxn id="283" idx="0"/>
              <a:endCxn id="298" idx="2"/>
            </p:cNvCxnSpPr>
            <p:nvPr/>
          </p:nvCxnSpPr>
          <p:spPr>
            <a:xfrm flipV="1">
              <a:off x="9507572" y="3361077"/>
              <a:ext cx="4923" cy="170438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C2EBC3F8-E948-AE25-D3FA-7B9489B24877}"/>
                </a:ext>
              </a:extLst>
            </p:cNvPr>
            <p:cNvCxnSpPr>
              <a:cxnSpLocks/>
              <a:endCxn id="303" idx="2"/>
            </p:cNvCxnSpPr>
            <p:nvPr/>
          </p:nvCxnSpPr>
          <p:spPr>
            <a:xfrm flipH="1" flipV="1">
              <a:off x="10004693" y="3359909"/>
              <a:ext cx="3289" cy="171728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98DB23FD-82EE-07CF-9E98-BB793C4451BB}"/>
                </a:ext>
              </a:extLst>
            </p:cNvPr>
            <p:cNvSpPr txBox="1"/>
            <p:nvPr/>
          </p:nvSpPr>
          <p:spPr>
            <a:xfrm>
              <a:off x="7009455" y="1985869"/>
              <a:ext cx="537662" cy="200055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70" normalizeH="0" baseline="0" noProof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Source Sans 3 Light" panose="020B0403030403020204" pitchFamily="34" charset="0"/>
                  <a:ea typeface="+mn-ea"/>
                  <a:cs typeface="+mn-cs"/>
                </a:rPr>
                <a:t>GSU</a:t>
              </a:r>
            </a:p>
          </p:txBody>
        </p: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9BF06DA0-50BD-91BF-FFDE-B66E3E503D81}"/>
                </a:ext>
              </a:extLst>
            </p:cNvPr>
            <p:cNvSpPr txBox="1"/>
            <p:nvPr/>
          </p:nvSpPr>
          <p:spPr>
            <a:xfrm>
              <a:off x="5536564" y="4263697"/>
              <a:ext cx="881155" cy="353943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70" normalizeH="0" baseline="0" noProof="0" dirty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Source Sans 3 Light" panose="020B0403030403020204" pitchFamily="34" charset="0"/>
                  <a:ea typeface="+mn-ea"/>
                  <a:cs typeface="+mn-cs"/>
                </a:rPr>
                <a:t>Battery-backup units</a:t>
              </a:r>
            </a:p>
          </p:txBody>
        </p:sp>
        <p:pic>
          <p:nvPicPr>
            <p:cNvPr id="330" name="Picture 2" descr="Full battery, Icon, Humor, Gift ...">
              <a:extLst>
                <a:ext uri="{FF2B5EF4-FFF2-40B4-BE49-F238E27FC236}">
                  <a16:creationId xmlns:a16="http://schemas.microsoft.com/office/drawing/2014/main" id="{47156C80-80F3-E3D0-307A-34BD6BDEEC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8F8F8"/>
                </a:clrFrom>
                <a:clrTo>
                  <a:srgbClr val="F8F8F8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11730" y="3492767"/>
              <a:ext cx="389213" cy="519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2A5C6DD2-0684-15E6-F408-A886A9B58FB9}"/>
                </a:ext>
              </a:extLst>
            </p:cNvPr>
            <p:cNvSpPr txBox="1"/>
            <p:nvPr/>
          </p:nvSpPr>
          <p:spPr>
            <a:xfrm>
              <a:off x="6622511" y="4020134"/>
              <a:ext cx="881155" cy="200055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70" normalizeH="0" baseline="0" noProof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Source Sans 3 Light" panose="020B0403030403020204" pitchFamily="34" charset="0"/>
                  <a:ea typeface="+mn-ea"/>
                  <a:cs typeface="+mn-cs"/>
                </a:rPr>
                <a:t>800Vdc</a:t>
              </a:r>
            </a:p>
          </p:txBody>
        </p: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id="{2E138076-B45E-7602-87A7-C3D0E56D3245}"/>
                </a:ext>
              </a:extLst>
            </p:cNvPr>
            <p:cNvSpPr txBox="1"/>
            <p:nvPr/>
          </p:nvSpPr>
          <p:spPr>
            <a:xfrm>
              <a:off x="7765556" y="4020134"/>
              <a:ext cx="881155" cy="200055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70" normalizeH="0" baseline="0" noProof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Source Sans 3 Light" panose="020B0403030403020204" pitchFamily="34" charset="0"/>
                  <a:ea typeface="+mn-ea"/>
                  <a:cs typeface="+mn-cs"/>
                </a:rPr>
                <a:t>800Vdc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A645D02-F0E6-4E10-F127-1971A42988E1}"/>
                </a:ext>
              </a:extLst>
            </p:cNvPr>
            <p:cNvGrpSpPr/>
            <p:nvPr/>
          </p:nvGrpSpPr>
          <p:grpSpPr>
            <a:xfrm>
              <a:off x="7449653" y="2871177"/>
              <a:ext cx="723339" cy="2872979"/>
              <a:chOff x="6204105" y="2751720"/>
              <a:chExt cx="723339" cy="2872979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2031C75A-A4DC-F2AD-9254-495C09CAEE13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>
                <a:off x="6671894" y="2751720"/>
                <a:ext cx="0" cy="615191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</p:cxn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12F8F103-A733-BB65-A097-C2422938FCB8}"/>
                  </a:ext>
                </a:extLst>
              </p:cNvPr>
              <p:cNvGrpSpPr/>
              <p:nvPr/>
            </p:nvGrpSpPr>
            <p:grpSpPr>
              <a:xfrm>
                <a:off x="6463152" y="3366911"/>
                <a:ext cx="431467" cy="436446"/>
                <a:chOff x="5711026" y="4647507"/>
                <a:chExt cx="431467" cy="436446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456B56E9-0CA7-BC2C-B374-57FDFBEF588B}"/>
                    </a:ext>
                  </a:extLst>
                </p:cNvPr>
                <p:cNvSpPr/>
                <p:nvPr/>
              </p:nvSpPr>
              <p:spPr>
                <a:xfrm>
                  <a:off x="5726515" y="4647507"/>
                  <a:ext cx="386506" cy="386506"/>
                </a:xfrm>
                <a:prstGeom prst="rect">
                  <a:avLst/>
                </a:prstGeom>
                <a:solidFill>
                  <a:srgbClr val="FFFFFF">
                    <a:lumMod val="95000"/>
                  </a:srgbClr>
                </a:solidFill>
                <a:ln w="19050" cap="flat" cmpd="sng" algn="ctr">
                  <a:solidFill>
                    <a:srgbClr val="FFFFFF">
                      <a:lumMod val="5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6BB82350-20B1-ED38-A81D-B5DC91FA3A3D}"/>
                    </a:ext>
                  </a:extLst>
                </p:cNvPr>
                <p:cNvCxnSpPr/>
                <p:nvPr/>
              </p:nvCxnSpPr>
              <p:spPr>
                <a:xfrm flipV="1">
                  <a:off x="5726515" y="4647507"/>
                  <a:ext cx="386506" cy="386506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FFFFFF">
                      <a:lumMod val="50000"/>
                    </a:srgbClr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2708C39-ABAC-76D0-0AE8-7023B3852D5A}"/>
                    </a:ext>
                  </a:extLst>
                </p:cNvPr>
                <p:cNvSpPr txBox="1"/>
                <p:nvPr/>
              </p:nvSpPr>
              <p:spPr>
                <a:xfrm>
                  <a:off x="5879878" y="4853121"/>
                  <a:ext cx="262615" cy="230832"/>
                </a:xfrm>
                <a:prstGeom prst="rect">
                  <a:avLst/>
                </a:prstGeom>
              </p:spPr>
              <p:txBody>
                <a:bodyPr wrap="square" lIns="0" tIns="0" r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7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  <a:ea typeface="+mn-ea"/>
                      <a:cs typeface="+mn-cs"/>
                    </a:rPr>
                    <a:t>=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0D5AD9C-C542-E6D1-1162-4C4C21603442}"/>
                    </a:ext>
                  </a:extLst>
                </p:cNvPr>
                <p:cNvSpPr txBox="1"/>
                <p:nvPr/>
              </p:nvSpPr>
              <p:spPr>
                <a:xfrm>
                  <a:off x="5711026" y="4672229"/>
                  <a:ext cx="262615" cy="230832"/>
                </a:xfrm>
                <a:prstGeom prst="rect">
                  <a:avLst/>
                </a:prstGeom>
              </p:spPr>
              <p:txBody>
                <a:bodyPr wrap="square" lIns="0" tIns="0" r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7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  <a:ea typeface="+mn-ea"/>
                      <a:cs typeface="+mn-cs"/>
                    </a:rPr>
                    <a:t>~</a:t>
                  </a:r>
                </a:p>
              </p:txBody>
            </p:sp>
          </p:grp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785F6B23-8455-BD21-0BB5-81125F47FE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32210" y="3810817"/>
                <a:ext cx="0" cy="135855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E914D367-597F-913E-F7C7-2C58B863D943}"/>
                  </a:ext>
                </a:extLst>
              </p:cNvPr>
              <p:cNvCxnSpPr>
                <a:cxnSpLocks/>
                <a:stCxn id="18" idx="2"/>
                <a:endCxn id="14" idx="0"/>
              </p:cNvCxnSpPr>
              <p:nvPr/>
            </p:nvCxnSpPr>
            <p:spPr>
              <a:xfrm>
                <a:off x="6671894" y="3753417"/>
                <a:ext cx="25" cy="801577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</p:cxn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38715F8F-BC1D-5176-BCD3-A7122E03B8A0}"/>
                  </a:ext>
                </a:extLst>
              </p:cNvPr>
              <p:cNvGrpSpPr/>
              <p:nvPr/>
            </p:nvGrpSpPr>
            <p:grpSpPr>
              <a:xfrm>
                <a:off x="6463177" y="4554994"/>
                <a:ext cx="431467" cy="436446"/>
                <a:chOff x="5711026" y="4647507"/>
                <a:chExt cx="431467" cy="436446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CFCC8CF-AC13-1B2A-F012-CBE01CD115E3}"/>
                    </a:ext>
                  </a:extLst>
                </p:cNvPr>
                <p:cNvSpPr/>
                <p:nvPr/>
              </p:nvSpPr>
              <p:spPr>
                <a:xfrm>
                  <a:off x="5726515" y="4647507"/>
                  <a:ext cx="386506" cy="386506"/>
                </a:xfrm>
                <a:prstGeom prst="rect">
                  <a:avLst/>
                </a:prstGeom>
                <a:solidFill>
                  <a:srgbClr val="FFFFFF">
                    <a:lumMod val="95000"/>
                  </a:srgbClr>
                </a:solidFill>
                <a:ln w="19050" cap="flat" cmpd="sng" algn="ctr">
                  <a:solidFill>
                    <a:srgbClr val="FFFFFF">
                      <a:lumMod val="5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22E16C63-BEB4-3FD1-8A6F-534C7C514696}"/>
                    </a:ext>
                  </a:extLst>
                </p:cNvPr>
                <p:cNvCxnSpPr/>
                <p:nvPr/>
              </p:nvCxnSpPr>
              <p:spPr>
                <a:xfrm flipV="1">
                  <a:off x="5726515" y="4647507"/>
                  <a:ext cx="386506" cy="386506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FFFFFF">
                      <a:lumMod val="50000"/>
                    </a:srgbClr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5FCF93B-538E-3038-4B41-74081062F3DC}"/>
                    </a:ext>
                  </a:extLst>
                </p:cNvPr>
                <p:cNvSpPr txBox="1"/>
                <p:nvPr/>
              </p:nvSpPr>
              <p:spPr>
                <a:xfrm>
                  <a:off x="5879878" y="4853121"/>
                  <a:ext cx="262615" cy="230832"/>
                </a:xfrm>
                <a:prstGeom prst="rect">
                  <a:avLst/>
                </a:prstGeom>
              </p:spPr>
              <p:txBody>
                <a:bodyPr wrap="square" lIns="0" tIns="0" r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7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  <a:ea typeface="+mn-ea"/>
                      <a:cs typeface="+mn-cs"/>
                    </a:rPr>
                    <a:t>=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25FA408-58A3-0279-96D4-E9CF1D63F2EC}"/>
                    </a:ext>
                  </a:extLst>
                </p:cNvPr>
                <p:cNvSpPr txBox="1"/>
                <p:nvPr/>
              </p:nvSpPr>
              <p:spPr>
                <a:xfrm>
                  <a:off x="5711026" y="4672229"/>
                  <a:ext cx="262615" cy="230832"/>
                </a:xfrm>
                <a:prstGeom prst="rect">
                  <a:avLst/>
                </a:prstGeom>
              </p:spPr>
              <p:txBody>
                <a:bodyPr wrap="square" lIns="0" tIns="0" r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7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  <a:ea typeface="+mn-ea"/>
                      <a:cs typeface="+mn-cs"/>
                    </a:rPr>
                    <a:t>=</a:t>
                  </a:r>
                </a:p>
              </p:txBody>
            </p:sp>
          </p:grpSp>
          <p:pic>
            <p:nvPicPr>
              <p:cNvPr id="10" name="Picture 2" descr="Gpu icon flat Royalty Free Vector Image - VectorStock">
                <a:extLst>
                  <a:ext uri="{FF2B5EF4-FFF2-40B4-BE49-F238E27FC236}">
                    <a16:creationId xmlns:a16="http://schemas.microsoft.com/office/drawing/2014/main" id="{0CFD81D1-5CD4-3FD9-6B8B-FFBAFD58D4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811" t="11157" r="22744" b="36568"/>
              <a:stretch>
                <a:fillRect/>
              </a:stretch>
            </p:blipFill>
            <p:spPr bwMode="auto">
              <a:xfrm>
                <a:off x="6416343" y="5122392"/>
                <a:ext cx="511101" cy="5023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760FC702-D58F-8678-44C8-7713E2D260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38504" y="3810819"/>
                <a:ext cx="340266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D3724DC2-C24B-E466-3BDE-1B53A345F328}"/>
                  </a:ext>
                </a:extLst>
              </p:cNvPr>
              <p:cNvCxnSpPr>
                <a:cxnSpLocks/>
                <a:stCxn id="14" idx="2"/>
                <a:endCxn id="10" idx="0"/>
              </p:cNvCxnSpPr>
              <p:nvPr/>
            </p:nvCxnSpPr>
            <p:spPr>
              <a:xfrm flipH="1">
                <a:off x="6671894" y="4941500"/>
                <a:ext cx="25" cy="180892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</p:cxnSp>
          <p:pic>
            <p:nvPicPr>
              <p:cNvPr id="13" name="Picture 2" descr="Full battery, Icon, Humor, Gift ...">
                <a:extLst>
                  <a:ext uri="{FF2B5EF4-FFF2-40B4-BE49-F238E27FC236}">
                    <a16:creationId xmlns:a16="http://schemas.microsoft.com/office/drawing/2014/main" id="{1880EBE1-A841-62A0-AE0F-BCB35E61ACE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8F8F8"/>
                  </a:clrFrom>
                  <a:clrTo>
                    <a:srgbClr val="F8F8F8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04105" y="3959429"/>
                <a:ext cx="265117" cy="3539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B609F4D-9616-0910-3B7F-504294990575}"/>
                </a:ext>
              </a:extLst>
            </p:cNvPr>
            <p:cNvCxnSpPr/>
            <p:nvPr/>
          </p:nvCxnSpPr>
          <p:spPr>
            <a:xfrm>
              <a:off x="6328596" y="3666463"/>
              <a:ext cx="1992941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180A141-9D3B-B2BD-C190-159BC7325780}"/>
                </a:ext>
              </a:extLst>
            </p:cNvPr>
            <p:cNvCxnSpPr/>
            <p:nvPr/>
          </p:nvCxnSpPr>
          <p:spPr>
            <a:xfrm>
              <a:off x="6328596" y="3685158"/>
              <a:ext cx="1992941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CD788A5-DF89-C84C-C446-54746F0825C4}"/>
                </a:ext>
              </a:extLst>
            </p:cNvPr>
            <p:cNvSpPr txBox="1"/>
            <p:nvPr/>
          </p:nvSpPr>
          <p:spPr>
            <a:xfrm>
              <a:off x="9032200" y="4158023"/>
              <a:ext cx="881155" cy="353943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70" normalizeH="0" baseline="0" noProof="0" dirty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Source Sans 3 Light" panose="020B0403030403020204" pitchFamily="34" charset="0"/>
                  <a:ea typeface="+mn-ea"/>
                  <a:cs typeface="+mn-cs"/>
                </a:rPr>
                <a:t>On-site generation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5F43AEC-EB9F-34C1-A351-60373746C1C1}"/>
                </a:ext>
              </a:extLst>
            </p:cNvPr>
            <p:cNvSpPr txBox="1"/>
            <p:nvPr/>
          </p:nvSpPr>
          <p:spPr>
            <a:xfrm>
              <a:off x="5618772" y="3410325"/>
              <a:ext cx="881155" cy="200055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70" normalizeH="0" baseline="0" noProof="0" dirty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Source Sans 3 Light" panose="020B0403030403020204" pitchFamily="34" charset="0"/>
                  <a:ea typeface="+mn-ea"/>
                  <a:cs typeface="+mn-cs"/>
                </a:rPr>
                <a:t>SST rectifiers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E688B17-FC31-9F0D-62A9-7B1E6C5CFD94}"/>
              </a:ext>
            </a:extLst>
          </p:cNvPr>
          <p:cNvSpPr txBox="1"/>
          <p:nvPr/>
        </p:nvSpPr>
        <p:spPr>
          <a:xfrm>
            <a:off x="2450470" y="3143454"/>
            <a:ext cx="424256" cy="199417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7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ource Sans 3 Light" panose="020B0403030403020204" pitchFamily="34" charset="0"/>
                <a:ea typeface="+mn-ea"/>
                <a:cs typeface="+mn-cs"/>
              </a:rPr>
              <a:t>MVTs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63E078-85DE-6699-65FC-A44C401197EF}"/>
              </a:ext>
            </a:extLst>
          </p:cNvPr>
          <p:cNvSpPr txBox="1"/>
          <p:nvPr/>
        </p:nvSpPr>
        <p:spPr>
          <a:xfrm>
            <a:off x="8179277" y="2638406"/>
            <a:ext cx="424256" cy="199417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7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ource Sans 3 Light" panose="020B0403030403020204" pitchFamily="34" charset="0"/>
                <a:ea typeface="+mn-ea"/>
                <a:cs typeface="+mn-cs"/>
              </a:rPr>
              <a:t>35kV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1F4EAF-7EEB-DBD3-81DB-446656AC921E}"/>
              </a:ext>
            </a:extLst>
          </p:cNvPr>
          <p:cNvSpPr txBox="1"/>
          <p:nvPr/>
        </p:nvSpPr>
        <p:spPr>
          <a:xfrm>
            <a:off x="3947966" y="2334537"/>
            <a:ext cx="688871" cy="200055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7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ource Sans 3 Light" panose="020B0403030403020204" pitchFamily="34" charset="0"/>
                <a:ea typeface="+mn-ea"/>
                <a:cs typeface="+mn-cs"/>
              </a:rPr>
              <a:t>13-35kV</a:t>
            </a:r>
          </a:p>
        </p:txBody>
      </p:sp>
    </p:spTree>
    <p:extLst>
      <p:ext uri="{BB962C8B-B14F-4D97-AF65-F5344CB8AC3E}">
        <p14:creationId xmlns:p14="http://schemas.microsoft.com/office/powerpoint/2010/main" val="13319172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9D3EA-6772-8C99-BACC-B58770A0E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Rectangle 709">
            <a:extLst>
              <a:ext uri="{FF2B5EF4-FFF2-40B4-BE49-F238E27FC236}">
                <a16:creationId xmlns:a16="http://schemas.microsoft.com/office/drawing/2014/main" id="{5E4FF95B-C3B1-A887-90B4-514979F3B13B}"/>
              </a:ext>
            </a:extLst>
          </p:cNvPr>
          <p:cNvSpPr/>
          <p:nvPr/>
        </p:nvSpPr>
        <p:spPr>
          <a:xfrm>
            <a:off x="6148866" y="341840"/>
            <a:ext cx="5825883" cy="6333366"/>
          </a:xfrm>
          <a:prstGeom prst="rect">
            <a:avLst/>
          </a:prstGeom>
          <a:solidFill>
            <a:srgbClr val="E4EEE4">
              <a:alpha val="50196"/>
            </a:srgb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C2953E49-2AF7-3654-16A5-8A77724E1403}"/>
              </a:ext>
            </a:extLst>
          </p:cNvPr>
          <p:cNvSpPr/>
          <p:nvPr/>
        </p:nvSpPr>
        <p:spPr>
          <a:xfrm>
            <a:off x="207525" y="341840"/>
            <a:ext cx="5641057" cy="6333366"/>
          </a:xfrm>
          <a:prstGeom prst="rect">
            <a:avLst/>
          </a:prstGeom>
          <a:solidFill>
            <a:srgbClr val="F2F2F2">
              <a:alpha val="69804"/>
            </a:srgb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1BD3AFE-A07E-E696-FCBE-238D5CAA6E25}"/>
              </a:ext>
            </a:extLst>
          </p:cNvPr>
          <p:cNvGrpSpPr/>
          <p:nvPr/>
        </p:nvGrpSpPr>
        <p:grpSpPr>
          <a:xfrm>
            <a:off x="632705" y="1370113"/>
            <a:ext cx="2100738" cy="5039232"/>
            <a:chOff x="8091971" y="1371317"/>
            <a:chExt cx="2100738" cy="5039232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C642260-030B-B5A8-A5C4-70D2726EFB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33491" y="1954379"/>
              <a:ext cx="0" cy="701677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4A2B8094-8BA2-C7B2-C448-848BAC1AFBF0}"/>
                </a:ext>
              </a:extLst>
            </p:cNvPr>
            <p:cNvCxnSpPr>
              <a:cxnSpLocks/>
              <a:endCxn id="243" idx="0"/>
            </p:cNvCxnSpPr>
            <p:nvPr/>
          </p:nvCxnSpPr>
          <p:spPr>
            <a:xfrm>
              <a:off x="9890283" y="1371317"/>
              <a:ext cx="2875" cy="452500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C40C301E-402B-3104-0742-BF04C5771DA8}"/>
                </a:ext>
              </a:extLst>
            </p:cNvPr>
            <p:cNvGrpSpPr/>
            <p:nvPr/>
          </p:nvGrpSpPr>
          <p:grpSpPr>
            <a:xfrm>
              <a:off x="9793302" y="1823817"/>
              <a:ext cx="199711" cy="334311"/>
              <a:chOff x="3362633" y="2910348"/>
              <a:chExt cx="351756" cy="526026"/>
            </a:xfrm>
          </p:grpSpPr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8A8ED38C-A831-1D0B-7B55-B7C42DB65CBB}"/>
                  </a:ext>
                </a:extLst>
              </p:cNvPr>
              <p:cNvSpPr/>
              <p:nvPr/>
            </p:nvSpPr>
            <p:spPr>
              <a:xfrm>
                <a:off x="3362633" y="2910348"/>
                <a:ext cx="351756" cy="36382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569EAC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20002BDD-A649-BA3A-FDAE-D1299E3E11C0}"/>
                  </a:ext>
                </a:extLst>
              </p:cNvPr>
              <p:cNvSpPr/>
              <p:nvPr/>
            </p:nvSpPr>
            <p:spPr>
              <a:xfrm>
                <a:off x="3362633" y="3072548"/>
                <a:ext cx="351756" cy="36382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569EAC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B6DF833C-F4D3-F52B-FF18-5B048C86E271}"/>
                </a:ext>
              </a:extLst>
            </p:cNvPr>
            <p:cNvGrpSpPr/>
            <p:nvPr/>
          </p:nvGrpSpPr>
          <p:grpSpPr>
            <a:xfrm>
              <a:off x="9184465" y="2884587"/>
              <a:ext cx="431467" cy="436446"/>
              <a:chOff x="5711026" y="4647507"/>
              <a:chExt cx="431467" cy="436446"/>
            </a:xfrm>
          </p:grpSpPr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8A4F3FE4-B078-E3EE-AA6E-EE51B8A1E4B9}"/>
                  </a:ext>
                </a:extLst>
              </p:cNvPr>
              <p:cNvSpPr/>
              <p:nvPr/>
            </p:nvSpPr>
            <p:spPr>
              <a:xfrm>
                <a:off x="5726515" y="4647507"/>
                <a:ext cx="386506" cy="38650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905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C2248988-7B08-7B79-DB7F-B7BEC9FB3954}"/>
                  </a:ext>
                </a:extLst>
              </p:cNvPr>
              <p:cNvCxnSpPr/>
              <p:nvPr/>
            </p:nvCxnSpPr>
            <p:spPr>
              <a:xfrm flipV="1">
                <a:off x="5726515" y="4647507"/>
                <a:ext cx="386506" cy="386506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8EF5735C-6A35-3DB3-5F49-E50CBC67627A}"/>
                  </a:ext>
                </a:extLst>
              </p:cNvPr>
              <p:cNvSpPr txBox="1"/>
              <p:nvPr/>
            </p:nvSpPr>
            <p:spPr>
              <a:xfrm>
                <a:off x="5879878" y="4853121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91DE246E-C4BD-72CD-8E6A-AC960D50827F}"/>
                  </a:ext>
                </a:extLst>
              </p:cNvPr>
              <p:cNvSpPr txBox="1"/>
              <p:nvPr/>
            </p:nvSpPr>
            <p:spPr>
              <a:xfrm>
                <a:off x="5711026" y="4672229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~</a:t>
                </a:r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A984A476-832B-FC74-078C-68EC6C0CD25C}"/>
                </a:ext>
              </a:extLst>
            </p:cNvPr>
            <p:cNvGrpSpPr/>
            <p:nvPr/>
          </p:nvGrpSpPr>
          <p:grpSpPr>
            <a:xfrm rot="10800000">
              <a:off x="9177473" y="3401860"/>
              <a:ext cx="431467" cy="436446"/>
              <a:chOff x="5711026" y="4647507"/>
              <a:chExt cx="431467" cy="436446"/>
            </a:xfrm>
          </p:grpSpPr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12CCE657-7249-BF72-B693-B257D945DDE1}"/>
                  </a:ext>
                </a:extLst>
              </p:cNvPr>
              <p:cNvSpPr/>
              <p:nvPr/>
            </p:nvSpPr>
            <p:spPr>
              <a:xfrm>
                <a:off x="5726515" y="4647507"/>
                <a:ext cx="386506" cy="38650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905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0B2640CB-1519-4DEE-3C98-4F94BCCDD273}"/>
                  </a:ext>
                </a:extLst>
              </p:cNvPr>
              <p:cNvCxnSpPr/>
              <p:nvPr/>
            </p:nvCxnSpPr>
            <p:spPr>
              <a:xfrm flipV="1">
                <a:off x="5726515" y="4647507"/>
                <a:ext cx="386506" cy="386506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94A4AAFA-7A14-AEEB-CD2D-ECF58E47999E}"/>
                  </a:ext>
                </a:extLst>
              </p:cNvPr>
              <p:cNvSpPr txBox="1"/>
              <p:nvPr/>
            </p:nvSpPr>
            <p:spPr>
              <a:xfrm>
                <a:off x="5879878" y="4853121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0EB2D01B-6B49-D2C4-D155-79A697F35F29}"/>
                  </a:ext>
                </a:extLst>
              </p:cNvPr>
              <p:cNvSpPr txBox="1"/>
              <p:nvPr/>
            </p:nvSpPr>
            <p:spPr>
              <a:xfrm>
                <a:off x="5711026" y="4672229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~</a:t>
                </a:r>
              </a:p>
            </p:txBody>
          </p:sp>
        </p:grp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FE369E1F-7334-4A5E-B9BB-86639737DB25}"/>
                </a:ext>
              </a:extLst>
            </p:cNvPr>
            <p:cNvCxnSpPr>
              <a:cxnSpLocks/>
              <a:stCxn id="239" idx="2"/>
              <a:endCxn id="235" idx="2"/>
            </p:cNvCxnSpPr>
            <p:nvPr/>
          </p:nvCxnSpPr>
          <p:spPr>
            <a:xfrm>
              <a:off x="9393207" y="3271093"/>
              <a:ext cx="6991" cy="180707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C2D95304-8D7D-2E15-38F2-B8B07FD07A6A}"/>
                </a:ext>
              </a:extLst>
            </p:cNvPr>
            <p:cNvCxnSpPr>
              <a:cxnSpLocks/>
            </p:cNvCxnSpPr>
            <p:nvPr/>
          </p:nvCxnSpPr>
          <p:spPr>
            <a:xfrm>
              <a:off x="8847045" y="3362645"/>
              <a:ext cx="0" cy="135855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FFF85969-8802-F2FC-6DAB-13D9781D521A}"/>
                </a:ext>
              </a:extLst>
            </p:cNvPr>
            <p:cNvCxnSpPr>
              <a:cxnSpLocks/>
              <a:stCxn id="244" idx="4"/>
            </p:cNvCxnSpPr>
            <p:nvPr/>
          </p:nvCxnSpPr>
          <p:spPr>
            <a:xfrm>
              <a:off x="9893158" y="2158128"/>
              <a:ext cx="2436" cy="506160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AB67F330-77E2-246B-F543-62FED3DE4629}"/>
                </a:ext>
              </a:extLst>
            </p:cNvPr>
            <p:cNvCxnSpPr>
              <a:cxnSpLocks/>
              <a:stCxn id="235" idx="0"/>
              <a:endCxn id="27" idx="0"/>
            </p:cNvCxnSpPr>
            <p:nvPr/>
          </p:nvCxnSpPr>
          <p:spPr>
            <a:xfrm flipH="1">
              <a:off x="9390770" y="3838306"/>
              <a:ext cx="9428" cy="262585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AE4D7029-7C50-6744-AFA1-A222E859043D}"/>
                </a:ext>
              </a:extLst>
            </p:cNvPr>
            <p:cNvGrpSpPr/>
            <p:nvPr/>
          </p:nvGrpSpPr>
          <p:grpSpPr>
            <a:xfrm>
              <a:off x="9177473" y="4622488"/>
              <a:ext cx="431467" cy="436446"/>
              <a:chOff x="5711026" y="4647507"/>
              <a:chExt cx="431467" cy="436446"/>
            </a:xfrm>
          </p:grpSpPr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294B00FF-6E58-494E-A5B7-548C20C56781}"/>
                  </a:ext>
                </a:extLst>
              </p:cNvPr>
              <p:cNvSpPr/>
              <p:nvPr/>
            </p:nvSpPr>
            <p:spPr>
              <a:xfrm>
                <a:off x="5726515" y="4647507"/>
                <a:ext cx="386506" cy="38650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905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7EC931C7-1FC4-3930-4077-898FE0880D8F}"/>
                  </a:ext>
                </a:extLst>
              </p:cNvPr>
              <p:cNvCxnSpPr/>
              <p:nvPr/>
            </p:nvCxnSpPr>
            <p:spPr>
              <a:xfrm flipV="1">
                <a:off x="5726515" y="4647507"/>
                <a:ext cx="386506" cy="386506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C86BCE32-55CC-5BC8-B10F-12374E76D474}"/>
                  </a:ext>
                </a:extLst>
              </p:cNvPr>
              <p:cNvSpPr txBox="1"/>
              <p:nvPr/>
            </p:nvSpPr>
            <p:spPr>
              <a:xfrm>
                <a:off x="5879878" y="4853121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9A278CBD-4417-5BD5-005F-4C864B21D27E}"/>
                  </a:ext>
                </a:extLst>
              </p:cNvPr>
              <p:cNvSpPr txBox="1"/>
              <p:nvPr/>
            </p:nvSpPr>
            <p:spPr>
              <a:xfrm>
                <a:off x="5711026" y="4672229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~</a:t>
                </a:r>
              </a:p>
            </p:txBody>
          </p: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BD5931E6-9C06-043F-22FE-82D155631AC8}"/>
                </a:ext>
              </a:extLst>
            </p:cNvPr>
            <p:cNvGrpSpPr/>
            <p:nvPr/>
          </p:nvGrpSpPr>
          <p:grpSpPr>
            <a:xfrm>
              <a:off x="9177473" y="5386026"/>
              <a:ext cx="431467" cy="436446"/>
              <a:chOff x="5711026" y="4647507"/>
              <a:chExt cx="431467" cy="436446"/>
            </a:xfrm>
          </p:grpSpPr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93E123AE-CEFA-5AE7-1FD8-08E4F87B085E}"/>
                  </a:ext>
                </a:extLst>
              </p:cNvPr>
              <p:cNvSpPr/>
              <p:nvPr/>
            </p:nvSpPr>
            <p:spPr>
              <a:xfrm>
                <a:off x="5726515" y="4647507"/>
                <a:ext cx="386506" cy="38650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905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D3AFE92B-6FDF-6E2C-F73A-C31D13064487}"/>
                  </a:ext>
                </a:extLst>
              </p:cNvPr>
              <p:cNvCxnSpPr/>
              <p:nvPr/>
            </p:nvCxnSpPr>
            <p:spPr>
              <a:xfrm flipV="1">
                <a:off x="5726515" y="4647507"/>
                <a:ext cx="386506" cy="386506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8F0398D7-5106-AE41-E789-981649279C80}"/>
                  </a:ext>
                </a:extLst>
              </p:cNvPr>
              <p:cNvSpPr txBox="1"/>
              <p:nvPr/>
            </p:nvSpPr>
            <p:spPr>
              <a:xfrm>
                <a:off x="5879878" y="4853121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BB3580DE-DAE8-4059-DB17-983692709D32}"/>
                  </a:ext>
                </a:extLst>
              </p:cNvPr>
              <p:cNvSpPr txBox="1"/>
              <p:nvPr/>
            </p:nvSpPr>
            <p:spPr>
              <a:xfrm>
                <a:off x="5711026" y="4672229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</p:grpSp>
        <p:pic>
          <p:nvPicPr>
            <p:cNvPr id="222" name="Picture 2" descr="Gpu icon flat Royalty Free Vector Image - VectorStock">
              <a:extLst>
                <a:ext uri="{FF2B5EF4-FFF2-40B4-BE49-F238E27FC236}">
                  <a16:creationId xmlns:a16="http://schemas.microsoft.com/office/drawing/2014/main" id="{20445851-A54A-924B-8920-54A53BE44CF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11" t="11157" r="22744" b="36568"/>
            <a:stretch>
              <a:fillRect/>
            </a:stretch>
          </p:blipFill>
          <p:spPr bwMode="auto">
            <a:xfrm>
              <a:off x="9127824" y="5848733"/>
              <a:ext cx="511101" cy="5023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A0B76000-BF3E-CDD6-9FF6-6DC43A93C7E0}"/>
                </a:ext>
              </a:extLst>
            </p:cNvPr>
            <p:cNvCxnSpPr>
              <a:cxnSpLocks/>
            </p:cNvCxnSpPr>
            <p:nvPr/>
          </p:nvCxnSpPr>
          <p:spPr>
            <a:xfrm>
              <a:off x="8847045" y="3362645"/>
              <a:ext cx="553038" cy="0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FCB747F2-7814-27A7-7E06-834455DAF92F}"/>
                </a:ext>
              </a:extLst>
            </p:cNvPr>
            <p:cNvCxnSpPr>
              <a:cxnSpLocks/>
              <a:stCxn id="227" idx="2"/>
              <a:endCxn id="222" idx="0"/>
            </p:cNvCxnSpPr>
            <p:nvPr/>
          </p:nvCxnSpPr>
          <p:spPr>
            <a:xfrm flipH="1">
              <a:off x="9383375" y="5772532"/>
              <a:ext cx="2840" cy="76201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pic>
          <p:nvPicPr>
            <p:cNvPr id="225" name="Picture 4" descr="453+ Thousand Battery Icon Royalty-Free Images, Stock Photos &amp; Pictures |  Shutterstock">
              <a:extLst>
                <a:ext uri="{FF2B5EF4-FFF2-40B4-BE49-F238E27FC236}">
                  <a16:creationId xmlns:a16="http://schemas.microsoft.com/office/drawing/2014/main" id="{5830AB17-E18A-7B55-773B-56DF97C0315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rgbClr val="569DAB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298" t="21533" r="20518" b="30042"/>
            <a:stretch>
              <a:fillRect/>
            </a:stretch>
          </p:blipFill>
          <p:spPr bwMode="auto">
            <a:xfrm>
              <a:off x="8660582" y="3480061"/>
              <a:ext cx="389005" cy="3315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30430AE0-5168-4FD7-57C4-28B5B3E18A52}"/>
                </a:ext>
              </a:extLst>
            </p:cNvPr>
            <p:cNvSpPr/>
            <p:nvPr/>
          </p:nvSpPr>
          <p:spPr>
            <a:xfrm>
              <a:off x="8589437" y="2808436"/>
              <a:ext cx="1098447" cy="1168060"/>
            </a:xfrm>
            <a:prstGeom prst="rect">
              <a:avLst/>
            </a:prstGeom>
            <a:noFill/>
            <a:ln w="19050" cap="flat" cmpd="sng" algn="ctr">
              <a:solidFill>
                <a:srgbClr val="569DAB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8144ECCD-0302-2EDE-1E69-91A5561FD491}"/>
                </a:ext>
              </a:extLst>
            </p:cNvPr>
            <p:cNvCxnSpPr>
              <a:cxnSpLocks/>
              <a:stCxn id="231" idx="2"/>
              <a:endCxn id="227" idx="0"/>
            </p:cNvCxnSpPr>
            <p:nvPr/>
          </p:nvCxnSpPr>
          <p:spPr>
            <a:xfrm>
              <a:off x="9386215" y="5008994"/>
              <a:ext cx="0" cy="377032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C923466-4DBF-D93D-5B5F-34002F558BE7}"/>
                </a:ext>
              </a:extLst>
            </p:cNvPr>
            <p:cNvGrpSpPr/>
            <p:nvPr/>
          </p:nvGrpSpPr>
          <p:grpSpPr>
            <a:xfrm>
              <a:off x="9290914" y="4100891"/>
              <a:ext cx="199711" cy="334311"/>
              <a:chOff x="3362633" y="2910348"/>
              <a:chExt cx="351756" cy="526026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BBADCC29-723B-6953-073A-423ADF54925D}"/>
                  </a:ext>
                </a:extLst>
              </p:cNvPr>
              <p:cNvSpPr/>
              <p:nvPr/>
            </p:nvSpPr>
            <p:spPr>
              <a:xfrm>
                <a:off x="3362633" y="2910348"/>
                <a:ext cx="351756" cy="36382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569EAC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7B6953D-F08F-0B80-F461-50BD27BAD673}"/>
                  </a:ext>
                </a:extLst>
              </p:cNvPr>
              <p:cNvSpPr/>
              <p:nvPr/>
            </p:nvSpPr>
            <p:spPr>
              <a:xfrm>
                <a:off x="3362633" y="3072548"/>
                <a:ext cx="351756" cy="36382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569EAC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A2C3C2A-04DD-7937-533A-EEDEC4F04725}"/>
                </a:ext>
              </a:extLst>
            </p:cNvPr>
            <p:cNvCxnSpPr>
              <a:cxnSpLocks/>
              <a:stCxn id="28" idx="4"/>
              <a:endCxn id="231" idx="0"/>
            </p:cNvCxnSpPr>
            <p:nvPr/>
          </p:nvCxnSpPr>
          <p:spPr>
            <a:xfrm flipH="1">
              <a:off x="9386215" y="4435202"/>
              <a:ext cx="4555" cy="187286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B967AD6-7F8C-EEB2-798C-7B0D0E20CE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68439" y="2656056"/>
              <a:ext cx="1624270" cy="0"/>
            </a:xfrm>
            <a:prstGeom prst="line">
              <a:avLst/>
            </a:prstGeom>
            <a:noFill/>
            <a:ln w="571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34491EA-D4F8-ECE0-7A51-FB68529F3E31}"/>
                </a:ext>
              </a:extLst>
            </p:cNvPr>
            <p:cNvSpPr/>
            <p:nvPr/>
          </p:nvSpPr>
          <p:spPr>
            <a:xfrm>
              <a:off x="9812881" y="2314822"/>
              <a:ext cx="199711" cy="154987"/>
            </a:xfrm>
            <a:prstGeom prst="rect">
              <a:avLst/>
            </a:prstGeom>
            <a:solidFill>
              <a:srgbClr val="FF0000"/>
            </a:solidFill>
            <a:ln w="19050" cap="flat" cmpd="sng" algn="ctr">
              <a:solidFill>
                <a:srgbClr val="FFFFFF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80543B7-3418-BA56-B601-5556DD1A960E}"/>
                </a:ext>
              </a:extLst>
            </p:cNvPr>
            <p:cNvSpPr/>
            <p:nvPr/>
          </p:nvSpPr>
          <p:spPr>
            <a:xfrm>
              <a:off x="8833635" y="2314171"/>
              <a:ext cx="199711" cy="154987"/>
            </a:xfrm>
            <a:prstGeom prst="rect">
              <a:avLst/>
            </a:prstGeom>
            <a:solidFill>
              <a:srgbClr val="00B050"/>
            </a:solidFill>
            <a:ln w="19050" cap="flat" cmpd="sng" algn="ctr">
              <a:solidFill>
                <a:srgbClr val="FFFFFF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2C69926-1A34-41F0-9E8F-E29358D37573}"/>
                </a:ext>
              </a:extLst>
            </p:cNvPr>
            <p:cNvCxnSpPr>
              <a:cxnSpLocks/>
              <a:stCxn id="46" idx="3"/>
            </p:cNvCxnSpPr>
            <p:nvPr/>
          </p:nvCxnSpPr>
          <p:spPr>
            <a:xfrm>
              <a:off x="9033346" y="2391665"/>
              <a:ext cx="763803" cy="1421"/>
            </a:xfrm>
            <a:prstGeom prst="line">
              <a:avLst/>
            </a:prstGeom>
            <a:noFill/>
            <a:ln w="19050" cap="flat" cmpd="sng" algn="ctr">
              <a:solidFill>
                <a:srgbClr val="FFFFFF">
                  <a:lumMod val="75000"/>
                </a:srgbClr>
              </a:solidFill>
              <a:prstDash val="sysDash"/>
              <a:miter lim="800000"/>
            </a:ln>
            <a:effectLst/>
          </p:spPr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6F7E393-DFE9-7E1B-EFDA-6E2A90B49163}"/>
                </a:ext>
              </a:extLst>
            </p:cNvPr>
            <p:cNvSpPr txBox="1"/>
            <p:nvPr/>
          </p:nvSpPr>
          <p:spPr>
            <a:xfrm>
              <a:off x="9112665" y="2049629"/>
              <a:ext cx="620591" cy="353943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70" normalizeH="0" baseline="0" noProof="0" dirty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Source Sans 3 Light" panose="020B0403030403020204" pitchFamily="34" charset="0"/>
                  <a:ea typeface="+mn-ea"/>
                  <a:cs typeface="+mn-cs"/>
                </a:rPr>
                <a:t>Transfer switch</a:t>
              </a:r>
            </a:p>
          </p:txBody>
        </p:sp>
        <p:pic>
          <p:nvPicPr>
            <p:cNvPr id="49" name="Picture 48" descr="Page 4 | Diesel Generator Icon Vector Art, Icons, and Graphics for Free Download">
              <a:extLst>
                <a:ext uri="{FF2B5EF4-FFF2-40B4-BE49-F238E27FC236}">
                  <a16:creationId xmlns:a16="http://schemas.microsoft.com/office/drawing/2014/main" id="{D2B44A12-EB28-509E-2A8C-BBB16D573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091971" y="1665130"/>
              <a:ext cx="598405" cy="598405"/>
            </a:xfrm>
            <a:prstGeom prst="rect">
              <a:avLst/>
            </a:prstGeom>
          </p:spPr>
        </p:pic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261E1FD-A3A0-51FD-AB6C-7C5BFC050C5A}"/>
                </a:ext>
              </a:extLst>
            </p:cNvPr>
            <p:cNvCxnSpPr>
              <a:cxnSpLocks/>
            </p:cNvCxnSpPr>
            <p:nvPr/>
          </p:nvCxnSpPr>
          <p:spPr>
            <a:xfrm>
              <a:off x="8568439" y="1960789"/>
              <a:ext cx="358173" cy="0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8AD5062-87FF-4650-F932-F4BD7DC4794B}"/>
                </a:ext>
              </a:extLst>
            </p:cNvPr>
            <p:cNvCxnSpPr>
              <a:cxnSpLocks/>
              <a:stCxn id="239" idx="0"/>
            </p:cNvCxnSpPr>
            <p:nvPr/>
          </p:nvCxnSpPr>
          <p:spPr>
            <a:xfrm flipV="1">
              <a:off x="9393207" y="2636812"/>
              <a:ext cx="2277" cy="247775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0EF9AA9D-885B-160F-8FF1-F3965C63238E}"/>
                </a:ext>
              </a:extLst>
            </p:cNvPr>
            <p:cNvSpPr/>
            <p:nvPr/>
          </p:nvSpPr>
          <p:spPr>
            <a:xfrm>
              <a:off x="8851092" y="5242489"/>
              <a:ext cx="1098447" cy="1168060"/>
            </a:xfrm>
            <a:prstGeom prst="rect">
              <a:avLst/>
            </a:prstGeom>
            <a:noFill/>
            <a:ln w="19050" cap="flat" cmpd="sng" algn="ctr">
              <a:solidFill>
                <a:srgbClr val="569DAB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D09AEED-8CB7-300B-A836-6EECB9DFA716}"/>
              </a:ext>
            </a:extLst>
          </p:cNvPr>
          <p:cNvGrpSpPr/>
          <p:nvPr/>
        </p:nvGrpSpPr>
        <p:grpSpPr>
          <a:xfrm>
            <a:off x="3371802" y="1379215"/>
            <a:ext cx="2100738" cy="4979723"/>
            <a:chOff x="8091971" y="1371317"/>
            <a:chExt cx="2100738" cy="4979723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B426656-C2E4-9DCC-1D17-9DB3851D56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33491" y="1954379"/>
              <a:ext cx="0" cy="701677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88A19CD-AD74-FBA9-45F2-8BCED26A069E}"/>
                </a:ext>
              </a:extLst>
            </p:cNvPr>
            <p:cNvCxnSpPr>
              <a:cxnSpLocks/>
              <a:endCxn id="112" idx="0"/>
            </p:cNvCxnSpPr>
            <p:nvPr/>
          </p:nvCxnSpPr>
          <p:spPr>
            <a:xfrm>
              <a:off x="9890283" y="1371317"/>
              <a:ext cx="2875" cy="452500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B58DA12-DB0A-5007-CF05-C34E02AF77FD}"/>
                </a:ext>
              </a:extLst>
            </p:cNvPr>
            <p:cNvGrpSpPr/>
            <p:nvPr/>
          </p:nvGrpSpPr>
          <p:grpSpPr>
            <a:xfrm>
              <a:off x="9793302" y="1823817"/>
              <a:ext cx="199711" cy="334311"/>
              <a:chOff x="3362633" y="2910348"/>
              <a:chExt cx="351756" cy="526026"/>
            </a:xfrm>
          </p:grpSpPr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4F10563D-7A28-B675-77D3-15146847609B}"/>
                  </a:ext>
                </a:extLst>
              </p:cNvPr>
              <p:cNvSpPr/>
              <p:nvPr/>
            </p:nvSpPr>
            <p:spPr>
              <a:xfrm>
                <a:off x="3362633" y="2910348"/>
                <a:ext cx="351756" cy="36382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569EAC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51DA1F4D-FC45-29C6-580E-74B0FA1CBA58}"/>
                  </a:ext>
                </a:extLst>
              </p:cNvPr>
              <p:cNvSpPr/>
              <p:nvPr/>
            </p:nvSpPr>
            <p:spPr>
              <a:xfrm>
                <a:off x="3362633" y="3072548"/>
                <a:ext cx="351756" cy="36382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569EAC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DC192B21-0F78-6C91-7647-B136264D9085}"/>
                </a:ext>
              </a:extLst>
            </p:cNvPr>
            <p:cNvGrpSpPr/>
            <p:nvPr/>
          </p:nvGrpSpPr>
          <p:grpSpPr>
            <a:xfrm>
              <a:off x="9184465" y="2884587"/>
              <a:ext cx="431467" cy="436446"/>
              <a:chOff x="5711026" y="4647507"/>
              <a:chExt cx="431467" cy="436446"/>
            </a:xfrm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63782814-69EC-73A0-711B-3EA3A7D01A66}"/>
                  </a:ext>
                </a:extLst>
              </p:cNvPr>
              <p:cNvSpPr/>
              <p:nvPr/>
            </p:nvSpPr>
            <p:spPr>
              <a:xfrm>
                <a:off x="5726515" y="4647507"/>
                <a:ext cx="386506" cy="38650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905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884824F1-7E50-59DF-BA0D-5EE68C34BF04}"/>
                  </a:ext>
                </a:extLst>
              </p:cNvPr>
              <p:cNvCxnSpPr/>
              <p:nvPr/>
            </p:nvCxnSpPr>
            <p:spPr>
              <a:xfrm flipV="1">
                <a:off x="5726515" y="4647507"/>
                <a:ext cx="386506" cy="386506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1E522C6B-4970-035F-5EEF-9072A4C89357}"/>
                  </a:ext>
                </a:extLst>
              </p:cNvPr>
              <p:cNvSpPr txBox="1"/>
              <p:nvPr/>
            </p:nvSpPr>
            <p:spPr>
              <a:xfrm>
                <a:off x="5879878" y="4853121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967AD2A7-497E-0DA3-9175-6CB26AF80A96}"/>
                  </a:ext>
                </a:extLst>
              </p:cNvPr>
              <p:cNvSpPr txBox="1"/>
              <p:nvPr/>
            </p:nvSpPr>
            <p:spPr>
              <a:xfrm>
                <a:off x="5711026" y="4672229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~</a:t>
                </a: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69810DE2-01FE-BDBB-B7E1-054B7C97AE0C}"/>
                </a:ext>
              </a:extLst>
            </p:cNvPr>
            <p:cNvGrpSpPr/>
            <p:nvPr/>
          </p:nvGrpSpPr>
          <p:grpSpPr>
            <a:xfrm rot="10800000">
              <a:off x="9177473" y="3401860"/>
              <a:ext cx="431467" cy="436446"/>
              <a:chOff x="5711026" y="4647507"/>
              <a:chExt cx="431467" cy="436446"/>
            </a:xfrm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098B7133-E06C-1F7A-2F2F-30E667FB168D}"/>
                  </a:ext>
                </a:extLst>
              </p:cNvPr>
              <p:cNvSpPr/>
              <p:nvPr/>
            </p:nvSpPr>
            <p:spPr>
              <a:xfrm>
                <a:off x="5726515" y="4647507"/>
                <a:ext cx="386506" cy="38650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905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CCE53AD6-2E85-21EF-DEA1-4B30993D1AB1}"/>
                  </a:ext>
                </a:extLst>
              </p:cNvPr>
              <p:cNvCxnSpPr/>
              <p:nvPr/>
            </p:nvCxnSpPr>
            <p:spPr>
              <a:xfrm flipV="1">
                <a:off x="5726515" y="4647507"/>
                <a:ext cx="386506" cy="386506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3FCE6FDA-E436-858F-9305-F651E8CC9702}"/>
                  </a:ext>
                </a:extLst>
              </p:cNvPr>
              <p:cNvSpPr txBox="1"/>
              <p:nvPr/>
            </p:nvSpPr>
            <p:spPr>
              <a:xfrm>
                <a:off x="5879878" y="4853121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783D14D0-D932-D10B-8BAE-C22EDF5623AC}"/>
                  </a:ext>
                </a:extLst>
              </p:cNvPr>
              <p:cNvSpPr txBox="1"/>
              <p:nvPr/>
            </p:nvSpPr>
            <p:spPr>
              <a:xfrm>
                <a:off x="5711026" y="4672229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~</a:t>
                </a:r>
              </a:p>
            </p:txBody>
          </p:sp>
        </p:grp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0DB6C63-C258-1766-4904-27B62CD0853C}"/>
                </a:ext>
              </a:extLst>
            </p:cNvPr>
            <p:cNvCxnSpPr>
              <a:cxnSpLocks/>
              <a:stCxn id="108" idx="2"/>
              <a:endCxn id="104" idx="2"/>
            </p:cNvCxnSpPr>
            <p:nvPr/>
          </p:nvCxnSpPr>
          <p:spPr>
            <a:xfrm>
              <a:off x="9393207" y="3271093"/>
              <a:ext cx="6991" cy="180707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D161FFB1-8ED7-1782-AA2E-A98548A0F15A}"/>
                </a:ext>
              </a:extLst>
            </p:cNvPr>
            <p:cNvCxnSpPr>
              <a:cxnSpLocks/>
            </p:cNvCxnSpPr>
            <p:nvPr/>
          </p:nvCxnSpPr>
          <p:spPr>
            <a:xfrm>
              <a:off x="8847045" y="3362645"/>
              <a:ext cx="0" cy="135855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BF96719A-84DD-8C55-DC52-EFAE661CEB48}"/>
                </a:ext>
              </a:extLst>
            </p:cNvPr>
            <p:cNvCxnSpPr>
              <a:cxnSpLocks/>
              <a:stCxn id="113" idx="4"/>
            </p:cNvCxnSpPr>
            <p:nvPr/>
          </p:nvCxnSpPr>
          <p:spPr>
            <a:xfrm>
              <a:off x="9893158" y="2158128"/>
              <a:ext cx="2436" cy="506160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A57CE5D-54A8-CC30-5B6E-3AFC4FE18C8C}"/>
                </a:ext>
              </a:extLst>
            </p:cNvPr>
            <p:cNvCxnSpPr>
              <a:cxnSpLocks/>
              <a:stCxn id="104" idx="0"/>
              <a:endCxn id="94" idx="0"/>
            </p:cNvCxnSpPr>
            <p:nvPr/>
          </p:nvCxnSpPr>
          <p:spPr>
            <a:xfrm flipH="1">
              <a:off x="9390770" y="3838306"/>
              <a:ext cx="9428" cy="262585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4EF18C55-F785-7940-D634-4F744824A390}"/>
                </a:ext>
              </a:extLst>
            </p:cNvPr>
            <p:cNvGrpSpPr/>
            <p:nvPr/>
          </p:nvGrpSpPr>
          <p:grpSpPr>
            <a:xfrm>
              <a:off x="9177473" y="4622488"/>
              <a:ext cx="431467" cy="436446"/>
              <a:chOff x="5711026" y="4647507"/>
              <a:chExt cx="431467" cy="436446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D4870741-93B6-A319-CB22-066995F775FA}"/>
                  </a:ext>
                </a:extLst>
              </p:cNvPr>
              <p:cNvSpPr/>
              <p:nvPr/>
            </p:nvSpPr>
            <p:spPr>
              <a:xfrm>
                <a:off x="5726515" y="4647507"/>
                <a:ext cx="386506" cy="38650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905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133E373D-3CA3-ADBA-B08B-BDEE34F90E1C}"/>
                  </a:ext>
                </a:extLst>
              </p:cNvPr>
              <p:cNvCxnSpPr/>
              <p:nvPr/>
            </p:nvCxnSpPr>
            <p:spPr>
              <a:xfrm flipV="1">
                <a:off x="5726515" y="4647507"/>
                <a:ext cx="386506" cy="386506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A718221C-5CAF-DB98-7829-B0A214441FE6}"/>
                  </a:ext>
                </a:extLst>
              </p:cNvPr>
              <p:cNvSpPr txBox="1"/>
              <p:nvPr/>
            </p:nvSpPr>
            <p:spPr>
              <a:xfrm>
                <a:off x="5879878" y="4853121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3163B13B-CFB3-284B-C3C9-5286FC6E582F}"/>
                  </a:ext>
                </a:extLst>
              </p:cNvPr>
              <p:cNvSpPr txBox="1"/>
              <p:nvPr/>
            </p:nvSpPr>
            <p:spPr>
              <a:xfrm>
                <a:off x="5711026" y="4672229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~</a:t>
                </a: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2F3DC8C7-A159-F565-81FA-C53721B53F02}"/>
                </a:ext>
              </a:extLst>
            </p:cNvPr>
            <p:cNvGrpSpPr/>
            <p:nvPr/>
          </p:nvGrpSpPr>
          <p:grpSpPr>
            <a:xfrm>
              <a:off x="9177473" y="5386026"/>
              <a:ext cx="431467" cy="436446"/>
              <a:chOff x="5711026" y="4647507"/>
              <a:chExt cx="431467" cy="436446"/>
            </a:xfrm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B562E130-0D21-92E0-856E-DEC045456F37}"/>
                  </a:ext>
                </a:extLst>
              </p:cNvPr>
              <p:cNvSpPr/>
              <p:nvPr/>
            </p:nvSpPr>
            <p:spPr>
              <a:xfrm>
                <a:off x="5726515" y="4647507"/>
                <a:ext cx="386506" cy="38650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905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FB1EBD3F-8B17-843B-6E7C-2E8308156667}"/>
                  </a:ext>
                </a:extLst>
              </p:cNvPr>
              <p:cNvCxnSpPr/>
              <p:nvPr/>
            </p:nvCxnSpPr>
            <p:spPr>
              <a:xfrm flipV="1">
                <a:off x="5726515" y="4647507"/>
                <a:ext cx="386506" cy="386506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28C6781-5FBD-7E17-B1B3-B9E1A7FEB3D6}"/>
                  </a:ext>
                </a:extLst>
              </p:cNvPr>
              <p:cNvSpPr txBox="1"/>
              <p:nvPr/>
            </p:nvSpPr>
            <p:spPr>
              <a:xfrm>
                <a:off x="5879878" y="4853121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F414E1D2-2E3A-C70E-3031-8FD2573CFC5B}"/>
                  </a:ext>
                </a:extLst>
              </p:cNvPr>
              <p:cNvSpPr txBox="1"/>
              <p:nvPr/>
            </p:nvSpPr>
            <p:spPr>
              <a:xfrm>
                <a:off x="5711026" y="4672229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</p:grpSp>
        <p:pic>
          <p:nvPicPr>
            <p:cNvPr id="78" name="Picture 2" descr="Gpu icon flat Royalty Free Vector Image - VectorStock">
              <a:extLst>
                <a:ext uri="{FF2B5EF4-FFF2-40B4-BE49-F238E27FC236}">
                  <a16:creationId xmlns:a16="http://schemas.microsoft.com/office/drawing/2014/main" id="{FCB3A942-AECE-F48C-A140-E70DA8DE55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11" t="11157" r="22744" b="36568"/>
            <a:stretch>
              <a:fillRect/>
            </a:stretch>
          </p:blipFill>
          <p:spPr bwMode="auto">
            <a:xfrm>
              <a:off x="9127824" y="5848733"/>
              <a:ext cx="511101" cy="5023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615E787-3976-A1DD-96AC-D41E5122473C}"/>
                </a:ext>
              </a:extLst>
            </p:cNvPr>
            <p:cNvCxnSpPr>
              <a:cxnSpLocks/>
            </p:cNvCxnSpPr>
            <p:nvPr/>
          </p:nvCxnSpPr>
          <p:spPr>
            <a:xfrm>
              <a:off x="8847045" y="3362645"/>
              <a:ext cx="553038" cy="0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73DE37C-8249-5C3D-C183-5F4955A62FAA}"/>
                </a:ext>
              </a:extLst>
            </p:cNvPr>
            <p:cNvCxnSpPr>
              <a:cxnSpLocks/>
              <a:stCxn id="96" idx="2"/>
              <a:endCxn id="78" idx="0"/>
            </p:cNvCxnSpPr>
            <p:nvPr/>
          </p:nvCxnSpPr>
          <p:spPr>
            <a:xfrm flipH="1">
              <a:off x="9383375" y="5772532"/>
              <a:ext cx="2840" cy="76201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pic>
          <p:nvPicPr>
            <p:cNvPr id="81" name="Picture 4" descr="453+ Thousand Battery Icon Royalty-Free Images, Stock Photos &amp; Pictures |  Shutterstock">
              <a:extLst>
                <a:ext uri="{FF2B5EF4-FFF2-40B4-BE49-F238E27FC236}">
                  <a16:creationId xmlns:a16="http://schemas.microsoft.com/office/drawing/2014/main" id="{6AC04704-A9CC-25BC-29C2-10C7E8ADA93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rgbClr val="569DAB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298" t="21533" r="20518" b="30042"/>
            <a:stretch>
              <a:fillRect/>
            </a:stretch>
          </p:blipFill>
          <p:spPr bwMode="auto">
            <a:xfrm>
              <a:off x="8660582" y="3480061"/>
              <a:ext cx="389005" cy="3315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A0DF67E2-0374-7BE3-7F09-522CCB7C8FF1}"/>
                </a:ext>
              </a:extLst>
            </p:cNvPr>
            <p:cNvSpPr/>
            <p:nvPr/>
          </p:nvSpPr>
          <p:spPr>
            <a:xfrm>
              <a:off x="8589437" y="2808436"/>
              <a:ext cx="1098447" cy="1168060"/>
            </a:xfrm>
            <a:prstGeom prst="rect">
              <a:avLst/>
            </a:prstGeom>
            <a:noFill/>
            <a:ln w="19050" cap="flat" cmpd="sng" algn="ctr">
              <a:solidFill>
                <a:srgbClr val="569DAB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2976D08-484C-9F93-E190-497194A418C0}"/>
                </a:ext>
              </a:extLst>
            </p:cNvPr>
            <p:cNvCxnSpPr>
              <a:cxnSpLocks/>
              <a:stCxn id="100" idx="2"/>
              <a:endCxn id="96" idx="0"/>
            </p:cNvCxnSpPr>
            <p:nvPr/>
          </p:nvCxnSpPr>
          <p:spPr>
            <a:xfrm>
              <a:off x="9386215" y="5008994"/>
              <a:ext cx="0" cy="377032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3D738A51-23F4-D492-E3D4-EFF013DAE1BE}"/>
                </a:ext>
              </a:extLst>
            </p:cNvPr>
            <p:cNvGrpSpPr/>
            <p:nvPr/>
          </p:nvGrpSpPr>
          <p:grpSpPr>
            <a:xfrm>
              <a:off x="9290914" y="4100891"/>
              <a:ext cx="199711" cy="334311"/>
              <a:chOff x="3362633" y="2910348"/>
              <a:chExt cx="351756" cy="526026"/>
            </a:xfrm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8CC0EF58-2E07-F2EF-62BC-9287D774C111}"/>
                  </a:ext>
                </a:extLst>
              </p:cNvPr>
              <p:cNvSpPr/>
              <p:nvPr/>
            </p:nvSpPr>
            <p:spPr>
              <a:xfrm>
                <a:off x="3362633" y="2910348"/>
                <a:ext cx="351756" cy="36382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569EAC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8BA586DA-8CA3-FC1D-8197-3073E1B0AA3F}"/>
                  </a:ext>
                </a:extLst>
              </p:cNvPr>
              <p:cNvSpPr/>
              <p:nvPr/>
            </p:nvSpPr>
            <p:spPr>
              <a:xfrm>
                <a:off x="3362633" y="3072548"/>
                <a:ext cx="351756" cy="36382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569EAC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79DCFB3-C724-5E6C-3579-D0B1B30751BA}"/>
                </a:ext>
              </a:extLst>
            </p:cNvPr>
            <p:cNvCxnSpPr>
              <a:cxnSpLocks/>
              <a:stCxn id="95" idx="4"/>
              <a:endCxn id="100" idx="0"/>
            </p:cNvCxnSpPr>
            <p:nvPr/>
          </p:nvCxnSpPr>
          <p:spPr>
            <a:xfrm flipH="1">
              <a:off x="9386215" y="4435202"/>
              <a:ext cx="4555" cy="187286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0BE7D810-AC9D-2B1B-289B-2AA227516D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68439" y="2656056"/>
              <a:ext cx="1624270" cy="0"/>
            </a:xfrm>
            <a:prstGeom prst="line">
              <a:avLst/>
            </a:prstGeom>
            <a:noFill/>
            <a:ln w="571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111FDA97-99EB-FF1E-BDEC-656F7DBBA5CA}"/>
                </a:ext>
              </a:extLst>
            </p:cNvPr>
            <p:cNvSpPr/>
            <p:nvPr/>
          </p:nvSpPr>
          <p:spPr>
            <a:xfrm>
              <a:off x="9812881" y="2314822"/>
              <a:ext cx="199711" cy="154987"/>
            </a:xfrm>
            <a:prstGeom prst="rect">
              <a:avLst/>
            </a:prstGeom>
            <a:solidFill>
              <a:srgbClr val="FF0000"/>
            </a:solidFill>
            <a:ln w="19050" cap="flat" cmpd="sng" algn="ctr">
              <a:solidFill>
                <a:srgbClr val="FFFFFF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9D91D30F-DC1B-3BE7-8284-1959DEC2B192}"/>
                </a:ext>
              </a:extLst>
            </p:cNvPr>
            <p:cNvSpPr/>
            <p:nvPr/>
          </p:nvSpPr>
          <p:spPr>
            <a:xfrm>
              <a:off x="8833635" y="2314171"/>
              <a:ext cx="199711" cy="154987"/>
            </a:xfrm>
            <a:prstGeom prst="rect">
              <a:avLst/>
            </a:prstGeom>
            <a:solidFill>
              <a:srgbClr val="00B050"/>
            </a:solidFill>
            <a:ln w="19050" cap="flat" cmpd="sng" algn="ctr">
              <a:solidFill>
                <a:srgbClr val="FFFFFF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6B52FBE1-28B0-C7CE-AB14-19DBCAD97C70}"/>
                </a:ext>
              </a:extLst>
            </p:cNvPr>
            <p:cNvCxnSpPr>
              <a:cxnSpLocks/>
              <a:stCxn id="88" idx="3"/>
            </p:cNvCxnSpPr>
            <p:nvPr/>
          </p:nvCxnSpPr>
          <p:spPr>
            <a:xfrm>
              <a:off x="9033346" y="2391665"/>
              <a:ext cx="763803" cy="1421"/>
            </a:xfrm>
            <a:prstGeom prst="line">
              <a:avLst/>
            </a:prstGeom>
            <a:noFill/>
            <a:ln w="19050" cap="flat" cmpd="sng" algn="ctr">
              <a:solidFill>
                <a:srgbClr val="FFFFFF">
                  <a:lumMod val="75000"/>
                </a:srgbClr>
              </a:solidFill>
              <a:prstDash val="sysDash"/>
              <a:miter lim="800000"/>
            </a:ln>
            <a:effectLst/>
          </p:spPr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CDCC369E-592C-4AA1-BA2A-FCB0479A112A}"/>
                </a:ext>
              </a:extLst>
            </p:cNvPr>
            <p:cNvSpPr txBox="1"/>
            <p:nvPr/>
          </p:nvSpPr>
          <p:spPr>
            <a:xfrm>
              <a:off x="9112665" y="2049629"/>
              <a:ext cx="620591" cy="353943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70" normalizeH="0" baseline="0" noProof="0" dirty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Source Sans 3 Light" panose="020B0403030403020204" pitchFamily="34" charset="0"/>
                  <a:ea typeface="+mn-ea"/>
                  <a:cs typeface="+mn-cs"/>
                </a:rPr>
                <a:t>Transfer switch</a:t>
              </a:r>
            </a:p>
          </p:txBody>
        </p:sp>
        <p:pic>
          <p:nvPicPr>
            <p:cNvPr id="91" name="Picture 90" descr="Page 4 | Diesel Generator Icon Vector Art, Icons, and Graphics for Free Download">
              <a:extLst>
                <a:ext uri="{FF2B5EF4-FFF2-40B4-BE49-F238E27FC236}">
                  <a16:creationId xmlns:a16="http://schemas.microsoft.com/office/drawing/2014/main" id="{E23E0353-5AAA-FEB9-FD9C-13409035C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091971" y="1665130"/>
              <a:ext cx="598405" cy="598405"/>
            </a:xfrm>
            <a:prstGeom prst="rect">
              <a:avLst/>
            </a:prstGeom>
          </p:spPr>
        </p:pic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8ED92FB9-91B7-3D69-48FC-05A30D356B57}"/>
                </a:ext>
              </a:extLst>
            </p:cNvPr>
            <p:cNvCxnSpPr>
              <a:cxnSpLocks/>
            </p:cNvCxnSpPr>
            <p:nvPr/>
          </p:nvCxnSpPr>
          <p:spPr>
            <a:xfrm>
              <a:off x="8568439" y="1960789"/>
              <a:ext cx="358173" cy="0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0AB6C20-A01A-5601-1AC1-98ADA8429796}"/>
                </a:ext>
              </a:extLst>
            </p:cNvPr>
            <p:cNvCxnSpPr>
              <a:cxnSpLocks/>
              <a:stCxn id="108" idx="0"/>
            </p:cNvCxnSpPr>
            <p:nvPr/>
          </p:nvCxnSpPr>
          <p:spPr>
            <a:xfrm flipV="1">
              <a:off x="9393207" y="2636812"/>
              <a:ext cx="2277" cy="247775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</p:grp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3E8FC9D2-F97D-FF5D-F6A1-5698C6815A91}"/>
              </a:ext>
            </a:extLst>
          </p:cNvPr>
          <p:cNvCxnSpPr>
            <a:cxnSpLocks/>
          </p:cNvCxnSpPr>
          <p:nvPr/>
        </p:nvCxnSpPr>
        <p:spPr>
          <a:xfrm flipH="1">
            <a:off x="807598" y="1379215"/>
            <a:ext cx="4857750" cy="0"/>
          </a:xfrm>
          <a:prstGeom prst="line">
            <a:avLst/>
          </a:prstGeom>
          <a:noFill/>
          <a:ln w="57150" cap="flat" cmpd="sng" algn="ctr">
            <a:solidFill>
              <a:srgbClr val="000000"/>
            </a:solidFill>
            <a:prstDash val="solid"/>
            <a:miter lim="800000"/>
          </a:ln>
          <a:effectLst/>
        </p:spPr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88581760-C9DD-358B-C9E4-FB5E757F3739}"/>
              </a:ext>
            </a:extLst>
          </p:cNvPr>
          <p:cNvCxnSpPr>
            <a:cxnSpLocks/>
          </p:cNvCxnSpPr>
          <p:nvPr/>
        </p:nvCxnSpPr>
        <p:spPr>
          <a:xfrm flipH="1">
            <a:off x="3097303" y="495872"/>
            <a:ext cx="680252" cy="0"/>
          </a:xfrm>
          <a:prstGeom prst="line">
            <a:avLst/>
          </a:prstGeom>
          <a:noFill/>
          <a:ln w="57150" cap="flat" cmpd="sng" algn="ctr">
            <a:solidFill>
              <a:srgbClr val="000000"/>
            </a:solidFill>
            <a:prstDash val="solid"/>
            <a:miter lim="800000"/>
          </a:ln>
          <a:effectLst/>
        </p:spPr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EB287FE-0BAE-5C06-7E20-01506ED35043}"/>
              </a:ext>
            </a:extLst>
          </p:cNvPr>
          <p:cNvGrpSpPr/>
          <p:nvPr/>
        </p:nvGrpSpPr>
        <p:grpSpPr>
          <a:xfrm>
            <a:off x="3370534" y="760264"/>
            <a:ext cx="199711" cy="334311"/>
            <a:chOff x="3362633" y="2910348"/>
            <a:chExt cx="351756" cy="526026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605E073F-C316-B148-A11E-6E7BD7783B50}"/>
                </a:ext>
              </a:extLst>
            </p:cNvPr>
            <p:cNvSpPr/>
            <p:nvPr/>
          </p:nvSpPr>
          <p:spPr>
            <a:xfrm>
              <a:off x="3362633" y="2910348"/>
              <a:ext cx="351756" cy="363826"/>
            </a:xfrm>
            <a:prstGeom prst="ellipse">
              <a:avLst/>
            </a:prstGeom>
            <a:noFill/>
            <a:ln w="19050" cap="flat" cmpd="sng" algn="ctr">
              <a:solidFill>
                <a:srgbClr val="569EA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3F5DB7E-1541-C5E0-96D6-43F9351FAD79}"/>
                </a:ext>
              </a:extLst>
            </p:cNvPr>
            <p:cNvSpPr/>
            <p:nvPr/>
          </p:nvSpPr>
          <p:spPr>
            <a:xfrm>
              <a:off x="3362633" y="3072548"/>
              <a:ext cx="351756" cy="363826"/>
            </a:xfrm>
            <a:prstGeom prst="ellipse">
              <a:avLst/>
            </a:prstGeom>
            <a:noFill/>
            <a:ln w="19050" cap="flat" cmpd="sng" algn="ctr">
              <a:solidFill>
                <a:srgbClr val="569EAC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ADEAA83-87ED-16B2-9900-16994F972068}"/>
              </a:ext>
            </a:extLst>
          </p:cNvPr>
          <p:cNvCxnSpPr>
            <a:cxnSpLocks/>
            <a:endCxn id="118" idx="0"/>
          </p:cNvCxnSpPr>
          <p:nvPr/>
        </p:nvCxnSpPr>
        <p:spPr>
          <a:xfrm>
            <a:off x="3467661" y="516248"/>
            <a:ext cx="2729" cy="244016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</a:ln>
          <a:effectLst/>
        </p:spPr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0DC14D24-A199-4975-389A-A0C920A432E6}"/>
              </a:ext>
            </a:extLst>
          </p:cNvPr>
          <p:cNvCxnSpPr>
            <a:cxnSpLocks/>
            <a:stCxn id="119" idx="4"/>
          </p:cNvCxnSpPr>
          <p:nvPr/>
        </p:nvCxnSpPr>
        <p:spPr>
          <a:xfrm>
            <a:off x="3470390" y="1094575"/>
            <a:ext cx="0" cy="303147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</a:ln>
          <a:effectLst/>
        </p:spPr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53C4439B-163D-7280-1F20-CF99144B21F6}"/>
              </a:ext>
            </a:extLst>
          </p:cNvPr>
          <p:cNvSpPr txBox="1"/>
          <p:nvPr/>
        </p:nvSpPr>
        <p:spPr>
          <a:xfrm>
            <a:off x="3537809" y="875284"/>
            <a:ext cx="537662" cy="200055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7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ource Sans 3 Light" panose="020B0403030403020204" pitchFamily="34" charset="0"/>
                <a:ea typeface="+mn-ea"/>
                <a:cs typeface="+mn-cs"/>
              </a:rPr>
              <a:t>GSU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4013270-198C-7B74-1C3D-39DF4975376C}"/>
              </a:ext>
            </a:extLst>
          </p:cNvPr>
          <p:cNvSpPr txBox="1"/>
          <p:nvPr/>
        </p:nvSpPr>
        <p:spPr>
          <a:xfrm>
            <a:off x="1771321" y="1188414"/>
            <a:ext cx="938359" cy="200055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7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ource Sans 3 Light" panose="020B0403030403020204" pitchFamily="34" charset="0"/>
                <a:ea typeface="+mn-ea"/>
                <a:cs typeface="+mn-cs"/>
              </a:rPr>
              <a:t>13.8-34.5kV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B18448A8-9F76-8B96-778D-58EB89F51955}"/>
              </a:ext>
            </a:extLst>
          </p:cNvPr>
          <p:cNvSpPr txBox="1"/>
          <p:nvPr/>
        </p:nvSpPr>
        <p:spPr>
          <a:xfrm>
            <a:off x="299030" y="2251445"/>
            <a:ext cx="938359" cy="200055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7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ource Sans 3 Light" panose="020B0403030403020204" pitchFamily="34" charset="0"/>
                <a:ea typeface="+mn-ea"/>
                <a:cs typeface="+mn-cs"/>
              </a:rPr>
              <a:t>Diesel backup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B2B88963-E742-7C85-7CE9-F705E3D8CF9A}"/>
              </a:ext>
            </a:extLst>
          </p:cNvPr>
          <p:cNvSpPr txBox="1"/>
          <p:nvPr/>
        </p:nvSpPr>
        <p:spPr>
          <a:xfrm>
            <a:off x="2522715" y="1906437"/>
            <a:ext cx="469180" cy="200055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7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ource Sans 3 Light" panose="020B0403030403020204" pitchFamily="34" charset="0"/>
                <a:ea typeface="+mn-ea"/>
                <a:cs typeface="+mn-cs"/>
              </a:rPr>
              <a:t>MVTs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1C88CA02-9D0D-35BF-31D8-02848DBBF51F}"/>
              </a:ext>
            </a:extLst>
          </p:cNvPr>
          <p:cNvSpPr txBox="1"/>
          <p:nvPr/>
        </p:nvSpPr>
        <p:spPr>
          <a:xfrm>
            <a:off x="768209" y="3876151"/>
            <a:ext cx="771810" cy="353943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7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ource Sans 3 Light" panose="020B0403030403020204" pitchFamily="34" charset="0"/>
                <a:ea typeface="+mn-ea"/>
                <a:cs typeface="+mn-cs"/>
              </a:rPr>
              <a:t>5-30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7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ource Sans 3 Light" panose="020B0403030403020204" pitchFamily="34" charset="0"/>
                <a:ea typeface="+mn-ea"/>
                <a:cs typeface="+mn-cs"/>
              </a:rPr>
              <a:t>minute</a:t>
            </a:r>
            <a:r>
              <a:rPr lang="en-US" sz="1000" kern="0" spc="70" dirty="0">
                <a:solidFill>
                  <a:srgbClr val="FFFFFF">
                    <a:lumMod val="50000"/>
                  </a:srgbClr>
                </a:solidFill>
                <a:latin typeface="Source Sans 3 Light" panose="020B0403030403020204" pitchFamily="34" charset="0"/>
              </a:rPr>
              <a:t> </a:t>
            </a:r>
            <a:r>
              <a:rPr kumimoji="0" lang="en-US" sz="1000" b="0" i="0" u="none" strike="noStrike" kern="0" cap="none" spc="7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ource Sans 3 Light" panose="020B0403030403020204" pitchFamily="34" charset="0"/>
                <a:ea typeface="+mn-ea"/>
                <a:cs typeface="+mn-cs"/>
              </a:rPr>
              <a:t>UPS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1A737670-5E6B-9EC9-CE4D-F5AABDFCFF4F}"/>
              </a:ext>
            </a:extLst>
          </p:cNvPr>
          <p:cNvSpPr txBox="1"/>
          <p:nvPr/>
        </p:nvSpPr>
        <p:spPr>
          <a:xfrm>
            <a:off x="2097672" y="4363444"/>
            <a:ext cx="612008" cy="200055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7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ource Sans 3 Light" panose="020B0403030403020204" pitchFamily="34" charset="0"/>
                <a:ea typeface="+mn-ea"/>
                <a:cs typeface="+mn-cs"/>
              </a:rPr>
              <a:t>415Vac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27F80706-B803-77F9-1386-48AE31C00FA6}"/>
              </a:ext>
            </a:extLst>
          </p:cNvPr>
          <p:cNvSpPr txBox="1"/>
          <p:nvPr/>
        </p:nvSpPr>
        <p:spPr>
          <a:xfrm>
            <a:off x="884207" y="6327363"/>
            <a:ext cx="887114" cy="353943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7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ource Sans 3 Light" panose="020B0403030403020204" pitchFamily="34" charset="0"/>
                <a:ea typeface="+mn-ea"/>
                <a:cs typeface="+mn-cs"/>
              </a:rPr>
              <a:t>48Vdc compute racks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1D21A19A-4025-267E-CCE2-0D184C969765}"/>
              </a:ext>
            </a:extLst>
          </p:cNvPr>
          <p:cNvSpPr txBox="1"/>
          <p:nvPr/>
        </p:nvSpPr>
        <p:spPr>
          <a:xfrm>
            <a:off x="2379887" y="2750059"/>
            <a:ext cx="612008" cy="200055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7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Source Sans 3 Light" panose="020B0403030403020204" pitchFamily="34" charset="0"/>
                <a:ea typeface="+mn-ea"/>
                <a:cs typeface="+mn-cs"/>
              </a:rPr>
              <a:t>480Vac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DFBF3044-EDC8-3553-D716-D250CC251336}"/>
              </a:ext>
            </a:extLst>
          </p:cNvPr>
          <p:cNvSpPr txBox="1"/>
          <p:nvPr/>
        </p:nvSpPr>
        <p:spPr>
          <a:xfrm>
            <a:off x="509669" y="506986"/>
            <a:ext cx="2114473" cy="415498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ource Sans 3 Light" panose="020B0403030403020204" pitchFamily="34" charset="0"/>
                <a:ea typeface="+mn-ea"/>
                <a:cs typeface="+mn-cs"/>
              </a:rPr>
              <a:t>Conventional architecture with ac-distribution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1867C629-1241-0F33-B30F-822873A675F9}"/>
              </a:ext>
            </a:extLst>
          </p:cNvPr>
          <p:cNvSpPr txBox="1"/>
          <p:nvPr/>
        </p:nvSpPr>
        <p:spPr>
          <a:xfrm>
            <a:off x="6446784" y="516248"/>
            <a:ext cx="1917942" cy="415498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70" normalizeH="0" baseline="0" noProof="0" dirty="0">
                <a:ln>
                  <a:noFill/>
                </a:ln>
                <a:solidFill>
                  <a:srgbClr val="33CC33"/>
                </a:solidFill>
                <a:effectLst/>
                <a:uLnTx/>
                <a:uFillTx/>
                <a:latin typeface="Source Sans 3 Light" panose="020B0403030403020204" pitchFamily="34" charset="0"/>
                <a:ea typeface="+mn-ea"/>
                <a:cs typeface="+mn-cs"/>
              </a:rPr>
              <a:t>800Vdc architecture with SST-</a:t>
            </a:r>
            <a:r>
              <a:rPr lang="en-US" sz="1200" b="1" spc="70" dirty="0">
                <a:solidFill>
                  <a:srgbClr val="33CC33"/>
                </a:solidFill>
                <a:latin typeface="Source Sans 3 Light" panose="020B0403030403020204" pitchFamily="34" charset="0"/>
              </a:rPr>
              <a:t>based converters</a:t>
            </a:r>
            <a:endParaRPr kumimoji="0" lang="en-US" sz="1200" b="1" i="0" u="none" strike="noStrike" kern="1200" cap="none" spc="70" normalizeH="0" baseline="0" noProof="0" dirty="0">
              <a:ln>
                <a:noFill/>
              </a:ln>
              <a:solidFill>
                <a:srgbClr val="33CC33"/>
              </a:solidFill>
              <a:effectLst/>
              <a:uLnTx/>
              <a:uFillTx/>
              <a:latin typeface="Source Sans 3 Light" panose="020B0403030403020204" pitchFamily="34" charset="0"/>
              <a:ea typeface="+mn-ea"/>
              <a:cs typeface="+mn-cs"/>
            </a:endParaRPr>
          </a:p>
        </p:txBody>
      </p:sp>
      <p:grpSp>
        <p:nvGrpSpPr>
          <p:cNvPr id="708" name="Group 707">
            <a:extLst>
              <a:ext uri="{FF2B5EF4-FFF2-40B4-BE49-F238E27FC236}">
                <a16:creationId xmlns:a16="http://schemas.microsoft.com/office/drawing/2014/main" id="{13199A4B-EA77-5414-1A23-040BB30237C9}"/>
              </a:ext>
            </a:extLst>
          </p:cNvPr>
          <p:cNvGrpSpPr/>
          <p:nvPr/>
        </p:nvGrpSpPr>
        <p:grpSpPr>
          <a:xfrm>
            <a:off x="6141692" y="906818"/>
            <a:ext cx="5785186" cy="5020259"/>
            <a:chOff x="6238969" y="1529389"/>
            <a:chExt cx="5785186" cy="5020259"/>
          </a:xfrm>
        </p:grpSpPr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9641A46E-2FC9-1500-D1B2-0C2D4DDE33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82170" y="1529389"/>
              <a:ext cx="680252" cy="0"/>
            </a:xfrm>
            <a:prstGeom prst="line">
              <a:avLst/>
            </a:prstGeom>
            <a:noFill/>
            <a:ln w="571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FD470CB5-3716-AA01-6B45-5DF54397958E}"/>
                </a:ext>
              </a:extLst>
            </p:cNvPr>
            <p:cNvGrpSpPr/>
            <p:nvPr/>
          </p:nvGrpSpPr>
          <p:grpSpPr>
            <a:xfrm>
              <a:off x="9255401" y="1793781"/>
              <a:ext cx="199711" cy="334311"/>
              <a:chOff x="3362633" y="2910348"/>
              <a:chExt cx="351756" cy="526026"/>
            </a:xfrm>
          </p:grpSpPr>
          <p:sp>
            <p:nvSpPr>
              <p:cNvPr id="402" name="Oval 401">
                <a:extLst>
                  <a:ext uri="{FF2B5EF4-FFF2-40B4-BE49-F238E27FC236}">
                    <a16:creationId xmlns:a16="http://schemas.microsoft.com/office/drawing/2014/main" id="{5977AEE7-485F-AF46-F7A0-FC3B31144055}"/>
                  </a:ext>
                </a:extLst>
              </p:cNvPr>
              <p:cNvSpPr/>
              <p:nvPr/>
            </p:nvSpPr>
            <p:spPr>
              <a:xfrm>
                <a:off x="3362633" y="2910348"/>
                <a:ext cx="351756" cy="36382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569EAC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03" name="Oval 402">
                <a:extLst>
                  <a:ext uri="{FF2B5EF4-FFF2-40B4-BE49-F238E27FC236}">
                    <a16:creationId xmlns:a16="http://schemas.microsoft.com/office/drawing/2014/main" id="{385BF125-3756-351F-D74F-9CD41E118E8A}"/>
                  </a:ext>
                </a:extLst>
              </p:cNvPr>
              <p:cNvSpPr/>
              <p:nvPr/>
            </p:nvSpPr>
            <p:spPr>
              <a:xfrm>
                <a:off x="3362633" y="3072548"/>
                <a:ext cx="351756" cy="363826"/>
              </a:xfrm>
              <a:prstGeom prst="ellipse">
                <a:avLst/>
              </a:prstGeom>
              <a:noFill/>
              <a:ln w="19050" cap="flat" cmpd="sng" algn="ctr">
                <a:solidFill>
                  <a:srgbClr val="569EAC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DC50C51D-864F-1423-0692-741329837755}"/>
                </a:ext>
              </a:extLst>
            </p:cNvPr>
            <p:cNvCxnSpPr>
              <a:cxnSpLocks/>
              <a:endCxn id="402" idx="0"/>
            </p:cNvCxnSpPr>
            <p:nvPr/>
          </p:nvCxnSpPr>
          <p:spPr>
            <a:xfrm>
              <a:off x="9352528" y="1549765"/>
              <a:ext cx="2729" cy="244016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C3F5C245-886B-59A3-DE83-E3BBA0A85692}"/>
                </a:ext>
              </a:extLst>
            </p:cNvPr>
            <p:cNvCxnSpPr>
              <a:cxnSpLocks/>
              <a:stCxn id="403" idx="4"/>
            </p:cNvCxnSpPr>
            <p:nvPr/>
          </p:nvCxnSpPr>
          <p:spPr>
            <a:xfrm>
              <a:off x="9355257" y="2128092"/>
              <a:ext cx="0" cy="303147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DBE7F78D-9A39-2677-A44E-8234E13199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90069" y="2770669"/>
              <a:ext cx="4601881" cy="7287"/>
            </a:xfrm>
            <a:prstGeom prst="line">
              <a:avLst/>
            </a:prstGeom>
            <a:noFill/>
            <a:ln w="5715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357B2972-044C-6210-78BD-AD055F20CEBD}"/>
                </a:ext>
              </a:extLst>
            </p:cNvPr>
            <p:cNvSpPr/>
            <p:nvPr/>
          </p:nvSpPr>
          <p:spPr>
            <a:xfrm>
              <a:off x="9260139" y="2429173"/>
              <a:ext cx="199711" cy="154987"/>
            </a:xfrm>
            <a:prstGeom prst="rect">
              <a:avLst/>
            </a:prstGeom>
            <a:solidFill>
              <a:srgbClr val="FF0000"/>
            </a:solidFill>
            <a:ln w="19050" cap="flat" cmpd="sng" algn="ctr">
              <a:solidFill>
                <a:srgbClr val="FFFFFF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50EADF26-D4F1-4EA1-B19D-22A304951E03}"/>
                </a:ext>
              </a:extLst>
            </p:cNvPr>
            <p:cNvCxnSpPr>
              <a:cxnSpLocks/>
              <a:stCxn id="321" idx="2"/>
            </p:cNvCxnSpPr>
            <p:nvPr/>
          </p:nvCxnSpPr>
          <p:spPr>
            <a:xfrm>
              <a:off x="9359995" y="2584160"/>
              <a:ext cx="0" cy="199621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36721A8D-2276-DC81-8ED3-BF85BD8B4893}"/>
                </a:ext>
              </a:extLst>
            </p:cNvPr>
            <p:cNvCxnSpPr>
              <a:cxnSpLocks/>
              <a:stCxn id="693" idx="0"/>
            </p:cNvCxnSpPr>
            <p:nvPr/>
          </p:nvCxnSpPr>
          <p:spPr>
            <a:xfrm flipV="1">
              <a:off x="11193357" y="2799105"/>
              <a:ext cx="12531" cy="438342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25F4CB4D-9600-06F5-BB66-5EA58A6882FD}"/>
                </a:ext>
              </a:extLst>
            </p:cNvPr>
            <p:cNvGrpSpPr/>
            <p:nvPr/>
          </p:nvGrpSpPr>
          <p:grpSpPr>
            <a:xfrm>
              <a:off x="10538893" y="3768945"/>
              <a:ext cx="298804" cy="386507"/>
              <a:chOff x="6459794" y="3807283"/>
              <a:chExt cx="403122" cy="520846"/>
            </a:xfrm>
          </p:grpSpPr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7A91FA38-8521-BD8D-6481-EFD51E958156}"/>
                  </a:ext>
                </a:extLst>
              </p:cNvPr>
              <p:cNvSpPr/>
              <p:nvPr/>
            </p:nvSpPr>
            <p:spPr>
              <a:xfrm>
                <a:off x="6459794" y="3807283"/>
                <a:ext cx="403122" cy="520846"/>
              </a:xfrm>
              <a:prstGeom prst="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569EAC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4" name="Isosceles Triangle 383">
                <a:extLst>
                  <a:ext uri="{FF2B5EF4-FFF2-40B4-BE49-F238E27FC236}">
                    <a16:creationId xmlns:a16="http://schemas.microsoft.com/office/drawing/2014/main" id="{064465C5-7D38-950A-6488-F9DABAE97B0D}"/>
                  </a:ext>
                </a:extLst>
              </p:cNvPr>
              <p:cNvSpPr/>
              <p:nvPr/>
            </p:nvSpPr>
            <p:spPr>
              <a:xfrm rot="10800000">
                <a:off x="6459794" y="3818984"/>
                <a:ext cx="403122" cy="247491"/>
              </a:xfrm>
              <a:prstGeom prst="triangle">
                <a:avLst/>
              </a:prstGeom>
              <a:solidFill>
                <a:srgbClr val="00B0F0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26" name="Group 325">
              <a:extLst>
                <a:ext uri="{FF2B5EF4-FFF2-40B4-BE49-F238E27FC236}">
                  <a16:creationId xmlns:a16="http://schemas.microsoft.com/office/drawing/2014/main" id="{6C106F43-CFC4-2923-0804-48B8117A578F}"/>
                </a:ext>
              </a:extLst>
            </p:cNvPr>
            <p:cNvGrpSpPr/>
            <p:nvPr/>
          </p:nvGrpSpPr>
          <p:grpSpPr>
            <a:xfrm>
              <a:off x="9944034" y="3768945"/>
              <a:ext cx="298804" cy="386507"/>
              <a:chOff x="6459794" y="3807283"/>
              <a:chExt cx="403122" cy="520846"/>
            </a:xfrm>
          </p:grpSpPr>
          <p:sp>
            <p:nvSpPr>
              <p:cNvPr id="381" name="Rectangle 380">
                <a:extLst>
                  <a:ext uri="{FF2B5EF4-FFF2-40B4-BE49-F238E27FC236}">
                    <a16:creationId xmlns:a16="http://schemas.microsoft.com/office/drawing/2014/main" id="{8636184A-60B3-A897-8389-8582C3420AB4}"/>
                  </a:ext>
                </a:extLst>
              </p:cNvPr>
              <p:cNvSpPr/>
              <p:nvPr/>
            </p:nvSpPr>
            <p:spPr>
              <a:xfrm>
                <a:off x="6459794" y="3807283"/>
                <a:ext cx="403122" cy="520846"/>
              </a:xfrm>
              <a:prstGeom prst="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569EAC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2" name="Isosceles Triangle 381">
                <a:extLst>
                  <a:ext uri="{FF2B5EF4-FFF2-40B4-BE49-F238E27FC236}">
                    <a16:creationId xmlns:a16="http://schemas.microsoft.com/office/drawing/2014/main" id="{E84C7B77-B4BE-E8D5-8EDC-A1FF5AD61B34}"/>
                  </a:ext>
                </a:extLst>
              </p:cNvPr>
              <p:cNvSpPr/>
              <p:nvPr/>
            </p:nvSpPr>
            <p:spPr>
              <a:xfrm rot="10800000">
                <a:off x="6459794" y="3818984"/>
                <a:ext cx="403122" cy="247491"/>
              </a:xfrm>
              <a:prstGeom prst="triangle">
                <a:avLst/>
              </a:prstGeom>
              <a:solidFill>
                <a:srgbClr val="00B0F0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C54CE6FC-490B-B7B2-5CEF-FD88480B539F}"/>
                </a:ext>
              </a:extLst>
            </p:cNvPr>
            <p:cNvCxnSpPr>
              <a:cxnSpLocks/>
              <a:stCxn id="688" idx="0"/>
            </p:cNvCxnSpPr>
            <p:nvPr/>
          </p:nvCxnSpPr>
          <p:spPr>
            <a:xfrm flipV="1">
              <a:off x="10676799" y="2777956"/>
              <a:ext cx="11496" cy="457247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1C5BB6DF-6414-CFC2-8376-5E1F447842E0}"/>
                </a:ext>
              </a:extLst>
            </p:cNvPr>
            <p:cNvCxnSpPr>
              <a:cxnSpLocks/>
              <a:stCxn id="681" idx="0"/>
            </p:cNvCxnSpPr>
            <p:nvPr/>
          </p:nvCxnSpPr>
          <p:spPr>
            <a:xfrm flipV="1">
              <a:off x="10115649" y="2790234"/>
              <a:ext cx="0" cy="447538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34F2AEFD-505C-348B-DBD6-58BA9D3D6257}"/>
                </a:ext>
              </a:extLst>
            </p:cNvPr>
            <p:cNvCxnSpPr>
              <a:cxnSpLocks/>
              <a:stCxn id="382" idx="3"/>
            </p:cNvCxnSpPr>
            <p:nvPr/>
          </p:nvCxnSpPr>
          <p:spPr>
            <a:xfrm flipV="1">
              <a:off x="10093436" y="3593858"/>
              <a:ext cx="3740" cy="183770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7374C60B-B5C4-93C0-A958-D08D689D44B4}"/>
                </a:ext>
              </a:extLst>
            </p:cNvPr>
            <p:cNvCxnSpPr>
              <a:cxnSpLocks/>
              <a:stCxn id="383" idx="0"/>
            </p:cNvCxnSpPr>
            <p:nvPr/>
          </p:nvCxnSpPr>
          <p:spPr>
            <a:xfrm flipV="1">
              <a:off x="10688295" y="3598507"/>
              <a:ext cx="4923" cy="170438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AB97A00D-06E9-FAF6-50D1-65379AC6F9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75688" y="3597339"/>
              <a:ext cx="3289" cy="171728"/>
            </a:xfrm>
            <a:prstGeom prst="lin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</p:cxn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4B04B80A-8328-6ED2-84ED-5F104D211219}"/>
                </a:ext>
              </a:extLst>
            </p:cNvPr>
            <p:cNvSpPr txBox="1"/>
            <p:nvPr/>
          </p:nvSpPr>
          <p:spPr>
            <a:xfrm>
              <a:off x="9408450" y="1897566"/>
              <a:ext cx="537662" cy="200055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70" normalizeH="0" baseline="0" noProof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Source Sans 3 Light" panose="020B0403030403020204" pitchFamily="34" charset="0"/>
                  <a:ea typeface="+mn-ea"/>
                  <a:cs typeface="+mn-cs"/>
                </a:rPr>
                <a:t>GSU</a:t>
              </a:r>
            </a:p>
          </p:txBody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F689F69A-DB82-CE71-03AD-D86868E36C8C}"/>
                </a:ext>
              </a:extLst>
            </p:cNvPr>
            <p:cNvSpPr txBox="1"/>
            <p:nvPr/>
          </p:nvSpPr>
          <p:spPr>
            <a:xfrm>
              <a:off x="6238969" y="4580272"/>
              <a:ext cx="881155" cy="353943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70" normalizeH="0" baseline="0" noProof="0" dirty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Source Sans 3 Light" panose="020B0403030403020204" pitchFamily="34" charset="0"/>
                  <a:ea typeface="+mn-ea"/>
                  <a:cs typeface="+mn-cs"/>
                </a:rPr>
                <a:t>Battery-backup units</a:t>
              </a:r>
            </a:p>
          </p:txBody>
        </p:sp>
        <p:pic>
          <p:nvPicPr>
            <p:cNvPr id="338" name="Picture 2" descr="Full battery, Icon, Humor, Gift ...">
              <a:extLst>
                <a:ext uri="{FF2B5EF4-FFF2-40B4-BE49-F238E27FC236}">
                  <a16:creationId xmlns:a16="http://schemas.microsoft.com/office/drawing/2014/main" id="{F6820D0B-1ACF-55E9-6C5D-E185D24841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8F8F8"/>
                </a:clrFrom>
                <a:clrTo>
                  <a:srgbClr val="F8F8F8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92453" y="3730197"/>
              <a:ext cx="389213" cy="519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C479A195-8FF3-D536-F981-500ADC007F82}"/>
                </a:ext>
              </a:extLst>
            </p:cNvPr>
            <p:cNvSpPr txBox="1"/>
            <p:nvPr/>
          </p:nvSpPr>
          <p:spPr>
            <a:xfrm>
              <a:off x="6489409" y="6195705"/>
              <a:ext cx="912013" cy="353943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70" normalizeH="0" baseline="0" noProof="0" dirty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Source Sans 3 Light" panose="020B0403030403020204" pitchFamily="34" charset="0"/>
                  <a:ea typeface="+mn-ea"/>
                  <a:cs typeface="+mn-cs"/>
                </a:rPr>
                <a:t>800Vdc compute rack</a:t>
              </a: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1553B3CD-C2B3-552A-7EF5-2467C670CF1F}"/>
                </a:ext>
              </a:extLst>
            </p:cNvPr>
            <p:cNvSpPr txBox="1"/>
            <p:nvPr/>
          </p:nvSpPr>
          <p:spPr>
            <a:xfrm>
              <a:off x="9556284" y="4317713"/>
              <a:ext cx="2467871" cy="353943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70" normalizeH="0" baseline="0" noProof="0" dirty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Source Sans 3 Light" panose="020B0403030403020204" pitchFamily="34" charset="0"/>
                  <a:ea typeface="+mn-ea"/>
                  <a:cs typeface="+mn-cs"/>
                </a:rPr>
                <a:t>On-site renewable generation &amp; backup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70" normalizeH="0" baseline="0" noProof="0" dirty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Source Sans 3 Light" panose="020B0403030403020204" pitchFamily="34" charset="0"/>
                  <a:ea typeface="+mn-ea"/>
                  <a:cs typeface="+mn-cs"/>
                </a:rPr>
                <a:t>(conventional and/or SST inverter)</a:t>
              </a:r>
            </a:p>
          </p:txBody>
        </p:sp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E886C495-85D6-958E-8FE9-80D4B463A872}"/>
                </a:ext>
              </a:extLst>
            </p:cNvPr>
            <p:cNvSpPr txBox="1"/>
            <p:nvPr/>
          </p:nvSpPr>
          <p:spPr>
            <a:xfrm>
              <a:off x="7973672" y="2590817"/>
              <a:ext cx="424256" cy="199417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70" normalizeH="0" baseline="0" noProof="0" dirty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Source Sans 3 Light" panose="020B0403030403020204" pitchFamily="34" charset="0"/>
                  <a:ea typeface="+mn-ea"/>
                  <a:cs typeface="+mn-cs"/>
                </a:rPr>
                <a:t>34.5kV</a:t>
              </a:r>
            </a:p>
          </p:txBody>
        </p:sp>
        <p:grpSp>
          <p:nvGrpSpPr>
            <p:cNvPr id="516" name="Group 515">
              <a:extLst>
                <a:ext uri="{FF2B5EF4-FFF2-40B4-BE49-F238E27FC236}">
                  <a16:creationId xmlns:a16="http://schemas.microsoft.com/office/drawing/2014/main" id="{0B6154DC-E6E3-DE0D-AB54-B0B62F5B4BA6}"/>
                </a:ext>
              </a:extLst>
            </p:cNvPr>
            <p:cNvGrpSpPr/>
            <p:nvPr/>
          </p:nvGrpSpPr>
          <p:grpSpPr>
            <a:xfrm>
              <a:off x="6563226" y="2782874"/>
              <a:ext cx="1566109" cy="3544489"/>
              <a:chOff x="6753726" y="2782874"/>
              <a:chExt cx="1566109" cy="3544489"/>
            </a:xfrm>
          </p:grpSpPr>
          <p:cxnSp>
            <p:nvCxnSpPr>
              <p:cNvPr id="346" name="Straight Connector 345">
                <a:extLst>
                  <a:ext uri="{FF2B5EF4-FFF2-40B4-BE49-F238E27FC236}">
                    <a16:creationId xmlns:a16="http://schemas.microsoft.com/office/drawing/2014/main" id="{282D085A-C6DF-B743-D8D2-264414EDC7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63736" y="2782874"/>
                <a:ext cx="0" cy="615191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48" name="Straight Connector 347">
                <a:extLst>
                  <a:ext uri="{FF2B5EF4-FFF2-40B4-BE49-F238E27FC236}">
                    <a16:creationId xmlns:a16="http://schemas.microsoft.com/office/drawing/2014/main" id="{6ED818C7-617E-3ED3-59B2-5D6A360A3B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24052" y="4470621"/>
                <a:ext cx="0" cy="135855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49" name="Straight Connector 348">
                <a:extLst>
                  <a:ext uri="{FF2B5EF4-FFF2-40B4-BE49-F238E27FC236}">
                    <a16:creationId xmlns:a16="http://schemas.microsoft.com/office/drawing/2014/main" id="{B2240107-3FF9-7999-9D3B-58282C23B40C}"/>
                  </a:ext>
                </a:extLst>
              </p:cNvPr>
              <p:cNvCxnSpPr>
                <a:cxnSpLocks/>
                <a:stCxn id="491" idx="1"/>
                <a:endCxn id="361" idx="0"/>
              </p:cNvCxnSpPr>
              <p:nvPr/>
            </p:nvCxnSpPr>
            <p:spPr>
              <a:xfrm flipH="1">
                <a:off x="7763761" y="4333016"/>
                <a:ext cx="263" cy="881782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</p:cxnSp>
          <p:grpSp>
            <p:nvGrpSpPr>
              <p:cNvPr id="352" name="Group 351">
                <a:extLst>
                  <a:ext uri="{FF2B5EF4-FFF2-40B4-BE49-F238E27FC236}">
                    <a16:creationId xmlns:a16="http://schemas.microsoft.com/office/drawing/2014/main" id="{0A2FD2C0-6D1C-E519-3932-E8FB182CE4FB}"/>
                  </a:ext>
                </a:extLst>
              </p:cNvPr>
              <p:cNvGrpSpPr/>
              <p:nvPr/>
            </p:nvGrpSpPr>
            <p:grpSpPr>
              <a:xfrm>
                <a:off x="7555019" y="5214798"/>
                <a:ext cx="431467" cy="436446"/>
                <a:chOff x="5711026" y="4647507"/>
                <a:chExt cx="431467" cy="436446"/>
              </a:xfrm>
            </p:grpSpPr>
            <p:sp>
              <p:nvSpPr>
                <p:cNvPr id="361" name="Rectangle 360">
                  <a:extLst>
                    <a:ext uri="{FF2B5EF4-FFF2-40B4-BE49-F238E27FC236}">
                      <a16:creationId xmlns:a16="http://schemas.microsoft.com/office/drawing/2014/main" id="{007F3DD1-11B7-3A03-70DD-A64114C143A2}"/>
                    </a:ext>
                  </a:extLst>
                </p:cNvPr>
                <p:cNvSpPr/>
                <p:nvPr/>
              </p:nvSpPr>
              <p:spPr>
                <a:xfrm>
                  <a:off x="5726515" y="4647507"/>
                  <a:ext cx="386506" cy="386506"/>
                </a:xfrm>
                <a:prstGeom prst="rect">
                  <a:avLst/>
                </a:prstGeom>
                <a:solidFill>
                  <a:srgbClr val="FFFFFF">
                    <a:lumMod val="95000"/>
                  </a:srgbClr>
                </a:solidFill>
                <a:ln w="19050" cap="flat" cmpd="sng" algn="ctr">
                  <a:solidFill>
                    <a:srgbClr val="FFFFFF">
                      <a:lumMod val="5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362" name="Straight Connector 361">
                  <a:extLst>
                    <a:ext uri="{FF2B5EF4-FFF2-40B4-BE49-F238E27FC236}">
                      <a16:creationId xmlns:a16="http://schemas.microsoft.com/office/drawing/2014/main" id="{6EB9A715-289D-DA0D-415B-86DB628A0459}"/>
                    </a:ext>
                  </a:extLst>
                </p:cNvPr>
                <p:cNvCxnSpPr/>
                <p:nvPr/>
              </p:nvCxnSpPr>
              <p:spPr>
                <a:xfrm flipV="1">
                  <a:off x="5726515" y="4647507"/>
                  <a:ext cx="386506" cy="386506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FFFFFF">
                      <a:lumMod val="50000"/>
                    </a:srgbClr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363" name="TextBox 362">
                  <a:extLst>
                    <a:ext uri="{FF2B5EF4-FFF2-40B4-BE49-F238E27FC236}">
                      <a16:creationId xmlns:a16="http://schemas.microsoft.com/office/drawing/2014/main" id="{EBA61148-77B1-64F7-3172-58B8A2DDF676}"/>
                    </a:ext>
                  </a:extLst>
                </p:cNvPr>
                <p:cNvSpPr txBox="1"/>
                <p:nvPr/>
              </p:nvSpPr>
              <p:spPr>
                <a:xfrm>
                  <a:off x="5879878" y="4853121"/>
                  <a:ext cx="262615" cy="230832"/>
                </a:xfrm>
                <a:prstGeom prst="rect">
                  <a:avLst/>
                </a:prstGeom>
              </p:spPr>
              <p:txBody>
                <a:bodyPr wrap="square" lIns="0" tIns="0" r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7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  <a:ea typeface="+mn-ea"/>
                      <a:cs typeface="+mn-cs"/>
                    </a:rPr>
                    <a:t>=</a:t>
                  </a:r>
                </a:p>
              </p:txBody>
            </p:sp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2011A28F-D016-C82C-9AD9-DDDC1283C15B}"/>
                    </a:ext>
                  </a:extLst>
                </p:cNvPr>
                <p:cNvSpPr txBox="1"/>
                <p:nvPr/>
              </p:nvSpPr>
              <p:spPr>
                <a:xfrm>
                  <a:off x="5711026" y="4672229"/>
                  <a:ext cx="262615" cy="230832"/>
                </a:xfrm>
                <a:prstGeom prst="rect">
                  <a:avLst/>
                </a:prstGeom>
              </p:spPr>
              <p:txBody>
                <a:bodyPr wrap="square" lIns="0" tIns="0" r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7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  <a:ea typeface="+mn-ea"/>
                      <a:cs typeface="+mn-cs"/>
                    </a:rPr>
                    <a:t>=</a:t>
                  </a:r>
                </a:p>
              </p:txBody>
            </p:sp>
          </p:grpSp>
          <p:pic>
            <p:nvPicPr>
              <p:cNvPr id="353" name="Picture 2" descr="Gpu icon flat Royalty Free Vector Image - VectorStock">
                <a:extLst>
                  <a:ext uri="{FF2B5EF4-FFF2-40B4-BE49-F238E27FC236}">
                    <a16:creationId xmlns:a16="http://schemas.microsoft.com/office/drawing/2014/main" id="{1DE3AE6C-0248-7A7B-8455-3BC5DDAFC5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811" t="11157" r="22744" b="36568"/>
              <a:stretch>
                <a:fillRect/>
              </a:stretch>
            </p:blipFill>
            <p:spPr bwMode="auto">
              <a:xfrm>
                <a:off x="7508185" y="5782196"/>
                <a:ext cx="511101" cy="5023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354" name="Straight Connector 353">
                <a:extLst>
                  <a:ext uri="{FF2B5EF4-FFF2-40B4-BE49-F238E27FC236}">
                    <a16:creationId xmlns:a16="http://schemas.microsoft.com/office/drawing/2014/main" id="{ECBC01DB-8C24-A90A-37DA-3504AF7904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30346" y="4470623"/>
                <a:ext cx="340266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59" name="Straight Connector 358">
                <a:extLst>
                  <a:ext uri="{FF2B5EF4-FFF2-40B4-BE49-F238E27FC236}">
                    <a16:creationId xmlns:a16="http://schemas.microsoft.com/office/drawing/2014/main" id="{44EC4850-8CFB-E387-F726-3FC10928361C}"/>
                  </a:ext>
                </a:extLst>
              </p:cNvPr>
              <p:cNvCxnSpPr>
                <a:cxnSpLocks/>
                <a:stCxn id="361" idx="2"/>
                <a:endCxn id="353" idx="0"/>
              </p:cNvCxnSpPr>
              <p:nvPr/>
            </p:nvCxnSpPr>
            <p:spPr>
              <a:xfrm flipH="1">
                <a:off x="7763736" y="5601304"/>
                <a:ext cx="25" cy="180892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</p:cxnSp>
          <p:pic>
            <p:nvPicPr>
              <p:cNvPr id="360" name="Picture 2" descr="Full battery, Icon, Humor, Gift ...">
                <a:extLst>
                  <a:ext uri="{FF2B5EF4-FFF2-40B4-BE49-F238E27FC236}">
                    <a16:creationId xmlns:a16="http://schemas.microsoft.com/office/drawing/2014/main" id="{FD2D38D9-1984-4B03-7629-2ACB526C08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8F8F8"/>
                  </a:clrFrom>
                  <a:clrTo>
                    <a:srgbClr val="F8F8F8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95947" y="4619233"/>
                <a:ext cx="265117" cy="3539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45" name="TextBox 344">
                <a:extLst>
                  <a:ext uri="{FF2B5EF4-FFF2-40B4-BE49-F238E27FC236}">
                    <a16:creationId xmlns:a16="http://schemas.microsoft.com/office/drawing/2014/main" id="{BB52A774-43ED-66F4-4263-1102BB57FA89}"/>
                  </a:ext>
                </a:extLst>
              </p:cNvPr>
              <p:cNvSpPr txBox="1"/>
              <p:nvPr/>
            </p:nvSpPr>
            <p:spPr>
              <a:xfrm>
                <a:off x="6753726" y="3832979"/>
                <a:ext cx="680252" cy="353943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70" normalizeH="0" baseline="0" noProof="0" dirty="0">
                    <a:ln>
                      <a:noFill/>
                    </a:ln>
                    <a:solidFill>
                      <a:srgbClr val="FFFFFF">
                        <a:lumMod val="50000"/>
                      </a:srgbClr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SST converters</a:t>
                </a:r>
              </a:p>
            </p:txBody>
          </p:sp>
          <p:grpSp>
            <p:nvGrpSpPr>
              <p:cNvPr id="511" name="Group 510">
                <a:extLst>
                  <a:ext uri="{FF2B5EF4-FFF2-40B4-BE49-F238E27FC236}">
                    <a16:creationId xmlns:a16="http://schemas.microsoft.com/office/drawing/2014/main" id="{7C325F44-DAE4-7AD8-3D92-5C20CF50F4C8}"/>
                  </a:ext>
                </a:extLst>
              </p:cNvPr>
              <p:cNvGrpSpPr/>
              <p:nvPr/>
            </p:nvGrpSpPr>
            <p:grpSpPr>
              <a:xfrm rot="16200000">
                <a:off x="7284313" y="3562786"/>
                <a:ext cx="959421" cy="581039"/>
                <a:chOff x="8155619" y="6031851"/>
                <a:chExt cx="1373765" cy="406676"/>
              </a:xfrm>
            </p:grpSpPr>
            <p:grpSp>
              <p:nvGrpSpPr>
                <p:cNvPr id="474" name="Group 473">
                  <a:extLst>
                    <a:ext uri="{FF2B5EF4-FFF2-40B4-BE49-F238E27FC236}">
                      <a16:creationId xmlns:a16="http://schemas.microsoft.com/office/drawing/2014/main" id="{925DC042-BD12-7F52-8F90-943A23F5A757}"/>
                    </a:ext>
                  </a:extLst>
                </p:cNvPr>
                <p:cNvGrpSpPr/>
                <p:nvPr/>
              </p:nvGrpSpPr>
              <p:grpSpPr>
                <a:xfrm>
                  <a:off x="8155619" y="6031851"/>
                  <a:ext cx="1208518" cy="406676"/>
                  <a:chOff x="6666094" y="4379976"/>
                  <a:chExt cx="1911169" cy="722372"/>
                </a:xfrm>
              </p:grpSpPr>
              <p:sp>
                <p:nvSpPr>
                  <p:cNvPr id="491" name="Rectangle: Rounded Corners 490">
                    <a:extLst>
                      <a:ext uri="{FF2B5EF4-FFF2-40B4-BE49-F238E27FC236}">
                        <a16:creationId xmlns:a16="http://schemas.microsoft.com/office/drawing/2014/main" id="{0A62B6AA-739F-EC28-47F9-8BE90E5B7B59}"/>
                      </a:ext>
                    </a:extLst>
                  </p:cNvPr>
                  <p:cNvSpPr/>
                  <p:nvPr/>
                </p:nvSpPr>
                <p:spPr>
                  <a:xfrm>
                    <a:off x="6666094" y="4379976"/>
                    <a:ext cx="1777260" cy="722372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cxnSp>
                <p:nvCxnSpPr>
                  <p:cNvPr id="492" name="Straight Connector 491">
                    <a:extLst>
                      <a:ext uri="{FF2B5EF4-FFF2-40B4-BE49-F238E27FC236}">
                        <a16:creationId xmlns:a16="http://schemas.microsoft.com/office/drawing/2014/main" id="{49A43600-878D-7FA9-AE1F-1A52661BA632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6777038" y="4550569"/>
                    <a:ext cx="1800225" cy="0"/>
                  </a:xfrm>
                  <a:prstGeom prst="line">
                    <a:avLst/>
                  </a:prstGeom>
                  <a:ln w="9525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3" name="Straight Connector 492">
                    <a:extLst>
                      <a:ext uri="{FF2B5EF4-FFF2-40B4-BE49-F238E27FC236}">
                        <a16:creationId xmlns:a16="http://schemas.microsoft.com/office/drawing/2014/main" id="{3A5311D0-9089-38AD-5648-DD4BFFFCE451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6777038" y="4750594"/>
                    <a:ext cx="1800225" cy="0"/>
                  </a:xfrm>
                  <a:prstGeom prst="line">
                    <a:avLst/>
                  </a:prstGeom>
                  <a:ln w="9525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4" name="Straight Connector 493">
                    <a:extLst>
                      <a:ext uri="{FF2B5EF4-FFF2-40B4-BE49-F238E27FC236}">
                        <a16:creationId xmlns:a16="http://schemas.microsoft.com/office/drawing/2014/main" id="{0E2A19A4-5C44-A1C2-8D11-532833B70B85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6777038" y="4938713"/>
                    <a:ext cx="1800225" cy="0"/>
                  </a:xfrm>
                  <a:prstGeom prst="line">
                    <a:avLst/>
                  </a:prstGeom>
                  <a:ln w="9525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95" name="Rectangle: Rounded Corners 494">
                    <a:extLst>
                      <a:ext uri="{FF2B5EF4-FFF2-40B4-BE49-F238E27FC236}">
                        <a16:creationId xmlns:a16="http://schemas.microsoft.com/office/drawing/2014/main" id="{D3731860-87CF-7D1D-6D8A-3BC2FC1A4F3A}"/>
                      </a:ext>
                    </a:extLst>
                  </p:cNvPr>
                  <p:cNvSpPr/>
                  <p:nvPr/>
                </p:nvSpPr>
                <p:spPr>
                  <a:xfrm>
                    <a:off x="6849729" y="4486407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496" name="Rectangle: Rounded Corners 495">
                    <a:extLst>
                      <a:ext uri="{FF2B5EF4-FFF2-40B4-BE49-F238E27FC236}">
                        <a16:creationId xmlns:a16="http://schemas.microsoft.com/office/drawing/2014/main" id="{5E96D471-A2B0-8B48-A042-EDE49E2FD36F}"/>
                      </a:ext>
                    </a:extLst>
                  </p:cNvPr>
                  <p:cNvSpPr/>
                  <p:nvPr/>
                </p:nvSpPr>
                <p:spPr>
                  <a:xfrm>
                    <a:off x="6849729" y="4680789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497" name="Rectangle: Rounded Corners 496">
                    <a:extLst>
                      <a:ext uri="{FF2B5EF4-FFF2-40B4-BE49-F238E27FC236}">
                        <a16:creationId xmlns:a16="http://schemas.microsoft.com/office/drawing/2014/main" id="{5529C905-8F9A-6CB3-AA6C-DE942531EAE2}"/>
                      </a:ext>
                    </a:extLst>
                  </p:cNvPr>
                  <p:cNvSpPr/>
                  <p:nvPr/>
                </p:nvSpPr>
                <p:spPr>
                  <a:xfrm>
                    <a:off x="6849729" y="4875171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498" name="Rectangle: Rounded Corners 497">
                    <a:extLst>
                      <a:ext uri="{FF2B5EF4-FFF2-40B4-BE49-F238E27FC236}">
                        <a16:creationId xmlns:a16="http://schemas.microsoft.com/office/drawing/2014/main" id="{C6AE3D2B-630E-017C-9B19-EE016E72C983}"/>
                      </a:ext>
                    </a:extLst>
                  </p:cNvPr>
                  <p:cNvSpPr/>
                  <p:nvPr/>
                </p:nvSpPr>
                <p:spPr>
                  <a:xfrm>
                    <a:off x="7111665" y="4486407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499" name="Rectangle: Rounded Corners 498">
                    <a:extLst>
                      <a:ext uri="{FF2B5EF4-FFF2-40B4-BE49-F238E27FC236}">
                        <a16:creationId xmlns:a16="http://schemas.microsoft.com/office/drawing/2014/main" id="{B70D852D-3FBD-A434-F5E1-205F2FA985E7}"/>
                      </a:ext>
                    </a:extLst>
                  </p:cNvPr>
                  <p:cNvSpPr/>
                  <p:nvPr/>
                </p:nvSpPr>
                <p:spPr>
                  <a:xfrm>
                    <a:off x="7111665" y="4680789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500" name="Rectangle: Rounded Corners 499">
                    <a:extLst>
                      <a:ext uri="{FF2B5EF4-FFF2-40B4-BE49-F238E27FC236}">
                        <a16:creationId xmlns:a16="http://schemas.microsoft.com/office/drawing/2014/main" id="{4A037FFD-4896-23B2-32F1-3E0BB8110FD9}"/>
                      </a:ext>
                    </a:extLst>
                  </p:cNvPr>
                  <p:cNvSpPr/>
                  <p:nvPr/>
                </p:nvSpPr>
                <p:spPr>
                  <a:xfrm>
                    <a:off x="7111665" y="4875171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501" name="Rectangle: Rounded Corners 500">
                    <a:extLst>
                      <a:ext uri="{FF2B5EF4-FFF2-40B4-BE49-F238E27FC236}">
                        <a16:creationId xmlns:a16="http://schemas.microsoft.com/office/drawing/2014/main" id="{A3A7A06F-9986-1873-7055-EEE72686E6F1}"/>
                      </a:ext>
                    </a:extLst>
                  </p:cNvPr>
                  <p:cNvSpPr/>
                  <p:nvPr/>
                </p:nvSpPr>
                <p:spPr>
                  <a:xfrm>
                    <a:off x="7383127" y="4483711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502" name="Rectangle: Rounded Corners 501">
                    <a:extLst>
                      <a:ext uri="{FF2B5EF4-FFF2-40B4-BE49-F238E27FC236}">
                        <a16:creationId xmlns:a16="http://schemas.microsoft.com/office/drawing/2014/main" id="{05658171-2EE5-3ADF-9F58-A88ED5638C4D}"/>
                      </a:ext>
                    </a:extLst>
                  </p:cNvPr>
                  <p:cNvSpPr/>
                  <p:nvPr/>
                </p:nvSpPr>
                <p:spPr>
                  <a:xfrm>
                    <a:off x="7383127" y="4678093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503" name="Rectangle: Rounded Corners 502">
                    <a:extLst>
                      <a:ext uri="{FF2B5EF4-FFF2-40B4-BE49-F238E27FC236}">
                        <a16:creationId xmlns:a16="http://schemas.microsoft.com/office/drawing/2014/main" id="{4731ED70-E3FA-301A-E2C8-A2AB9213A219}"/>
                      </a:ext>
                    </a:extLst>
                  </p:cNvPr>
                  <p:cNvSpPr/>
                  <p:nvPr/>
                </p:nvSpPr>
                <p:spPr>
                  <a:xfrm>
                    <a:off x="7383127" y="4872475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504" name="Rectangle: Rounded Corners 503">
                    <a:extLst>
                      <a:ext uri="{FF2B5EF4-FFF2-40B4-BE49-F238E27FC236}">
                        <a16:creationId xmlns:a16="http://schemas.microsoft.com/office/drawing/2014/main" id="{E0CBBEB5-112A-4CAB-ABAE-C4C3E8E2BC81}"/>
                      </a:ext>
                    </a:extLst>
                  </p:cNvPr>
                  <p:cNvSpPr/>
                  <p:nvPr/>
                </p:nvSpPr>
                <p:spPr>
                  <a:xfrm>
                    <a:off x="8042734" y="4483711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505" name="Rectangle: Rounded Corners 504">
                    <a:extLst>
                      <a:ext uri="{FF2B5EF4-FFF2-40B4-BE49-F238E27FC236}">
                        <a16:creationId xmlns:a16="http://schemas.microsoft.com/office/drawing/2014/main" id="{3B9B3337-DEB2-921D-37B3-30D4674442B3}"/>
                      </a:ext>
                    </a:extLst>
                  </p:cNvPr>
                  <p:cNvSpPr/>
                  <p:nvPr/>
                </p:nvSpPr>
                <p:spPr>
                  <a:xfrm>
                    <a:off x="8042734" y="4678093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506" name="Rectangle: Rounded Corners 505">
                    <a:extLst>
                      <a:ext uri="{FF2B5EF4-FFF2-40B4-BE49-F238E27FC236}">
                        <a16:creationId xmlns:a16="http://schemas.microsoft.com/office/drawing/2014/main" id="{37F4FA7B-3CF3-3C56-80DB-8BE25B6D31B4}"/>
                      </a:ext>
                    </a:extLst>
                  </p:cNvPr>
                  <p:cNvSpPr/>
                  <p:nvPr/>
                </p:nvSpPr>
                <p:spPr>
                  <a:xfrm>
                    <a:off x="8042734" y="4872475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507" name="Rectangle: Rounded Corners 506">
                    <a:extLst>
                      <a:ext uri="{FF2B5EF4-FFF2-40B4-BE49-F238E27FC236}">
                        <a16:creationId xmlns:a16="http://schemas.microsoft.com/office/drawing/2014/main" id="{BD3E37DD-96D8-EF92-1999-A82C710313BA}"/>
                      </a:ext>
                    </a:extLst>
                  </p:cNvPr>
                  <p:cNvSpPr/>
                  <p:nvPr/>
                </p:nvSpPr>
                <p:spPr>
                  <a:xfrm>
                    <a:off x="7658577" y="4482843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508" name="Rectangle: Rounded Corners 507">
                    <a:extLst>
                      <a:ext uri="{FF2B5EF4-FFF2-40B4-BE49-F238E27FC236}">
                        <a16:creationId xmlns:a16="http://schemas.microsoft.com/office/drawing/2014/main" id="{6DBAFA14-1685-00F4-B26C-A3F7473F5FCC}"/>
                      </a:ext>
                    </a:extLst>
                  </p:cNvPr>
                  <p:cNvSpPr/>
                  <p:nvPr/>
                </p:nvSpPr>
                <p:spPr>
                  <a:xfrm>
                    <a:off x="7658577" y="4677225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509" name="Rectangle: Rounded Corners 508">
                    <a:extLst>
                      <a:ext uri="{FF2B5EF4-FFF2-40B4-BE49-F238E27FC236}">
                        <a16:creationId xmlns:a16="http://schemas.microsoft.com/office/drawing/2014/main" id="{C68A9471-F1F4-7AEE-F7F4-6EEEB41DFF69}"/>
                      </a:ext>
                    </a:extLst>
                  </p:cNvPr>
                  <p:cNvSpPr/>
                  <p:nvPr/>
                </p:nvSpPr>
                <p:spPr>
                  <a:xfrm>
                    <a:off x="7658577" y="4871607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cxnSp>
                <p:nvCxnSpPr>
                  <p:cNvPr id="510" name="Straight Connector 509">
                    <a:extLst>
                      <a:ext uri="{FF2B5EF4-FFF2-40B4-BE49-F238E27FC236}">
                        <a16:creationId xmlns:a16="http://schemas.microsoft.com/office/drawing/2014/main" id="{5F92E94D-F894-1CC0-122B-600AD2938695}"/>
                      </a:ext>
                    </a:extLst>
                  </p:cNvPr>
                  <p:cNvCxnSpPr/>
                  <p:nvPr/>
                </p:nvCxnSpPr>
                <p:spPr>
                  <a:xfrm>
                    <a:off x="6777038" y="4550569"/>
                    <a:ext cx="0" cy="388144"/>
                  </a:xfrm>
                  <a:prstGeom prst="line">
                    <a:avLst/>
                  </a:prstGeom>
                  <a:ln w="9525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81" name="Freeform: Shape 480">
                  <a:extLst>
                    <a:ext uri="{FF2B5EF4-FFF2-40B4-BE49-F238E27FC236}">
                      <a16:creationId xmlns:a16="http://schemas.microsoft.com/office/drawing/2014/main" id="{119E7114-BB73-803A-2343-7B87861D18C3}"/>
                    </a:ext>
                  </a:extLst>
                </p:cNvPr>
                <p:cNvSpPr/>
                <p:nvPr/>
              </p:nvSpPr>
              <p:spPr>
                <a:xfrm>
                  <a:off x="9356071" y="6074274"/>
                  <a:ext cx="173313" cy="155475"/>
                </a:xfrm>
                <a:custGeom>
                  <a:avLst/>
                  <a:gdLst>
                    <a:gd name="csX0" fmla="*/ 0 w 220980"/>
                    <a:gd name="csY0" fmla="*/ 76316 h 198236"/>
                    <a:gd name="csX1" fmla="*/ 68580 w 220980"/>
                    <a:gd name="csY1" fmla="*/ 116 h 198236"/>
                    <a:gd name="csX2" fmla="*/ 160020 w 220980"/>
                    <a:gd name="csY2" fmla="*/ 91556 h 198236"/>
                    <a:gd name="csX3" fmla="*/ 220980 w 220980"/>
                    <a:gd name="csY3" fmla="*/ 198236 h 19823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20980" h="198236">
                      <a:moveTo>
                        <a:pt x="0" y="76316"/>
                      </a:moveTo>
                      <a:cubicBezTo>
                        <a:pt x="20955" y="36946"/>
                        <a:pt x="41910" y="-2424"/>
                        <a:pt x="68580" y="116"/>
                      </a:cubicBezTo>
                      <a:cubicBezTo>
                        <a:pt x="95250" y="2656"/>
                        <a:pt x="134620" y="58536"/>
                        <a:pt x="160020" y="91556"/>
                      </a:cubicBezTo>
                      <a:cubicBezTo>
                        <a:pt x="185420" y="124576"/>
                        <a:pt x="203200" y="161406"/>
                        <a:pt x="220980" y="198236"/>
                      </a:cubicBez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482" name="Freeform: Shape 481">
                  <a:extLst>
                    <a:ext uri="{FF2B5EF4-FFF2-40B4-BE49-F238E27FC236}">
                      <a16:creationId xmlns:a16="http://schemas.microsoft.com/office/drawing/2014/main" id="{01B35943-547B-411C-639A-342CCFD18ECA}"/>
                    </a:ext>
                  </a:extLst>
                </p:cNvPr>
                <p:cNvSpPr/>
                <p:nvPr/>
              </p:nvSpPr>
              <p:spPr>
                <a:xfrm>
                  <a:off x="9350094" y="6241701"/>
                  <a:ext cx="173313" cy="143714"/>
                </a:xfrm>
                <a:custGeom>
                  <a:avLst/>
                  <a:gdLst>
                    <a:gd name="csX0" fmla="*/ 0 w 220980"/>
                    <a:gd name="csY0" fmla="*/ 137160 h 183241"/>
                    <a:gd name="csX1" fmla="*/ 121920 w 220980"/>
                    <a:gd name="csY1" fmla="*/ 175260 h 183241"/>
                    <a:gd name="csX2" fmla="*/ 220980 w 220980"/>
                    <a:gd name="csY2" fmla="*/ 0 h 1832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220980" h="183241">
                      <a:moveTo>
                        <a:pt x="0" y="137160"/>
                      </a:moveTo>
                      <a:cubicBezTo>
                        <a:pt x="42545" y="167640"/>
                        <a:pt x="85090" y="198120"/>
                        <a:pt x="121920" y="175260"/>
                      </a:cubicBezTo>
                      <a:cubicBezTo>
                        <a:pt x="158750" y="152400"/>
                        <a:pt x="189865" y="76200"/>
                        <a:pt x="220980" y="0"/>
                      </a:cubicBez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483" name="Freeform: Shape 482">
                  <a:extLst>
                    <a:ext uri="{FF2B5EF4-FFF2-40B4-BE49-F238E27FC236}">
                      <a16:creationId xmlns:a16="http://schemas.microsoft.com/office/drawing/2014/main" id="{8002A24C-D3EF-FFEA-3DBB-ED7F28E36602}"/>
                    </a:ext>
                  </a:extLst>
                </p:cNvPr>
                <p:cNvSpPr/>
                <p:nvPr/>
              </p:nvSpPr>
              <p:spPr>
                <a:xfrm>
                  <a:off x="9338142" y="6229219"/>
                  <a:ext cx="191242" cy="18458"/>
                </a:xfrm>
                <a:custGeom>
                  <a:avLst/>
                  <a:gdLst>
                    <a:gd name="csX0" fmla="*/ 0 w 243840"/>
                    <a:gd name="csY0" fmla="*/ 23535 h 23535"/>
                    <a:gd name="csX1" fmla="*/ 106680 w 243840"/>
                    <a:gd name="csY1" fmla="*/ 675 h 23535"/>
                    <a:gd name="csX2" fmla="*/ 243840 w 243840"/>
                    <a:gd name="csY2" fmla="*/ 8295 h 2353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243840" h="23535">
                      <a:moveTo>
                        <a:pt x="0" y="23535"/>
                      </a:moveTo>
                      <a:cubicBezTo>
                        <a:pt x="33020" y="13375"/>
                        <a:pt x="66040" y="3215"/>
                        <a:pt x="106680" y="675"/>
                      </a:cubicBezTo>
                      <a:cubicBezTo>
                        <a:pt x="147320" y="-1865"/>
                        <a:pt x="195580" y="3215"/>
                        <a:pt x="243840" y="8295"/>
                      </a:cubicBez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</p:grpSp>
          <p:sp>
            <p:nvSpPr>
              <p:cNvPr id="515" name="Rectangle 514">
                <a:extLst>
                  <a:ext uri="{FF2B5EF4-FFF2-40B4-BE49-F238E27FC236}">
                    <a16:creationId xmlns:a16="http://schemas.microsoft.com/office/drawing/2014/main" id="{2A38B02B-3707-6FE5-0F5C-6842C90E0781}"/>
                  </a:ext>
                </a:extLst>
              </p:cNvPr>
              <p:cNvSpPr/>
              <p:nvPr/>
            </p:nvSpPr>
            <p:spPr>
              <a:xfrm>
                <a:off x="7221388" y="5128011"/>
                <a:ext cx="1098447" cy="1199352"/>
              </a:xfrm>
              <a:prstGeom prst="rect">
                <a:avLst/>
              </a:prstGeom>
              <a:noFill/>
              <a:ln w="19050" cap="flat" cmpd="sng" algn="ctr">
                <a:solidFill>
                  <a:srgbClr val="569DAB"/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517" name="Group 516">
              <a:extLst>
                <a:ext uri="{FF2B5EF4-FFF2-40B4-BE49-F238E27FC236}">
                  <a16:creationId xmlns:a16="http://schemas.microsoft.com/office/drawing/2014/main" id="{6EC7D816-D5D0-584E-884F-C29E1BA31ABD}"/>
                </a:ext>
              </a:extLst>
            </p:cNvPr>
            <p:cNvGrpSpPr/>
            <p:nvPr/>
          </p:nvGrpSpPr>
          <p:grpSpPr>
            <a:xfrm>
              <a:off x="8398822" y="2791254"/>
              <a:ext cx="1098447" cy="3544489"/>
              <a:chOff x="7221388" y="2782874"/>
              <a:chExt cx="1098447" cy="3544489"/>
            </a:xfrm>
          </p:grpSpPr>
          <p:cxnSp>
            <p:nvCxnSpPr>
              <p:cNvPr id="518" name="Straight Connector 517">
                <a:extLst>
                  <a:ext uri="{FF2B5EF4-FFF2-40B4-BE49-F238E27FC236}">
                    <a16:creationId xmlns:a16="http://schemas.microsoft.com/office/drawing/2014/main" id="{1442E750-FA02-1128-AA62-4425E1D94C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63736" y="2782874"/>
                <a:ext cx="0" cy="615191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19" name="Straight Connector 518">
                <a:extLst>
                  <a:ext uri="{FF2B5EF4-FFF2-40B4-BE49-F238E27FC236}">
                    <a16:creationId xmlns:a16="http://schemas.microsoft.com/office/drawing/2014/main" id="{144A8553-A342-7958-2CF1-7CE1A66D4A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24052" y="4470621"/>
                <a:ext cx="0" cy="135855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20" name="Straight Connector 519">
                <a:extLst>
                  <a:ext uri="{FF2B5EF4-FFF2-40B4-BE49-F238E27FC236}">
                    <a16:creationId xmlns:a16="http://schemas.microsoft.com/office/drawing/2014/main" id="{1E078A99-34F9-12E9-868E-6F83F537EB5C}"/>
                  </a:ext>
                </a:extLst>
              </p:cNvPr>
              <p:cNvCxnSpPr>
                <a:cxnSpLocks/>
                <a:stCxn id="533" idx="1"/>
                <a:endCxn id="553" idx="0"/>
              </p:cNvCxnSpPr>
              <p:nvPr/>
            </p:nvCxnSpPr>
            <p:spPr>
              <a:xfrm flipH="1">
                <a:off x="7763761" y="4333016"/>
                <a:ext cx="263" cy="881782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</p:cxnSp>
          <p:grpSp>
            <p:nvGrpSpPr>
              <p:cNvPr id="521" name="Group 520">
                <a:extLst>
                  <a:ext uri="{FF2B5EF4-FFF2-40B4-BE49-F238E27FC236}">
                    <a16:creationId xmlns:a16="http://schemas.microsoft.com/office/drawing/2014/main" id="{5D6CDDF9-ACE8-8109-B7B3-ADABC08EC77D}"/>
                  </a:ext>
                </a:extLst>
              </p:cNvPr>
              <p:cNvGrpSpPr/>
              <p:nvPr/>
            </p:nvGrpSpPr>
            <p:grpSpPr>
              <a:xfrm>
                <a:off x="7555019" y="5214798"/>
                <a:ext cx="431467" cy="436446"/>
                <a:chOff x="5711026" y="4647507"/>
                <a:chExt cx="431467" cy="436446"/>
              </a:xfrm>
            </p:grpSpPr>
            <p:sp>
              <p:nvSpPr>
                <p:cNvPr id="553" name="Rectangle 552">
                  <a:extLst>
                    <a:ext uri="{FF2B5EF4-FFF2-40B4-BE49-F238E27FC236}">
                      <a16:creationId xmlns:a16="http://schemas.microsoft.com/office/drawing/2014/main" id="{1B401775-8006-07E1-08B3-BDAE6B85DE8C}"/>
                    </a:ext>
                  </a:extLst>
                </p:cNvPr>
                <p:cNvSpPr/>
                <p:nvPr/>
              </p:nvSpPr>
              <p:spPr>
                <a:xfrm>
                  <a:off x="5726515" y="4647507"/>
                  <a:ext cx="386506" cy="386506"/>
                </a:xfrm>
                <a:prstGeom prst="rect">
                  <a:avLst/>
                </a:prstGeom>
                <a:solidFill>
                  <a:srgbClr val="FFFFFF">
                    <a:lumMod val="95000"/>
                  </a:srgbClr>
                </a:solidFill>
                <a:ln w="19050" cap="flat" cmpd="sng" algn="ctr">
                  <a:solidFill>
                    <a:srgbClr val="FFFFFF">
                      <a:lumMod val="5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554" name="Straight Connector 553">
                  <a:extLst>
                    <a:ext uri="{FF2B5EF4-FFF2-40B4-BE49-F238E27FC236}">
                      <a16:creationId xmlns:a16="http://schemas.microsoft.com/office/drawing/2014/main" id="{F9669755-DA55-3DE9-CAEA-B36330EE5ECE}"/>
                    </a:ext>
                  </a:extLst>
                </p:cNvPr>
                <p:cNvCxnSpPr/>
                <p:nvPr/>
              </p:nvCxnSpPr>
              <p:spPr>
                <a:xfrm flipV="1">
                  <a:off x="5726515" y="4647507"/>
                  <a:ext cx="386506" cy="386506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FFFFFF">
                      <a:lumMod val="50000"/>
                    </a:srgbClr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555" name="TextBox 554">
                  <a:extLst>
                    <a:ext uri="{FF2B5EF4-FFF2-40B4-BE49-F238E27FC236}">
                      <a16:creationId xmlns:a16="http://schemas.microsoft.com/office/drawing/2014/main" id="{23845903-5D37-F6E6-884B-F1D2DD91436A}"/>
                    </a:ext>
                  </a:extLst>
                </p:cNvPr>
                <p:cNvSpPr txBox="1"/>
                <p:nvPr/>
              </p:nvSpPr>
              <p:spPr>
                <a:xfrm>
                  <a:off x="5879878" y="4853121"/>
                  <a:ext cx="262615" cy="230832"/>
                </a:xfrm>
                <a:prstGeom prst="rect">
                  <a:avLst/>
                </a:prstGeom>
              </p:spPr>
              <p:txBody>
                <a:bodyPr wrap="square" lIns="0" tIns="0" r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7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  <a:ea typeface="+mn-ea"/>
                      <a:cs typeface="+mn-cs"/>
                    </a:rPr>
                    <a:t>=</a:t>
                  </a:r>
                </a:p>
              </p:txBody>
            </p:sp>
            <p:sp>
              <p:nvSpPr>
                <p:cNvPr id="556" name="TextBox 555">
                  <a:extLst>
                    <a:ext uri="{FF2B5EF4-FFF2-40B4-BE49-F238E27FC236}">
                      <a16:creationId xmlns:a16="http://schemas.microsoft.com/office/drawing/2014/main" id="{4B461721-F1B9-99B9-AD01-BC1EDAFEAE2F}"/>
                    </a:ext>
                  </a:extLst>
                </p:cNvPr>
                <p:cNvSpPr txBox="1"/>
                <p:nvPr/>
              </p:nvSpPr>
              <p:spPr>
                <a:xfrm>
                  <a:off x="5711026" y="4672229"/>
                  <a:ext cx="262615" cy="230832"/>
                </a:xfrm>
                <a:prstGeom prst="rect">
                  <a:avLst/>
                </a:prstGeom>
              </p:spPr>
              <p:txBody>
                <a:bodyPr wrap="square" lIns="0" tIns="0" r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7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  <a:ea typeface="+mn-ea"/>
                      <a:cs typeface="+mn-cs"/>
                    </a:rPr>
                    <a:t>=</a:t>
                  </a:r>
                </a:p>
              </p:txBody>
            </p:sp>
          </p:grpSp>
          <p:pic>
            <p:nvPicPr>
              <p:cNvPr id="522" name="Picture 2" descr="Gpu icon flat Royalty Free Vector Image - VectorStock">
                <a:extLst>
                  <a:ext uri="{FF2B5EF4-FFF2-40B4-BE49-F238E27FC236}">
                    <a16:creationId xmlns:a16="http://schemas.microsoft.com/office/drawing/2014/main" id="{7CF5D91B-6323-6D3A-BC7A-848BB770253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811" t="11157" r="22744" b="36568"/>
              <a:stretch>
                <a:fillRect/>
              </a:stretch>
            </p:blipFill>
            <p:spPr bwMode="auto">
              <a:xfrm>
                <a:off x="7508185" y="5782196"/>
                <a:ext cx="511101" cy="5023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523" name="Straight Connector 522">
                <a:extLst>
                  <a:ext uri="{FF2B5EF4-FFF2-40B4-BE49-F238E27FC236}">
                    <a16:creationId xmlns:a16="http://schemas.microsoft.com/office/drawing/2014/main" id="{12801D89-6DE2-9636-5B79-DFAFC13689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30346" y="4470623"/>
                <a:ext cx="340266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24" name="Straight Connector 523">
                <a:extLst>
                  <a:ext uri="{FF2B5EF4-FFF2-40B4-BE49-F238E27FC236}">
                    <a16:creationId xmlns:a16="http://schemas.microsoft.com/office/drawing/2014/main" id="{B7852132-1374-8213-E475-2E3755D90A5D}"/>
                  </a:ext>
                </a:extLst>
              </p:cNvPr>
              <p:cNvCxnSpPr>
                <a:cxnSpLocks/>
                <a:stCxn id="553" idx="2"/>
                <a:endCxn id="522" idx="0"/>
              </p:cNvCxnSpPr>
              <p:nvPr/>
            </p:nvCxnSpPr>
            <p:spPr>
              <a:xfrm flipH="1">
                <a:off x="7763736" y="5601304"/>
                <a:ext cx="25" cy="180892"/>
              </a:xfrm>
              <a:prstGeom prst="line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</p:cxnSp>
          <p:pic>
            <p:nvPicPr>
              <p:cNvPr id="525" name="Picture 2" descr="Full battery, Icon, Humor, Gift ...">
                <a:extLst>
                  <a:ext uri="{FF2B5EF4-FFF2-40B4-BE49-F238E27FC236}">
                    <a16:creationId xmlns:a16="http://schemas.microsoft.com/office/drawing/2014/main" id="{9079AF85-50A8-E082-071A-0067230F110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8F8F8"/>
                  </a:clrFrom>
                  <a:clrTo>
                    <a:srgbClr val="F8F8F8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95947" y="4619233"/>
                <a:ext cx="265117" cy="3539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527" name="Group 526">
                <a:extLst>
                  <a:ext uri="{FF2B5EF4-FFF2-40B4-BE49-F238E27FC236}">
                    <a16:creationId xmlns:a16="http://schemas.microsoft.com/office/drawing/2014/main" id="{5C4003A4-5E64-C8D4-C5CD-4771C8000E88}"/>
                  </a:ext>
                </a:extLst>
              </p:cNvPr>
              <p:cNvGrpSpPr/>
              <p:nvPr/>
            </p:nvGrpSpPr>
            <p:grpSpPr>
              <a:xfrm rot="16200000">
                <a:off x="7284313" y="3562786"/>
                <a:ext cx="959421" cy="581039"/>
                <a:chOff x="8155619" y="6031851"/>
                <a:chExt cx="1373765" cy="406676"/>
              </a:xfrm>
            </p:grpSpPr>
            <p:grpSp>
              <p:nvGrpSpPr>
                <p:cNvPr id="529" name="Group 528">
                  <a:extLst>
                    <a:ext uri="{FF2B5EF4-FFF2-40B4-BE49-F238E27FC236}">
                      <a16:creationId xmlns:a16="http://schemas.microsoft.com/office/drawing/2014/main" id="{E93626A3-01E9-F697-305C-866F09E9CB33}"/>
                    </a:ext>
                  </a:extLst>
                </p:cNvPr>
                <p:cNvGrpSpPr/>
                <p:nvPr/>
              </p:nvGrpSpPr>
              <p:grpSpPr>
                <a:xfrm>
                  <a:off x="8155619" y="6031851"/>
                  <a:ext cx="1208518" cy="406676"/>
                  <a:chOff x="6666094" y="4379976"/>
                  <a:chExt cx="1911169" cy="722372"/>
                </a:xfrm>
              </p:grpSpPr>
              <p:sp>
                <p:nvSpPr>
                  <p:cNvPr id="533" name="Rectangle: Rounded Corners 532">
                    <a:extLst>
                      <a:ext uri="{FF2B5EF4-FFF2-40B4-BE49-F238E27FC236}">
                        <a16:creationId xmlns:a16="http://schemas.microsoft.com/office/drawing/2014/main" id="{BCA7D77C-AFAC-493E-101E-AB26C612F6D9}"/>
                      </a:ext>
                    </a:extLst>
                  </p:cNvPr>
                  <p:cNvSpPr/>
                  <p:nvPr/>
                </p:nvSpPr>
                <p:spPr>
                  <a:xfrm>
                    <a:off x="6666094" y="4379976"/>
                    <a:ext cx="1777260" cy="722372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cxnSp>
                <p:nvCxnSpPr>
                  <p:cNvPr id="534" name="Straight Connector 533">
                    <a:extLst>
                      <a:ext uri="{FF2B5EF4-FFF2-40B4-BE49-F238E27FC236}">
                        <a16:creationId xmlns:a16="http://schemas.microsoft.com/office/drawing/2014/main" id="{6CE5B6E9-2086-22E0-247D-C14546FEC0BD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6777038" y="4550569"/>
                    <a:ext cx="1800225" cy="0"/>
                  </a:xfrm>
                  <a:prstGeom prst="line">
                    <a:avLst/>
                  </a:prstGeom>
                  <a:ln w="9525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5" name="Straight Connector 534">
                    <a:extLst>
                      <a:ext uri="{FF2B5EF4-FFF2-40B4-BE49-F238E27FC236}">
                        <a16:creationId xmlns:a16="http://schemas.microsoft.com/office/drawing/2014/main" id="{62380156-66C7-103C-9628-A7943D8B9367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6777038" y="4750594"/>
                    <a:ext cx="1800225" cy="0"/>
                  </a:xfrm>
                  <a:prstGeom prst="line">
                    <a:avLst/>
                  </a:prstGeom>
                  <a:ln w="9525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6" name="Straight Connector 535">
                    <a:extLst>
                      <a:ext uri="{FF2B5EF4-FFF2-40B4-BE49-F238E27FC236}">
                        <a16:creationId xmlns:a16="http://schemas.microsoft.com/office/drawing/2014/main" id="{C6F9E812-8967-E2FC-ABDB-2585B35AFCD0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6777038" y="4938713"/>
                    <a:ext cx="1800225" cy="0"/>
                  </a:xfrm>
                  <a:prstGeom prst="line">
                    <a:avLst/>
                  </a:prstGeom>
                  <a:ln w="9525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37" name="Rectangle: Rounded Corners 536">
                    <a:extLst>
                      <a:ext uri="{FF2B5EF4-FFF2-40B4-BE49-F238E27FC236}">
                        <a16:creationId xmlns:a16="http://schemas.microsoft.com/office/drawing/2014/main" id="{B225B161-BF88-6594-8DA6-50BA7536B6D2}"/>
                      </a:ext>
                    </a:extLst>
                  </p:cNvPr>
                  <p:cNvSpPr/>
                  <p:nvPr/>
                </p:nvSpPr>
                <p:spPr>
                  <a:xfrm>
                    <a:off x="6849729" y="4486407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538" name="Rectangle: Rounded Corners 537">
                    <a:extLst>
                      <a:ext uri="{FF2B5EF4-FFF2-40B4-BE49-F238E27FC236}">
                        <a16:creationId xmlns:a16="http://schemas.microsoft.com/office/drawing/2014/main" id="{DF194FBB-74C8-0A65-0F01-AADB79CD93B7}"/>
                      </a:ext>
                    </a:extLst>
                  </p:cNvPr>
                  <p:cNvSpPr/>
                  <p:nvPr/>
                </p:nvSpPr>
                <p:spPr>
                  <a:xfrm>
                    <a:off x="6849729" y="4680789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539" name="Rectangle: Rounded Corners 538">
                    <a:extLst>
                      <a:ext uri="{FF2B5EF4-FFF2-40B4-BE49-F238E27FC236}">
                        <a16:creationId xmlns:a16="http://schemas.microsoft.com/office/drawing/2014/main" id="{088859BA-58D3-94AF-1804-0EF2C5ABD924}"/>
                      </a:ext>
                    </a:extLst>
                  </p:cNvPr>
                  <p:cNvSpPr/>
                  <p:nvPr/>
                </p:nvSpPr>
                <p:spPr>
                  <a:xfrm>
                    <a:off x="6849729" y="4875171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540" name="Rectangle: Rounded Corners 539">
                    <a:extLst>
                      <a:ext uri="{FF2B5EF4-FFF2-40B4-BE49-F238E27FC236}">
                        <a16:creationId xmlns:a16="http://schemas.microsoft.com/office/drawing/2014/main" id="{155598ED-C0DE-5A70-0B6B-0A6113131277}"/>
                      </a:ext>
                    </a:extLst>
                  </p:cNvPr>
                  <p:cNvSpPr/>
                  <p:nvPr/>
                </p:nvSpPr>
                <p:spPr>
                  <a:xfrm>
                    <a:off x="7111665" y="4486407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541" name="Rectangle: Rounded Corners 540">
                    <a:extLst>
                      <a:ext uri="{FF2B5EF4-FFF2-40B4-BE49-F238E27FC236}">
                        <a16:creationId xmlns:a16="http://schemas.microsoft.com/office/drawing/2014/main" id="{B213BB0E-9C83-561B-00E9-871803471EB2}"/>
                      </a:ext>
                    </a:extLst>
                  </p:cNvPr>
                  <p:cNvSpPr/>
                  <p:nvPr/>
                </p:nvSpPr>
                <p:spPr>
                  <a:xfrm>
                    <a:off x="7111665" y="4680789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542" name="Rectangle: Rounded Corners 541">
                    <a:extLst>
                      <a:ext uri="{FF2B5EF4-FFF2-40B4-BE49-F238E27FC236}">
                        <a16:creationId xmlns:a16="http://schemas.microsoft.com/office/drawing/2014/main" id="{F889F8EF-089E-8168-D7FB-B75C6A41E47B}"/>
                      </a:ext>
                    </a:extLst>
                  </p:cNvPr>
                  <p:cNvSpPr/>
                  <p:nvPr/>
                </p:nvSpPr>
                <p:spPr>
                  <a:xfrm>
                    <a:off x="7111665" y="4875171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543" name="Rectangle: Rounded Corners 542">
                    <a:extLst>
                      <a:ext uri="{FF2B5EF4-FFF2-40B4-BE49-F238E27FC236}">
                        <a16:creationId xmlns:a16="http://schemas.microsoft.com/office/drawing/2014/main" id="{EDBE6E57-A748-EB25-0446-2264B0E07352}"/>
                      </a:ext>
                    </a:extLst>
                  </p:cNvPr>
                  <p:cNvSpPr/>
                  <p:nvPr/>
                </p:nvSpPr>
                <p:spPr>
                  <a:xfrm>
                    <a:off x="7383127" y="4483711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544" name="Rectangle: Rounded Corners 543">
                    <a:extLst>
                      <a:ext uri="{FF2B5EF4-FFF2-40B4-BE49-F238E27FC236}">
                        <a16:creationId xmlns:a16="http://schemas.microsoft.com/office/drawing/2014/main" id="{C614E3F1-3D4D-3665-A99A-521DA9473B0D}"/>
                      </a:ext>
                    </a:extLst>
                  </p:cNvPr>
                  <p:cNvSpPr/>
                  <p:nvPr/>
                </p:nvSpPr>
                <p:spPr>
                  <a:xfrm>
                    <a:off x="7383127" y="4678093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545" name="Rectangle: Rounded Corners 544">
                    <a:extLst>
                      <a:ext uri="{FF2B5EF4-FFF2-40B4-BE49-F238E27FC236}">
                        <a16:creationId xmlns:a16="http://schemas.microsoft.com/office/drawing/2014/main" id="{0D13DD33-0E5B-4A5E-7F0C-77628086764E}"/>
                      </a:ext>
                    </a:extLst>
                  </p:cNvPr>
                  <p:cNvSpPr/>
                  <p:nvPr/>
                </p:nvSpPr>
                <p:spPr>
                  <a:xfrm>
                    <a:off x="7383127" y="4872475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546" name="Rectangle: Rounded Corners 545">
                    <a:extLst>
                      <a:ext uri="{FF2B5EF4-FFF2-40B4-BE49-F238E27FC236}">
                        <a16:creationId xmlns:a16="http://schemas.microsoft.com/office/drawing/2014/main" id="{EB07E16F-8673-0C60-D367-8EC7FEE417D9}"/>
                      </a:ext>
                    </a:extLst>
                  </p:cNvPr>
                  <p:cNvSpPr/>
                  <p:nvPr/>
                </p:nvSpPr>
                <p:spPr>
                  <a:xfrm>
                    <a:off x="8042734" y="4483711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547" name="Rectangle: Rounded Corners 546">
                    <a:extLst>
                      <a:ext uri="{FF2B5EF4-FFF2-40B4-BE49-F238E27FC236}">
                        <a16:creationId xmlns:a16="http://schemas.microsoft.com/office/drawing/2014/main" id="{07F3ECA4-9376-994D-DD0A-2F4CC59E3A4E}"/>
                      </a:ext>
                    </a:extLst>
                  </p:cNvPr>
                  <p:cNvSpPr/>
                  <p:nvPr/>
                </p:nvSpPr>
                <p:spPr>
                  <a:xfrm>
                    <a:off x="8042734" y="4678093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548" name="Rectangle: Rounded Corners 547">
                    <a:extLst>
                      <a:ext uri="{FF2B5EF4-FFF2-40B4-BE49-F238E27FC236}">
                        <a16:creationId xmlns:a16="http://schemas.microsoft.com/office/drawing/2014/main" id="{2E3A841E-EA05-A64A-A05A-E60039926BE2}"/>
                      </a:ext>
                    </a:extLst>
                  </p:cNvPr>
                  <p:cNvSpPr/>
                  <p:nvPr/>
                </p:nvSpPr>
                <p:spPr>
                  <a:xfrm>
                    <a:off x="8042734" y="4872475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549" name="Rectangle: Rounded Corners 548">
                    <a:extLst>
                      <a:ext uri="{FF2B5EF4-FFF2-40B4-BE49-F238E27FC236}">
                        <a16:creationId xmlns:a16="http://schemas.microsoft.com/office/drawing/2014/main" id="{32E8A252-5417-9F8F-9CD4-F487DE4B473C}"/>
                      </a:ext>
                    </a:extLst>
                  </p:cNvPr>
                  <p:cNvSpPr/>
                  <p:nvPr/>
                </p:nvSpPr>
                <p:spPr>
                  <a:xfrm>
                    <a:off x="7658577" y="4482843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550" name="Rectangle: Rounded Corners 549">
                    <a:extLst>
                      <a:ext uri="{FF2B5EF4-FFF2-40B4-BE49-F238E27FC236}">
                        <a16:creationId xmlns:a16="http://schemas.microsoft.com/office/drawing/2014/main" id="{D1BD7538-C95F-266D-AAF4-D6A330F36155}"/>
                      </a:ext>
                    </a:extLst>
                  </p:cNvPr>
                  <p:cNvSpPr/>
                  <p:nvPr/>
                </p:nvSpPr>
                <p:spPr>
                  <a:xfrm>
                    <a:off x="7658577" y="4677225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sp>
                <p:nvSpPr>
                  <p:cNvPr id="551" name="Rectangle: Rounded Corners 550">
                    <a:extLst>
                      <a:ext uri="{FF2B5EF4-FFF2-40B4-BE49-F238E27FC236}">
                        <a16:creationId xmlns:a16="http://schemas.microsoft.com/office/drawing/2014/main" id="{83751B1C-2E19-7584-F507-BBD410552562}"/>
                      </a:ext>
                    </a:extLst>
                  </p:cNvPr>
                  <p:cNvSpPr/>
                  <p:nvPr/>
                </p:nvSpPr>
                <p:spPr>
                  <a:xfrm>
                    <a:off x="7658577" y="4871607"/>
                    <a:ext cx="186016" cy="132751"/>
                  </a:xfrm>
                  <a:prstGeom prst="roundRect">
                    <a:avLst/>
                  </a:prstGeom>
                  <a:ln w="952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0"/>
                  </a:p>
                </p:txBody>
              </p:sp>
              <p:cxnSp>
                <p:nvCxnSpPr>
                  <p:cNvPr id="552" name="Straight Connector 551">
                    <a:extLst>
                      <a:ext uri="{FF2B5EF4-FFF2-40B4-BE49-F238E27FC236}">
                        <a16:creationId xmlns:a16="http://schemas.microsoft.com/office/drawing/2014/main" id="{9F1148EB-3E30-B712-1858-AFD5BB67A79A}"/>
                      </a:ext>
                    </a:extLst>
                  </p:cNvPr>
                  <p:cNvCxnSpPr/>
                  <p:nvPr/>
                </p:nvCxnSpPr>
                <p:spPr>
                  <a:xfrm>
                    <a:off x="6777038" y="4550569"/>
                    <a:ext cx="0" cy="388144"/>
                  </a:xfrm>
                  <a:prstGeom prst="line">
                    <a:avLst/>
                  </a:prstGeom>
                  <a:ln w="9525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30" name="Freeform: Shape 529">
                  <a:extLst>
                    <a:ext uri="{FF2B5EF4-FFF2-40B4-BE49-F238E27FC236}">
                      <a16:creationId xmlns:a16="http://schemas.microsoft.com/office/drawing/2014/main" id="{3234CB15-33F9-3C43-7BFF-07A21DB39198}"/>
                    </a:ext>
                  </a:extLst>
                </p:cNvPr>
                <p:cNvSpPr/>
                <p:nvPr/>
              </p:nvSpPr>
              <p:spPr>
                <a:xfrm>
                  <a:off x="9356071" y="6074274"/>
                  <a:ext cx="173313" cy="155475"/>
                </a:xfrm>
                <a:custGeom>
                  <a:avLst/>
                  <a:gdLst>
                    <a:gd name="csX0" fmla="*/ 0 w 220980"/>
                    <a:gd name="csY0" fmla="*/ 76316 h 198236"/>
                    <a:gd name="csX1" fmla="*/ 68580 w 220980"/>
                    <a:gd name="csY1" fmla="*/ 116 h 198236"/>
                    <a:gd name="csX2" fmla="*/ 160020 w 220980"/>
                    <a:gd name="csY2" fmla="*/ 91556 h 198236"/>
                    <a:gd name="csX3" fmla="*/ 220980 w 220980"/>
                    <a:gd name="csY3" fmla="*/ 198236 h 19823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20980" h="198236">
                      <a:moveTo>
                        <a:pt x="0" y="76316"/>
                      </a:moveTo>
                      <a:cubicBezTo>
                        <a:pt x="20955" y="36946"/>
                        <a:pt x="41910" y="-2424"/>
                        <a:pt x="68580" y="116"/>
                      </a:cubicBezTo>
                      <a:cubicBezTo>
                        <a:pt x="95250" y="2656"/>
                        <a:pt x="134620" y="58536"/>
                        <a:pt x="160020" y="91556"/>
                      </a:cubicBezTo>
                      <a:cubicBezTo>
                        <a:pt x="185420" y="124576"/>
                        <a:pt x="203200" y="161406"/>
                        <a:pt x="220980" y="198236"/>
                      </a:cubicBez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531" name="Freeform: Shape 530">
                  <a:extLst>
                    <a:ext uri="{FF2B5EF4-FFF2-40B4-BE49-F238E27FC236}">
                      <a16:creationId xmlns:a16="http://schemas.microsoft.com/office/drawing/2014/main" id="{06140A23-8569-08AC-C180-8CA64C213ABE}"/>
                    </a:ext>
                  </a:extLst>
                </p:cNvPr>
                <p:cNvSpPr/>
                <p:nvPr/>
              </p:nvSpPr>
              <p:spPr>
                <a:xfrm>
                  <a:off x="9350094" y="6241701"/>
                  <a:ext cx="173313" cy="143714"/>
                </a:xfrm>
                <a:custGeom>
                  <a:avLst/>
                  <a:gdLst>
                    <a:gd name="csX0" fmla="*/ 0 w 220980"/>
                    <a:gd name="csY0" fmla="*/ 137160 h 183241"/>
                    <a:gd name="csX1" fmla="*/ 121920 w 220980"/>
                    <a:gd name="csY1" fmla="*/ 175260 h 183241"/>
                    <a:gd name="csX2" fmla="*/ 220980 w 220980"/>
                    <a:gd name="csY2" fmla="*/ 0 h 1832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220980" h="183241">
                      <a:moveTo>
                        <a:pt x="0" y="137160"/>
                      </a:moveTo>
                      <a:cubicBezTo>
                        <a:pt x="42545" y="167640"/>
                        <a:pt x="85090" y="198120"/>
                        <a:pt x="121920" y="175260"/>
                      </a:cubicBezTo>
                      <a:cubicBezTo>
                        <a:pt x="158750" y="152400"/>
                        <a:pt x="189865" y="76200"/>
                        <a:pt x="220980" y="0"/>
                      </a:cubicBez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532" name="Freeform: Shape 531">
                  <a:extLst>
                    <a:ext uri="{FF2B5EF4-FFF2-40B4-BE49-F238E27FC236}">
                      <a16:creationId xmlns:a16="http://schemas.microsoft.com/office/drawing/2014/main" id="{AFAAA5F8-3015-D8FE-1646-C6995806FDAB}"/>
                    </a:ext>
                  </a:extLst>
                </p:cNvPr>
                <p:cNvSpPr/>
                <p:nvPr/>
              </p:nvSpPr>
              <p:spPr>
                <a:xfrm>
                  <a:off x="9338142" y="6229219"/>
                  <a:ext cx="191242" cy="18458"/>
                </a:xfrm>
                <a:custGeom>
                  <a:avLst/>
                  <a:gdLst>
                    <a:gd name="csX0" fmla="*/ 0 w 243840"/>
                    <a:gd name="csY0" fmla="*/ 23535 h 23535"/>
                    <a:gd name="csX1" fmla="*/ 106680 w 243840"/>
                    <a:gd name="csY1" fmla="*/ 675 h 23535"/>
                    <a:gd name="csX2" fmla="*/ 243840 w 243840"/>
                    <a:gd name="csY2" fmla="*/ 8295 h 2353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243840" h="23535">
                      <a:moveTo>
                        <a:pt x="0" y="23535"/>
                      </a:moveTo>
                      <a:cubicBezTo>
                        <a:pt x="33020" y="13375"/>
                        <a:pt x="66040" y="3215"/>
                        <a:pt x="106680" y="675"/>
                      </a:cubicBezTo>
                      <a:cubicBezTo>
                        <a:pt x="147320" y="-1865"/>
                        <a:pt x="195580" y="3215"/>
                        <a:pt x="243840" y="8295"/>
                      </a:cubicBez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</p:grpSp>
          <p:sp>
            <p:nvSpPr>
              <p:cNvPr id="528" name="Rectangle 527">
                <a:extLst>
                  <a:ext uri="{FF2B5EF4-FFF2-40B4-BE49-F238E27FC236}">
                    <a16:creationId xmlns:a16="http://schemas.microsoft.com/office/drawing/2014/main" id="{BEC36FE5-69D9-023F-CB47-12D7E1EB6D54}"/>
                  </a:ext>
                </a:extLst>
              </p:cNvPr>
              <p:cNvSpPr/>
              <p:nvPr/>
            </p:nvSpPr>
            <p:spPr>
              <a:xfrm>
                <a:off x="7221388" y="5128011"/>
                <a:ext cx="1098447" cy="1199352"/>
              </a:xfrm>
              <a:prstGeom prst="rect">
                <a:avLst/>
              </a:prstGeom>
              <a:noFill/>
              <a:ln w="19050" cap="flat" cmpd="sng" algn="ctr">
                <a:solidFill>
                  <a:srgbClr val="569DAB"/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669" name="Group 668">
              <a:extLst>
                <a:ext uri="{FF2B5EF4-FFF2-40B4-BE49-F238E27FC236}">
                  <a16:creationId xmlns:a16="http://schemas.microsoft.com/office/drawing/2014/main" id="{5B4341CD-54F3-6C34-7E1E-79C5A34A3AC9}"/>
                </a:ext>
              </a:extLst>
            </p:cNvPr>
            <p:cNvGrpSpPr/>
            <p:nvPr/>
          </p:nvGrpSpPr>
          <p:grpSpPr>
            <a:xfrm>
              <a:off x="9906907" y="3237772"/>
              <a:ext cx="431467" cy="436446"/>
              <a:chOff x="5711026" y="4647507"/>
              <a:chExt cx="431467" cy="436446"/>
            </a:xfrm>
          </p:grpSpPr>
          <p:sp>
            <p:nvSpPr>
              <p:cNvPr id="681" name="Rectangle 680">
                <a:extLst>
                  <a:ext uri="{FF2B5EF4-FFF2-40B4-BE49-F238E27FC236}">
                    <a16:creationId xmlns:a16="http://schemas.microsoft.com/office/drawing/2014/main" id="{DA8B4ED8-5B83-419A-5CE3-9E102EC8F818}"/>
                  </a:ext>
                </a:extLst>
              </p:cNvPr>
              <p:cNvSpPr/>
              <p:nvPr/>
            </p:nvSpPr>
            <p:spPr>
              <a:xfrm>
                <a:off x="5726515" y="4647507"/>
                <a:ext cx="386506" cy="38650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905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682" name="Straight Connector 681">
                <a:extLst>
                  <a:ext uri="{FF2B5EF4-FFF2-40B4-BE49-F238E27FC236}">
                    <a16:creationId xmlns:a16="http://schemas.microsoft.com/office/drawing/2014/main" id="{FFE7B874-C6C2-B5D4-6B75-5B444F67B228}"/>
                  </a:ext>
                </a:extLst>
              </p:cNvPr>
              <p:cNvCxnSpPr/>
              <p:nvPr/>
            </p:nvCxnSpPr>
            <p:spPr>
              <a:xfrm flipV="1">
                <a:off x="5726515" y="4647507"/>
                <a:ext cx="386506" cy="386506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683" name="TextBox 682">
                <a:extLst>
                  <a:ext uri="{FF2B5EF4-FFF2-40B4-BE49-F238E27FC236}">
                    <a16:creationId xmlns:a16="http://schemas.microsoft.com/office/drawing/2014/main" id="{C4621399-3E2E-0355-D679-D895877F8646}"/>
                  </a:ext>
                </a:extLst>
              </p:cNvPr>
              <p:cNvSpPr txBox="1"/>
              <p:nvPr/>
            </p:nvSpPr>
            <p:spPr>
              <a:xfrm>
                <a:off x="5879878" y="4853121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684" name="TextBox 683">
                <a:extLst>
                  <a:ext uri="{FF2B5EF4-FFF2-40B4-BE49-F238E27FC236}">
                    <a16:creationId xmlns:a16="http://schemas.microsoft.com/office/drawing/2014/main" id="{9CC19882-46C0-EA21-2D80-0976976CE57A}"/>
                  </a:ext>
                </a:extLst>
              </p:cNvPr>
              <p:cNvSpPr txBox="1"/>
              <p:nvPr/>
            </p:nvSpPr>
            <p:spPr>
              <a:xfrm>
                <a:off x="5711026" y="4672229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~</a:t>
                </a:r>
              </a:p>
            </p:txBody>
          </p:sp>
        </p:grpSp>
        <p:grpSp>
          <p:nvGrpSpPr>
            <p:cNvPr id="687" name="Group 686">
              <a:extLst>
                <a:ext uri="{FF2B5EF4-FFF2-40B4-BE49-F238E27FC236}">
                  <a16:creationId xmlns:a16="http://schemas.microsoft.com/office/drawing/2014/main" id="{528AC5D1-16C4-415C-8164-520F67C3F12F}"/>
                </a:ext>
              </a:extLst>
            </p:cNvPr>
            <p:cNvGrpSpPr/>
            <p:nvPr/>
          </p:nvGrpSpPr>
          <p:grpSpPr>
            <a:xfrm>
              <a:off x="10468057" y="3235203"/>
              <a:ext cx="431467" cy="436446"/>
              <a:chOff x="5711026" y="4647507"/>
              <a:chExt cx="431467" cy="436446"/>
            </a:xfrm>
          </p:grpSpPr>
          <p:sp>
            <p:nvSpPr>
              <p:cNvPr id="688" name="Rectangle 687">
                <a:extLst>
                  <a:ext uri="{FF2B5EF4-FFF2-40B4-BE49-F238E27FC236}">
                    <a16:creationId xmlns:a16="http://schemas.microsoft.com/office/drawing/2014/main" id="{5F235E03-4483-54E3-D444-17FA0CC8CF9E}"/>
                  </a:ext>
                </a:extLst>
              </p:cNvPr>
              <p:cNvSpPr/>
              <p:nvPr/>
            </p:nvSpPr>
            <p:spPr>
              <a:xfrm>
                <a:off x="5726515" y="4647507"/>
                <a:ext cx="386506" cy="38650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905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689" name="Straight Connector 688">
                <a:extLst>
                  <a:ext uri="{FF2B5EF4-FFF2-40B4-BE49-F238E27FC236}">
                    <a16:creationId xmlns:a16="http://schemas.microsoft.com/office/drawing/2014/main" id="{1E7E39E8-8767-0906-5746-250166338DFC}"/>
                  </a:ext>
                </a:extLst>
              </p:cNvPr>
              <p:cNvCxnSpPr/>
              <p:nvPr/>
            </p:nvCxnSpPr>
            <p:spPr>
              <a:xfrm flipV="1">
                <a:off x="5726515" y="4647507"/>
                <a:ext cx="386506" cy="386506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690" name="TextBox 689">
                <a:extLst>
                  <a:ext uri="{FF2B5EF4-FFF2-40B4-BE49-F238E27FC236}">
                    <a16:creationId xmlns:a16="http://schemas.microsoft.com/office/drawing/2014/main" id="{628E4684-A9D0-8C4E-5900-FE3E753EFF27}"/>
                  </a:ext>
                </a:extLst>
              </p:cNvPr>
              <p:cNvSpPr txBox="1"/>
              <p:nvPr/>
            </p:nvSpPr>
            <p:spPr>
              <a:xfrm>
                <a:off x="5879878" y="4853121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691" name="TextBox 690">
                <a:extLst>
                  <a:ext uri="{FF2B5EF4-FFF2-40B4-BE49-F238E27FC236}">
                    <a16:creationId xmlns:a16="http://schemas.microsoft.com/office/drawing/2014/main" id="{096EFDAA-AC6A-10B0-0ED3-B2967412F04F}"/>
                  </a:ext>
                </a:extLst>
              </p:cNvPr>
              <p:cNvSpPr txBox="1"/>
              <p:nvPr/>
            </p:nvSpPr>
            <p:spPr>
              <a:xfrm>
                <a:off x="5711026" y="4672229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~</a:t>
                </a:r>
              </a:p>
            </p:txBody>
          </p:sp>
        </p:grpSp>
        <p:grpSp>
          <p:nvGrpSpPr>
            <p:cNvPr id="692" name="Group 691">
              <a:extLst>
                <a:ext uri="{FF2B5EF4-FFF2-40B4-BE49-F238E27FC236}">
                  <a16:creationId xmlns:a16="http://schemas.microsoft.com/office/drawing/2014/main" id="{27F74108-ADD4-51C3-7620-14FE5D4EDB49}"/>
                </a:ext>
              </a:extLst>
            </p:cNvPr>
            <p:cNvGrpSpPr/>
            <p:nvPr/>
          </p:nvGrpSpPr>
          <p:grpSpPr>
            <a:xfrm>
              <a:off x="10984615" y="3237447"/>
              <a:ext cx="431467" cy="436446"/>
              <a:chOff x="5711026" y="4647507"/>
              <a:chExt cx="431467" cy="436446"/>
            </a:xfrm>
          </p:grpSpPr>
          <p:sp>
            <p:nvSpPr>
              <p:cNvPr id="693" name="Rectangle 692">
                <a:extLst>
                  <a:ext uri="{FF2B5EF4-FFF2-40B4-BE49-F238E27FC236}">
                    <a16:creationId xmlns:a16="http://schemas.microsoft.com/office/drawing/2014/main" id="{212ADEE8-B615-E748-843E-1842416A19B0}"/>
                  </a:ext>
                </a:extLst>
              </p:cNvPr>
              <p:cNvSpPr/>
              <p:nvPr/>
            </p:nvSpPr>
            <p:spPr>
              <a:xfrm>
                <a:off x="5726515" y="4647507"/>
                <a:ext cx="386506" cy="386506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9050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694" name="Straight Connector 693">
                <a:extLst>
                  <a:ext uri="{FF2B5EF4-FFF2-40B4-BE49-F238E27FC236}">
                    <a16:creationId xmlns:a16="http://schemas.microsoft.com/office/drawing/2014/main" id="{B6399D52-1EEC-3C21-1571-AB5C4EA8E0D9}"/>
                  </a:ext>
                </a:extLst>
              </p:cNvPr>
              <p:cNvCxnSpPr/>
              <p:nvPr/>
            </p:nvCxnSpPr>
            <p:spPr>
              <a:xfrm flipV="1">
                <a:off x="5726515" y="4647507"/>
                <a:ext cx="386506" cy="386506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  <a:miter lim="800000"/>
              </a:ln>
              <a:effectLst/>
            </p:spPr>
          </p:cxnSp>
          <p:sp>
            <p:nvSpPr>
              <p:cNvPr id="695" name="TextBox 694">
                <a:extLst>
                  <a:ext uri="{FF2B5EF4-FFF2-40B4-BE49-F238E27FC236}">
                    <a16:creationId xmlns:a16="http://schemas.microsoft.com/office/drawing/2014/main" id="{F47D439A-19FB-09AD-414F-1F709D2B0E55}"/>
                  </a:ext>
                </a:extLst>
              </p:cNvPr>
              <p:cNvSpPr txBox="1"/>
              <p:nvPr/>
            </p:nvSpPr>
            <p:spPr>
              <a:xfrm>
                <a:off x="5879878" y="4853121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94794E9E-FB47-8756-1131-876C9069EC88}"/>
                  </a:ext>
                </a:extLst>
              </p:cNvPr>
              <p:cNvSpPr txBox="1"/>
              <p:nvPr/>
            </p:nvSpPr>
            <p:spPr>
              <a:xfrm>
                <a:off x="5711026" y="4672229"/>
                <a:ext cx="262615" cy="230832"/>
              </a:xfrm>
              <a:prstGeom prst="rect">
                <a:avLst/>
              </a:prstGeom>
            </p:spPr>
            <p:txBody>
              <a:bodyPr wrap="square" lIns="0" t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7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ource Sans 3 Light" panose="020B0403030403020204" pitchFamily="34" charset="0"/>
                    <a:ea typeface="+mn-ea"/>
                    <a:cs typeface="+mn-cs"/>
                  </a:rPr>
                  <a:t>~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27779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roup 282">
            <a:extLst>
              <a:ext uri="{FF2B5EF4-FFF2-40B4-BE49-F238E27FC236}">
                <a16:creationId xmlns:a16="http://schemas.microsoft.com/office/drawing/2014/main" id="{492EC410-41CE-340D-0916-CFB4FA3BE23B}"/>
              </a:ext>
            </a:extLst>
          </p:cNvPr>
          <p:cNvGrpSpPr/>
          <p:nvPr/>
        </p:nvGrpSpPr>
        <p:grpSpPr>
          <a:xfrm>
            <a:off x="1152525" y="1229253"/>
            <a:ext cx="2637090" cy="3799947"/>
            <a:chOff x="3209925" y="1229253"/>
            <a:chExt cx="2637090" cy="3799947"/>
          </a:xfrm>
        </p:grpSpPr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C00156BE-2D61-B20D-17BE-364D6CE437FE}"/>
                </a:ext>
              </a:extLst>
            </p:cNvPr>
            <p:cNvSpPr txBox="1"/>
            <p:nvPr/>
          </p:nvSpPr>
          <p:spPr>
            <a:xfrm>
              <a:off x="4411562" y="2596481"/>
              <a:ext cx="7048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.. .</a:t>
              </a:r>
            </a:p>
          </p:txBody>
        </p: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E7D29433-62AF-A9C4-85D0-82D78A962AB2}"/>
                </a:ext>
              </a:extLst>
            </p:cNvPr>
            <p:cNvGrpSpPr/>
            <p:nvPr/>
          </p:nvGrpSpPr>
          <p:grpSpPr>
            <a:xfrm>
              <a:off x="3884491" y="3231495"/>
              <a:ext cx="1957215" cy="623609"/>
              <a:chOff x="7634460" y="3117195"/>
              <a:chExt cx="1957215" cy="623609"/>
            </a:xfrm>
          </p:grpSpPr>
          <p:grpSp>
            <p:nvGrpSpPr>
              <p:cNvPr id="189" name="Group 188">
                <a:extLst>
                  <a:ext uri="{FF2B5EF4-FFF2-40B4-BE49-F238E27FC236}">
                    <a16:creationId xmlns:a16="http://schemas.microsoft.com/office/drawing/2014/main" id="{54238091-4986-FB86-124A-EBF916344DAD}"/>
                  </a:ext>
                </a:extLst>
              </p:cNvPr>
              <p:cNvGrpSpPr/>
              <p:nvPr/>
            </p:nvGrpSpPr>
            <p:grpSpPr>
              <a:xfrm>
                <a:off x="8811667" y="3147675"/>
                <a:ext cx="624543" cy="593129"/>
                <a:chOff x="8468657" y="1611591"/>
                <a:chExt cx="655024" cy="593129"/>
              </a:xfrm>
            </p:grpSpPr>
            <p:sp>
              <p:nvSpPr>
                <p:cNvPr id="203" name="Rectangle 202">
                  <a:extLst>
                    <a:ext uri="{FF2B5EF4-FFF2-40B4-BE49-F238E27FC236}">
                      <a16:creationId xmlns:a16="http://schemas.microsoft.com/office/drawing/2014/main" id="{929659EA-1C85-AFC2-9EFF-B9B2004E683F}"/>
                    </a:ext>
                  </a:extLst>
                </p:cNvPr>
                <p:cNvSpPr/>
                <p:nvPr/>
              </p:nvSpPr>
              <p:spPr>
                <a:xfrm>
                  <a:off x="8468657" y="1629232"/>
                  <a:ext cx="655024" cy="575488"/>
                </a:xfrm>
                <a:prstGeom prst="rect">
                  <a:avLst/>
                </a:prstGeom>
                <a:solidFill>
                  <a:srgbClr val="EE7C42"/>
                </a:solidFill>
                <a:ln w="19050" cap="flat" cmpd="sng" algn="ctr">
                  <a:solidFill>
                    <a:srgbClr val="EE7C4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04" name="Straight Connector 203">
                  <a:extLst>
                    <a:ext uri="{FF2B5EF4-FFF2-40B4-BE49-F238E27FC236}">
                      <a16:creationId xmlns:a16="http://schemas.microsoft.com/office/drawing/2014/main" id="{EAE65905-15D6-C207-6180-65D97D3C05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468657" y="1629232"/>
                  <a:ext cx="655024" cy="57548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FFFF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DBC026A0-42FA-AADF-8C7E-FD5122A80C65}"/>
                    </a:ext>
                  </a:extLst>
                </p:cNvPr>
                <p:cNvSpPr txBox="1"/>
                <p:nvPr/>
              </p:nvSpPr>
              <p:spPr>
                <a:xfrm>
                  <a:off x="8468657" y="1611591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25613937-409E-CEA7-3FBF-16AED1E2C92E}"/>
                    </a:ext>
                  </a:extLst>
                </p:cNvPr>
                <p:cNvSpPr txBox="1"/>
                <p:nvPr/>
              </p:nvSpPr>
              <p:spPr>
                <a:xfrm>
                  <a:off x="8818881" y="1866166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~</a:t>
                  </a:r>
                </a:p>
              </p:txBody>
            </p:sp>
          </p:grpSp>
          <p:grpSp>
            <p:nvGrpSpPr>
              <p:cNvPr id="190" name="Group 189">
                <a:extLst>
                  <a:ext uri="{FF2B5EF4-FFF2-40B4-BE49-F238E27FC236}">
                    <a16:creationId xmlns:a16="http://schemas.microsoft.com/office/drawing/2014/main" id="{C26F8241-8101-4EA3-8D5D-76DD87D145E8}"/>
                  </a:ext>
                </a:extLst>
              </p:cNvPr>
              <p:cNvGrpSpPr/>
              <p:nvPr/>
            </p:nvGrpSpPr>
            <p:grpSpPr>
              <a:xfrm>
                <a:off x="7634460" y="3117195"/>
                <a:ext cx="624543" cy="593129"/>
                <a:chOff x="8468657" y="1611591"/>
                <a:chExt cx="655024" cy="593129"/>
              </a:xfrm>
            </p:grpSpPr>
            <p:sp>
              <p:nvSpPr>
                <p:cNvPr id="199" name="Rectangle 198">
                  <a:extLst>
                    <a:ext uri="{FF2B5EF4-FFF2-40B4-BE49-F238E27FC236}">
                      <a16:creationId xmlns:a16="http://schemas.microsoft.com/office/drawing/2014/main" id="{D2FB8C68-DDBF-A332-38F3-DD472CA4A86A}"/>
                    </a:ext>
                  </a:extLst>
                </p:cNvPr>
                <p:cNvSpPr/>
                <p:nvPr/>
              </p:nvSpPr>
              <p:spPr>
                <a:xfrm>
                  <a:off x="8468657" y="1629232"/>
                  <a:ext cx="655024" cy="575488"/>
                </a:xfrm>
                <a:prstGeom prst="rect">
                  <a:avLst/>
                </a:prstGeom>
                <a:solidFill>
                  <a:srgbClr val="00B0F0"/>
                </a:solidFill>
                <a:ln w="19050" cap="flat" cmpd="sng" algn="ctr">
                  <a:solidFill>
                    <a:srgbClr val="EE7C4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00" name="Straight Connector 199">
                  <a:extLst>
                    <a:ext uri="{FF2B5EF4-FFF2-40B4-BE49-F238E27FC236}">
                      <a16:creationId xmlns:a16="http://schemas.microsoft.com/office/drawing/2014/main" id="{2FF22A61-D137-74EA-45D8-3AE0BDAC40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468657" y="1629232"/>
                  <a:ext cx="655024" cy="57548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FFFF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7670DC38-2B14-B71A-243F-6CF11CB9F16D}"/>
                    </a:ext>
                  </a:extLst>
                </p:cNvPr>
                <p:cNvSpPr txBox="1"/>
                <p:nvPr/>
              </p:nvSpPr>
              <p:spPr>
                <a:xfrm>
                  <a:off x="8468657" y="1611591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4EEC5A6A-593A-81DE-BD39-85CEB8F94944}"/>
                    </a:ext>
                  </a:extLst>
                </p:cNvPr>
                <p:cNvSpPr txBox="1"/>
                <p:nvPr/>
              </p:nvSpPr>
              <p:spPr>
                <a:xfrm>
                  <a:off x="8818881" y="1866166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</p:grpSp>
          <p:grpSp>
            <p:nvGrpSpPr>
              <p:cNvPr id="191" name="Group 190">
                <a:extLst>
                  <a:ext uri="{FF2B5EF4-FFF2-40B4-BE49-F238E27FC236}">
                    <a16:creationId xmlns:a16="http://schemas.microsoft.com/office/drawing/2014/main" id="{AF4F56D9-147C-F69E-9B09-200CFAA0EDEF}"/>
                  </a:ext>
                </a:extLst>
              </p:cNvPr>
              <p:cNvGrpSpPr/>
              <p:nvPr/>
            </p:nvGrpSpPr>
            <p:grpSpPr>
              <a:xfrm>
                <a:off x="8259003" y="3245832"/>
                <a:ext cx="552664" cy="407342"/>
                <a:chOff x="7915993" y="1699588"/>
                <a:chExt cx="552664" cy="407342"/>
              </a:xfrm>
            </p:grpSpPr>
            <p:grpSp>
              <p:nvGrpSpPr>
                <p:cNvPr id="192" name="Group 191">
                  <a:extLst>
                    <a:ext uri="{FF2B5EF4-FFF2-40B4-BE49-F238E27FC236}">
                      <a16:creationId xmlns:a16="http://schemas.microsoft.com/office/drawing/2014/main" id="{2BB42CD1-AFDE-8A4B-F03C-67BAD181A9BB}"/>
                    </a:ext>
                  </a:extLst>
                </p:cNvPr>
                <p:cNvGrpSpPr/>
                <p:nvPr/>
              </p:nvGrpSpPr>
              <p:grpSpPr>
                <a:xfrm>
                  <a:off x="8047017" y="1856006"/>
                  <a:ext cx="290616" cy="180190"/>
                  <a:chOff x="6939280" y="2560320"/>
                  <a:chExt cx="325120" cy="243839"/>
                </a:xfrm>
              </p:grpSpPr>
              <p:cxnSp>
                <p:nvCxnSpPr>
                  <p:cNvPr id="197" name="Straight Connector 196">
                    <a:extLst>
                      <a:ext uri="{FF2B5EF4-FFF2-40B4-BE49-F238E27FC236}">
                        <a16:creationId xmlns:a16="http://schemas.microsoft.com/office/drawing/2014/main" id="{194997DE-DD9A-8142-5E1F-2394BB1D8EF8}"/>
                      </a:ext>
                    </a:extLst>
                  </p:cNvPr>
                  <p:cNvCxnSpPr/>
                  <p:nvPr/>
                </p:nvCxnSpPr>
                <p:spPr>
                  <a:xfrm>
                    <a:off x="6939280" y="2560320"/>
                    <a:ext cx="325120" cy="0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7030A0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198" name="Arc 197">
                    <a:extLst>
                      <a:ext uri="{FF2B5EF4-FFF2-40B4-BE49-F238E27FC236}">
                        <a16:creationId xmlns:a16="http://schemas.microsoft.com/office/drawing/2014/main" id="{0190AF02-C077-F89A-D98E-6C6453F8898B}"/>
                      </a:ext>
                    </a:extLst>
                  </p:cNvPr>
                  <p:cNvSpPr/>
                  <p:nvPr/>
                </p:nvSpPr>
                <p:spPr>
                  <a:xfrm>
                    <a:off x="6939280" y="2651760"/>
                    <a:ext cx="325120" cy="152399"/>
                  </a:xfrm>
                  <a:prstGeom prst="arc">
                    <a:avLst>
                      <a:gd name="adj1" fmla="val 11127608"/>
                      <a:gd name="adj2" fmla="val 0"/>
                    </a:avLst>
                  </a:prstGeom>
                  <a:noFill/>
                  <a:ln w="19050" cap="flat" cmpd="sng" algn="ctr">
                    <a:solidFill>
                      <a:srgbClr val="7030A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2F093922-2E38-85E0-CCA0-22C4DE6FA8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5993" y="1699588"/>
                  <a:ext cx="55266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432D1B55-1A23-CD9C-F9EE-42AB5F3E11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5993" y="2097156"/>
                  <a:ext cx="55266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95" name="Straight Connector 194">
                  <a:extLst>
                    <a:ext uri="{FF2B5EF4-FFF2-40B4-BE49-F238E27FC236}">
                      <a16:creationId xmlns:a16="http://schemas.microsoft.com/office/drawing/2014/main" id="{0E25F6AA-42AC-005B-6E36-9E395472E0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92325" y="1922737"/>
                  <a:ext cx="0" cy="184193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96" name="Straight Connector 195">
                  <a:extLst>
                    <a:ext uri="{FF2B5EF4-FFF2-40B4-BE49-F238E27FC236}">
                      <a16:creationId xmlns:a16="http://schemas.microsoft.com/office/drawing/2014/main" id="{BC9C2CDC-4104-1BDB-5FEF-8B033A04FC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85530" y="1704992"/>
                  <a:ext cx="0" cy="151014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</p:grp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0743CDD2-6139-CE50-E6D6-32C3E9ECDDD9}"/>
                  </a:ext>
                </a:extLst>
              </p:cNvPr>
              <p:cNvCxnSpPr/>
              <p:nvPr/>
            </p:nvCxnSpPr>
            <p:spPr>
              <a:xfrm>
                <a:off x="9443005" y="3245832"/>
                <a:ext cx="148670" cy="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91DFF7EC-1D86-9275-B267-BC072C8A5694}"/>
                  </a:ext>
                </a:extLst>
              </p:cNvPr>
              <p:cNvCxnSpPr/>
              <p:nvPr/>
            </p:nvCxnSpPr>
            <p:spPr>
              <a:xfrm>
                <a:off x="9436210" y="3643400"/>
                <a:ext cx="148670" cy="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761866CF-1C6C-7DEA-052D-C381FC3223B9}"/>
                </a:ext>
              </a:extLst>
            </p:cNvPr>
            <p:cNvGrpSpPr/>
            <p:nvPr/>
          </p:nvGrpSpPr>
          <p:grpSpPr>
            <a:xfrm>
              <a:off x="3881610" y="2183745"/>
              <a:ext cx="1957215" cy="623609"/>
              <a:chOff x="7634460" y="3117195"/>
              <a:chExt cx="1957215" cy="623609"/>
            </a:xfrm>
          </p:grpSpPr>
          <p:grpSp>
            <p:nvGrpSpPr>
              <p:cNvPr id="215" name="Group 214">
                <a:extLst>
                  <a:ext uri="{FF2B5EF4-FFF2-40B4-BE49-F238E27FC236}">
                    <a16:creationId xmlns:a16="http://schemas.microsoft.com/office/drawing/2014/main" id="{52898781-A852-26A4-9161-5D7DA58AAE00}"/>
                  </a:ext>
                </a:extLst>
              </p:cNvPr>
              <p:cNvGrpSpPr/>
              <p:nvPr/>
            </p:nvGrpSpPr>
            <p:grpSpPr>
              <a:xfrm>
                <a:off x="8811667" y="3147675"/>
                <a:ext cx="624543" cy="593129"/>
                <a:chOff x="8468657" y="1611591"/>
                <a:chExt cx="655024" cy="593129"/>
              </a:xfrm>
            </p:grpSpPr>
            <p:sp>
              <p:nvSpPr>
                <p:cNvPr id="231" name="Rectangle 230">
                  <a:extLst>
                    <a:ext uri="{FF2B5EF4-FFF2-40B4-BE49-F238E27FC236}">
                      <a16:creationId xmlns:a16="http://schemas.microsoft.com/office/drawing/2014/main" id="{ADB10D9F-C4FD-9BC4-CD52-0BF2CEAE090E}"/>
                    </a:ext>
                  </a:extLst>
                </p:cNvPr>
                <p:cNvSpPr/>
                <p:nvPr/>
              </p:nvSpPr>
              <p:spPr>
                <a:xfrm>
                  <a:off x="8468657" y="1629232"/>
                  <a:ext cx="655024" cy="575488"/>
                </a:xfrm>
                <a:prstGeom prst="rect">
                  <a:avLst/>
                </a:prstGeom>
                <a:solidFill>
                  <a:srgbClr val="EE7C42"/>
                </a:solidFill>
                <a:ln w="19050" cap="flat" cmpd="sng" algn="ctr">
                  <a:solidFill>
                    <a:srgbClr val="EE7C4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32" name="Straight Connector 231">
                  <a:extLst>
                    <a:ext uri="{FF2B5EF4-FFF2-40B4-BE49-F238E27FC236}">
                      <a16:creationId xmlns:a16="http://schemas.microsoft.com/office/drawing/2014/main" id="{98160D36-6B8D-08FF-41C8-F5BAE7BB1D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468657" y="1629232"/>
                  <a:ext cx="655024" cy="57548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FFFF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233" name="TextBox 232">
                  <a:extLst>
                    <a:ext uri="{FF2B5EF4-FFF2-40B4-BE49-F238E27FC236}">
                      <a16:creationId xmlns:a16="http://schemas.microsoft.com/office/drawing/2014/main" id="{D747E093-23E7-13CA-88A2-E70C0016D115}"/>
                    </a:ext>
                  </a:extLst>
                </p:cNvPr>
                <p:cNvSpPr txBox="1"/>
                <p:nvPr/>
              </p:nvSpPr>
              <p:spPr>
                <a:xfrm>
                  <a:off x="8468657" y="1611591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  <p:sp>
              <p:nvSpPr>
                <p:cNvPr id="234" name="TextBox 233">
                  <a:extLst>
                    <a:ext uri="{FF2B5EF4-FFF2-40B4-BE49-F238E27FC236}">
                      <a16:creationId xmlns:a16="http://schemas.microsoft.com/office/drawing/2014/main" id="{2523D279-ED83-DACD-16B2-4F68F33612C9}"/>
                    </a:ext>
                  </a:extLst>
                </p:cNvPr>
                <p:cNvSpPr txBox="1"/>
                <p:nvPr/>
              </p:nvSpPr>
              <p:spPr>
                <a:xfrm>
                  <a:off x="8818881" y="1866166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~</a:t>
                  </a:r>
                </a:p>
              </p:txBody>
            </p:sp>
          </p:grp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E3E89E81-872A-255E-7A8C-CDB22F0B9408}"/>
                  </a:ext>
                </a:extLst>
              </p:cNvPr>
              <p:cNvGrpSpPr/>
              <p:nvPr/>
            </p:nvGrpSpPr>
            <p:grpSpPr>
              <a:xfrm>
                <a:off x="7634460" y="3117195"/>
                <a:ext cx="624543" cy="593129"/>
                <a:chOff x="8468657" y="1611591"/>
                <a:chExt cx="655024" cy="593129"/>
              </a:xfrm>
            </p:grpSpPr>
            <p:sp>
              <p:nvSpPr>
                <p:cNvPr id="227" name="Rectangle 226">
                  <a:extLst>
                    <a:ext uri="{FF2B5EF4-FFF2-40B4-BE49-F238E27FC236}">
                      <a16:creationId xmlns:a16="http://schemas.microsoft.com/office/drawing/2014/main" id="{DA892C6E-4CB4-0405-14ED-01748E9A5174}"/>
                    </a:ext>
                  </a:extLst>
                </p:cNvPr>
                <p:cNvSpPr/>
                <p:nvPr/>
              </p:nvSpPr>
              <p:spPr>
                <a:xfrm>
                  <a:off x="8468657" y="1629232"/>
                  <a:ext cx="655024" cy="575488"/>
                </a:xfrm>
                <a:prstGeom prst="rect">
                  <a:avLst/>
                </a:prstGeom>
                <a:solidFill>
                  <a:srgbClr val="00B0F0"/>
                </a:solidFill>
                <a:ln w="19050" cap="flat" cmpd="sng" algn="ctr">
                  <a:solidFill>
                    <a:srgbClr val="EE7C4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28" name="Straight Connector 227">
                  <a:extLst>
                    <a:ext uri="{FF2B5EF4-FFF2-40B4-BE49-F238E27FC236}">
                      <a16:creationId xmlns:a16="http://schemas.microsoft.com/office/drawing/2014/main" id="{71BEC6C5-B1DD-9A14-BA7E-E9339A0E49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468657" y="1629232"/>
                  <a:ext cx="655024" cy="57548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FFFF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229" name="TextBox 228">
                  <a:extLst>
                    <a:ext uri="{FF2B5EF4-FFF2-40B4-BE49-F238E27FC236}">
                      <a16:creationId xmlns:a16="http://schemas.microsoft.com/office/drawing/2014/main" id="{25CA1B44-17F1-C783-0262-2D61EE2E77AE}"/>
                    </a:ext>
                  </a:extLst>
                </p:cNvPr>
                <p:cNvSpPr txBox="1"/>
                <p:nvPr/>
              </p:nvSpPr>
              <p:spPr>
                <a:xfrm>
                  <a:off x="8468657" y="1611591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67FECAA2-CA42-E59F-F787-259C9E7A905E}"/>
                    </a:ext>
                  </a:extLst>
                </p:cNvPr>
                <p:cNvSpPr txBox="1"/>
                <p:nvPr/>
              </p:nvSpPr>
              <p:spPr>
                <a:xfrm>
                  <a:off x="8818881" y="1866166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</p:grpSp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id="{D2286174-EB47-576C-30CA-B84A3651FD0E}"/>
                  </a:ext>
                </a:extLst>
              </p:cNvPr>
              <p:cNvGrpSpPr/>
              <p:nvPr/>
            </p:nvGrpSpPr>
            <p:grpSpPr>
              <a:xfrm>
                <a:off x="8259003" y="3245832"/>
                <a:ext cx="552664" cy="407342"/>
                <a:chOff x="7915993" y="1699588"/>
                <a:chExt cx="552664" cy="407342"/>
              </a:xfrm>
            </p:grpSpPr>
            <p:grpSp>
              <p:nvGrpSpPr>
                <p:cNvPr id="220" name="Group 219">
                  <a:extLst>
                    <a:ext uri="{FF2B5EF4-FFF2-40B4-BE49-F238E27FC236}">
                      <a16:creationId xmlns:a16="http://schemas.microsoft.com/office/drawing/2014/main" id="{C163A8F4-A147-178F-854D-08F242CB353F}"/>
                    </a:ext>
                  </a:extLst>
                </p:cNvPr>
                <p:cNvGrpSpPr/>
                <p:nvPr/>
              </p:nvGrpSpPr>
              <p:grpSpPr>
                <a:xfrm>
                  <a:off x="8047017" y="1856006"/>
                  <a:ext cx="290616" cy="180190"/>
                  <a:chOff x="6939280" y="2560320"/>
                  <a:chExt cx="325120" cy="243839"/>
                </a:xfrm>
              </p:grpSpPr>
              <p:cxnSp>
                <p:nvCxnSpPr>
                  <p:cNvPr id="225" name="Straight Connector 224">
                    <a:extLst>
                      <a:ext uri="{FF2B5EF4-FFF2-40B4-BE49-F238E27FC236}">
                        <a16:creationId xmlns:a16="http://schemas.microsoft.com/office/drawing/2014/main" id="{F6F3C3EA-98B5-8F3E-E2F1-A6214E802BAA}"/>
                      </a:ext>
                    </a:extLst>
                  </p:cNvPr>
                  <p:cNvCxnSpPr/>
                  <p:nvPr/>
                </p:nvCxnSpPr>
                <p:spPr>
                  <a:xfrm>
                    <a:off x="6939280" y="2560320"/>
                    <a:ext cx="325120" cy="0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7030A0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226" name="Arc 225">
                    <a:extLst>
                      <a:ext uri="{FF2B5EF4-FFF2-40B4-BE49-F238E27FC236}">
                        <a16:creationId xmlns:a16="http://schemas.microsoft.com/office/drawing/2014/main" id="{ECFBE10F-C3C1-B5EF-99A0-1987E664385D}"/>
                      </a:ext>
                    </a:extLst>
                  </p:cNvPr>
                  <p:cNvSpPr/>
                  <p:nvPr/>
                </p:nvSpPr>
                <p:spPr>
                  <a:xfrm>
                    <a:off x="6939280" y="2651760"/>
                    <a:ext cx="325120" cy="152399"/>
                  </a:xfrm>
                  <a:prstGeom prst="arc">
                    <a:avLst>
                      <a:gd name="adj1" fmla="val 11127608"/>
                      <a:gd name="adj2" fmla="val 0"/>
                    </a:avLst>
                  </a:prstGeom>
                  <a:noFill/>
                  <a:ln w="19050" cap="flat" cmpd="sng" algn="ctr">
                    <a:solidFill>
                      <a:srgbClr val="7030A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cxnSp>
              <p:nvCxnSpPr>
                <p:cNvPr id="221" name="Straight Connector 220">
                  <a:extLst>
                    <a:ext uri="{FF2B5EF4-FFF2-40B4-BE49-F238E27FC236}">
                      <a16:creationId xmlns:a16="http://schemas.microsoft.com/office/drawing/2014/main" id="{69111F62-002E-66CE-7BF4-4D9E90FD3B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5993" y="1699588"/>
                  <a:ext cx="55266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222" name="Straight Connector 221">
                  <a:extLst>
                    <a:ext uri="{FF2B5EF4-FFF2-40B4-BE49-F238E27FC236}">
                      <a16:creationId xmlns:a16="http://schemas.microsoft.com/office/drawing/2014/main" id="{31FDF587-5A77-A9D8-EC19-29AC5CFC77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5993" y="2097156"/>
                  <a:ext cx="55266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223" name="Straight Connector 222">
                  <a:extLst>
                    <a:ext uri="{FF2B5EF4-FFF2-40B4-BE49-F238E27FC236}">
                      <a16:creationId xmlns:a16="http://schemas.microsoft.com/office/drawing/2014/main" id="{50E937B3-2A31-844E-9B79-D04F5218CB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92325" y="1922737"/>
                  <a:ext cx="0" cy="184193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224" name="Straight Connector 223">
                  <a:extLst>
                    <a:ext uri="{FF2B5EF4-FFF2-40B4-BE49-F238E27FC236}">
                      <a16:creationId xmlns:a16="http://schemas.microsoft.com/office/drawing/2014/main" id="{7F45EE9A-6EED-FB55-DE16-4F2CA4EC7D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85530" y="1704992"/>
                  <a:ext cx="0" cy="151014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</p:grp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E0C5626C-2E58-961E-4D06-79A2CBE36BB2}"/>
                  </a:ext>
                </a:extLst>
              </p:cNvPr>
              <p:cNvCxnSpPr/>
              <p:nvPr/>
            </p:nvCxnSpPr>
            <p:spPr>
              <a:xfrm>
                <a:off x="9443005" y="3245832"/>
                <a:ext cx="148670" cy="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3DE3C550-E75F-A9CF-02DF-8A0359FDEB81}"/>
                  </a:ext>
                </a:extLst>
              </p:cNvPr>
              <p:cNvCxnSpPr/>
              <p:nvPr/>
            </p:nvCxnSpPr>
            <p:spPr>
              <a:xfrm>
                <a:off x="9436210" y="3643400"/>
                <a:ext cx="148670" cy="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95F29FB8-D855-DEF1-97B0-89A6362FC1C3}"/>
                </a:ext>
              </a:extLst>
            </p:cNvPr>
            <p:cNvGrpSpPr/>
            <p:nvPr/>
          </p:nvGrpSpPr>
          <p:grpSpPr>
            <a:xfrm>
              <a:off x="3881610" y="1457202"/>
              <a:ext cx="1957215" cy="623609"/>
              <a:chOff x="7634460" y="3117195"/>
              <a:chExt cx="1957215" cy="623609"/>
            </a:xfrm>
          </p:grpSpPr>
          <p:grpSp>
            <p:nvGrpSpPr>
              <p:cNvPr id="236" name="Group 235">
                <a:extLst>
                  <a:ext uri="{FF2B5EF4-FFF2-40B4-BE49-F238E27FC236}">
                    <a16:creationId xmlns:a16="http://schemas.microsoft.com/office/drawing/2014/main" id="{B7FAEAF1-2068-C9C7-504C-86C937FFCBA1}"/>
                  </a:ext>
                </a:extLst>
              </p:cNvPr>
              <p:cNvGrpSpPr/>
              <p:nvPr/>
            </p:nvGrpSpPr>
            <p:grpSpPr>
              <a:xfrm>
                <a:off x="8811667" y="3147675"/>
                <a:ext cx="624543" cy="593129"/>
                <a:chOff x="8468657" y="1611591"/>
                <a:chExt cx="655024" cy="593129"/>
              </a:xfrm>
            </p:grpSpPr>
            <p:sp>
              <p:nvSpPr>
                <p:cNvPr id="252" name="Rectangle 251">
                  <a:extLst>
                    <a:ext uri="{FF2B5EF4-FFF2-40B4-BE49-F238E27FC236}">
                      <a16:creationId xmlns:a16="http://schemas.microsoft.com/office/drawing/2014/main" id="{7D8694D9-3865-9E64-B8E8-E20E8E936CEC}"/>
                    </a:ext>
                  </a:extLst>
                </p:cNvPr>
                <p:cNvSpPr/>
                <p:nvPr/>
              </p:nvSpPr>
              <p:spPr>
                <a:xfrm>
                  <a:off x="8468657" y="1629232"/>
                  <a:ext cx="655024" cy="575488"/>
                </a:xfrm>
                <a:prstGeom prst="rect">
                  <a:avLst/>
                </a:prstGeom>
                <a:solidFill>
                  <a:srgbClr val="EE7C42"/>
                </a:solidFill>
                <a:ln w="19050" cap="flat" cmpd="sng" algn="ctr">
                  <a:solidFill>
                    <a:srgbClr val="EE7C4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53" name="Straight Connector 252">
                  <a:extLst>
                    <a:ext uri="{FF2B5EF4-FFF2-40B4-BE49-F238E27FC236}">
                      <a16:creationId xmlns:a16="http://schemas.microsoft.com/office/drawing/2014/main" id="{4723B88C-0EDB-74C8-8E46-3013EAE36D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468657" y="1629232"/>
                  <a:ext cx="655024" cy="57548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FFFF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id="{F1FCB0F7-DD60-C1A6-EEAA-4CFDC42EF6F4}"/>
                    </a:ext>
                  </a:extLst>
                </p:cNvPr>
                <p:cNvSpPr txBox="1"/>
                <p:nvPr/>
              </p:nvSpPr>
              <p:spPr>
                <a:xfrm>
                  <a:off x="8468657" y="1611591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  <p:sp>
              <p:nvSpPr>
                <p:cNvPr id="255" name="TextBox 254">
                  <a:extLst>
                    <a:ext uri="{FF2B5EF4-FFF2-40B4-BE49-F238E27FC236}">
                      <a16:creationId xmlns:a16="http://schemas.microsoft.com/office/drawing/2014/main" id="{6D73F186-140A-B4D3-BD26-8A3C40F51694}"/>
                    </a:ext>
                  </a:extLst>
                </p:cNvPr>
                <p:cNvSpPr txBox="1"/>
                <p:nvPr/>
              </p:nvSpPr>
              <p:spPr>
                <a:xfrm>
                  <a:off x="8818881" y="1866166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~</a:t>
                  </a:r>
                </a:p>
              </p:txBody>
            </p:sp>
          </p:grpSp>
          <p:grpSp>
            <p:nvGrpSpPr>
              <p:cNvPr id="237" name="Group 236">
                <a:extLst>
                  <a:ext uri="{FF2B5EF4-FFF2-40B4-BE49-F238E27FC236}">
                    <a16:creationId xmlns:a16="http://schemas.microsoft.com/office/drawing/2014/main" id="{C514E3E0-BD6D-72D8-08A3-4DFB75388404}"/>
                  </a:ext>
                </a:extLst>
              </p:cNvPr>
              <p:cNvGrpSpPr/>
              <p:nvPr/>
            </p:nvGrpSpPr>
            <p:grpSpPr>
              <a:xfrm>
                <a:off x="7634460" y="3117195"/>
                <a:ext cx="624543" cy="593129"/>
                <a:chOff x="8468657" y="1611591"/>
                <a:chExt cx="655024" cy="593129"/>
              </a:xfrm>
            </p:grpSpPr>
            <p:sp>
              <p:nvSpPr>
                <p:cNvPr id="248" name="Rectangle 247">
                  <a:extLst>
                    <a:ext uri="{FF2B5EF4-FFF2-40B4-BE49-F238E27FC236}">
                      <a16:creationId xmlns:a16="http://schemas.microsoft.com/office/drawing/2014/main" id="{6123595C-1ECB-2825-3CDB-0A5E5AADC43A}"/>
                    </a:ext>
                  </a:extLst>
                </p:cNvPr>
                <p:cNvSpPr/>
                <p:nvPr/>
              </p:nvSpPr>
              <p:spPr>
                <a:xfrm>
                  <a:off x="8468657" y="1629232"/>
                  <a:ext cx="655024" cy="575488"/>
                </a:xfrm>
                <a:prstGeom prst="rect">
                  <a:avLst/>
                </a:prstGeom>
                <a:solidFill>
                  <a:srgbClr val="00B0F0"/>
                </a:solidFill>
                <a:ln w="19050" cap="flat" cmpd="sng" algn="ctr">
                  <a:solidFill>
                    <a:srgbClr val="EE7C4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49" name="Straight Connector 248">
                  <a:extLst>
                    <a:ext uri="{FF2B5EF4-FFF2-40B4-BE49-F238E27FC236}">
                      <a16:creationId xmlns:a16="http://schemas.microsoft.com/office/drawing/2014/main" id="{49DBE91A-BADA-2F75-2B4C-A70200F5F5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468657" y="1629232"/>
                  <a:ext cx="655024" cy="57548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FFFF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AE7B37D6-1A81-5673-656D-43681B905112}"/>
                    </a:ext>
                  </a:extLst>
                </p:cNvPr>
                <p:cNvSpPr txBox="1"/>
                <p:nvPr/>
              </p:nvSpPr>
              <p:spPr>
                <a:xfrm>
                  <a:off x="8468657" y="1611591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id="{A0F923A7-844A-BD3F-9E56-39A2A93E3C71}"/>
                    </a:ext>
                  </a:extLst>
                </p:cNvPr>
                <p:cNvSpPr txBox="1"/>
                <p:nvPr/>
              </p:nvSpPr>
              <p:spPr>
                <a:xfrm>
                  <a:off x="8818881" y="1866166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</p:grpSp>
          <p:grpSp>
            <p:nvGrpSpPr>
              <p:cNvPr id="238" name="Group 237">
                <a:extLst>
                  <a:ext uri="{FF2B5EF4-FFF2-40B4-BE49-F238E27FC236}">
                    <a16:creationId xmlns:a16="http://schemas.microsoft.com/office/drawing/2014/main" id="{D043911F-271C-08D6-C745-4EBD2D6BE6C4}"/>
                  </a:ext>
                </a:extLst>
              </p:cNvPr>
              <p:cNvGrpSpPr/>
              <p:nvPr/>
            </p:nvGrpSpPr>
            <p:grpSpPr>
              <a:xfrm>
                <a:off x="8259003" y="3245832"/>
                <a:ext cx="552664" cy="407342"/>
                <a:chOff x="7915993" y="1699588"/>
                <a:chExt cx="552664" cy="407342"/>
              </a:xfrm>
            </p:grpSpPr>
            <p:grpSp>
              <p:nvGrpSpPr>
                <p:cNvPr id="241" name="Group 240">
                  <a:extLst>
                    <a:ext uri="{FF2B5EF4-FFF2-40B4-BE49-F238E27FC236}">
                      <a16:creationId xmlns:a16="http://schemas.microsoft.com/office/drawing/2014/main" id="{9F2CADDF-8A8D-CBC8-1E6F-E9AE446AFBCA}"/>
                    </a:ext>
                  </a:extLst>
                </p:cNvPr>
                <p:cNvGrpSpPr/>
                <p:nvPr/>
              </p:nvGrpSpPr>
              <p:grpSpPr>
                <a:xfrm>
                  <a:off x="8047017" y="1856006"/>
                  <a:ext cx="290616" cy="180190"/>
                  <a:chOff x="6939280" y="2560320"/>
                  <a:chExt cx="325120" cy="243839"/>
                </a:xfrm>
              </p:grpSpPr>
              <p:cxnSp>
                <p:nvCxnSpPr>
                  <p:cNvPr id="246" name="Straight Connector 245">
                    <a:extLst>
                      <a:ext uri="{FF2B5EF4-FFF2-40B4-BE49-F238E27FC236}">
                        <a16:creationId xmlns:a16="http://schemas.microsoft.com/office/drawing/2014/main" id="{A9043296-FAAE-C715-8B61-615F34A3ABB4}"/>
                      </a:ext>
                    </a:extLst>
                  </p:cNvPr>
                  <p:cNvCxnSpPr/>
                  <p:nvPr/>
                </p:nvCxnSpPr>
                <p:spPr>
                  <a:xfrm>
                    <a:off x="6939280" y="2560320"/>
                    <a:ext cx="325120" cy="0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7030A0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247" name="Arc 246">
                    <a:extLst>
                      <a:ext uri="{FF2B5EF4-FFF2-40B4-BE49-F238E27FC236}">
                        <a16:creationId xmlns:a16="http://schemas.microsoft.com/office/drawing/2014/main" id="{D250278A-BCB1-A824-4C9D-3FE158DAA89A}"/>
                      </a:ext>
                    </a:extLst>
                  </p:cNvPr>
                  <p:cNvSpPr/>
                  <p:nvPr/>
                </p:nvSpPr>
                <p:spPr>
                  <a:xfrm>
                    <a:off x="6939280" y="2651760"/>
                    <a:ext cx="325120" cy="152399"/>
                  </a:xfrm>
                  <a:prstGeom prst="arc">
                    <a:avLst>
                      <a:gd name="adj1" fmla="val 11127608"/>
                      <a:gd name="adj2" fmla="val 0"/>
                    </a:avLst>
                  </a:prstGeom>
                  <a:noFill/>
                  <a:ln w="19050" cap="flat" cmpd="sng" algn="ctr">
                    <a:solidFill>
                      <a:srgbClr val="7030A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cxnSp>
              <p:nvCxnSpPr>
                <p:cNvPr id="242" name="Straight Connector 241">
                  <a:extLst>
                    <a:ext uri="{FF2B5EF4-FFF2-40B4-BE49-F238E27FC236}">
                      <a16:creationId xmlns:a16="http://schemas.microsoft.com/office/drawing/2014/main" id="{3D869CE1-6ECB-3392-B699-D4D96022CD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5993" y="1699588"/>
                  <a:ext cx="55266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243" name="Straight Connector 242">
                  <a:extLst>
                    <a:ext uri="{FF2B5EF4-FFF2-40B4-BE49-F238E27FC236}">
                      <a16:creationId xmlns:a16="http://schemas.microsoft.com/office/drawing/2014/main" id="{FCF4DE4E-312F-DD8A-2082-579C624954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5993" y="2097156"/>
                  <a:ext cx="55266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244" name="Straight Connector 243">
                  <a:extLst>
                    <a:ext uri="{FF2B5EF4-FFF2-40B4-BE49-F238E27FC236}">
                      <a16:creationId xmlns:a16="http://schemas.microsoft.com/office/drawing/2014/main" id="{DF755ED7-557B-69FE-0813-E4CACEE767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92325" y="1922737"/>
                  <a:ext cx="0" cy="184193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245" name="Straight Connector 244">
                  <a:extLst>
                    <a:ext uri="{FF2B5EF4-FFF2-40B4-BE49-F238E27FC236}">
                      <a16:creationId xmlns:a16="http://schemas.microsoft.com/office/drawing/2014/main" id="{ADB2B05E-8D1F-DC1A-B4F1-3A7A9CFFA1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85530" y="1704992"/>
                  <a:ext cx="0" cy="151014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</p:grp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D71E3EA6-B1DF-01FA-481C-162A24E1930D}"/>
                  </a:ext>
                </a:extLst>
              </p:cNvPr>
              <p:cNvCxnSpPr/>
              <p:nvPr/>
            </p:nvCxnSpPr>
            <p:spPr>
              <a:xfrm>
                <a:off x="9443005" y="3245832"/>
                <a:ext cx="148670" cy="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5DBDBCF6-F1F2-C80D-1A91-E829799258DE}"/>
                  </a:ext>
                </a:extLst>
              </p:cNvPr>
              <p:cNvCxnSpPr/>
              <p:nvPr/>
            </p:nvCxnSpPr>
            <p:spPr>
              <a:xfrm>
                <a:off x="9436210" y="3643400"/>
                <a:ext cx="148670" cy="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0CD7BBAD-9D78-498C-B322-FE14654ED7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8825" y="2709950"/>
              <a:ext cx="0" cy="65018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3DDA4F20-5E87-62D4-4AD1-11EAF9A51F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47015" y="1972306"/>
              <a:ext cx="0" cy="34960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B7BDF325-4567-BC5F-D979-3C1C3B2AC2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8825" y="1229253"/>
              <a:ext cx="0" cy="349601"/>
            </a:xfrm>
            <a:prstGeom prst="line">
              <a:avLst/>
            </a:prstGeom>
            <a:ln>
              <a:solidFill>
                <a:schemeClr val="accent2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A089F1E1-ECFD-2046-DE63-707DAC070472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30" y="3757700"/>
              <a:ext cx="0" cy="679324"/>
            </a:xfrm>
            <a:prstGeom prst="line">
              <a:avLst/>
            </a:prstGeom>
            <a:ln>
              <a:solidFill>
                <a:schemeClr val="accent2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C29F04AE-CF9A-D57E-CAA4-52A3A6028FE8}"/>
                </a:ext>
              </a:extLst>
            </p:cNvPr>
            <p:cNvCxnSpPr>
              <a:stCxn id="248" idx="1"/>
            </p:cNvCxnSpPr>
            <p:nvPr/>
          </p:nvCxnSpPr>
          <p:spPr>
            <a:xfrm flipH="1">
              <a:off x="3209925" y="1762587"/>
              <a:ext cx="671685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779646AC-541E-C0A5-749D-B0FF9249EA64}"/>
                </a:ext>
              </a:extLst>
            </p:cNvPr>
            <p:cNvCxnSpPr>
              <a:stCxn id="227" idx="1"/>
            </p:cNvCxnSpPr>
            <p:nvPr/>
          </p:nvCxnSpPr>
          <p:spPr>
            <a:xfrm flipH="1">
              <a:off x="3209925" y="2489130"/>
              <a:ext cx="671685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AD564633-91E8-F3C8-EE4B-6BAE758152C4}"/>
                </a:ext>
              </a:extLst>
            </p:cNvPr>
            <p:cNvCxnSpPr>
              <a:stCxn id="199" idx="1"/>
            </p:cNvCxnSpPr>
            <p:nvPr/>
          </p:nvCxnSpPr>
          <p:spPr>
            <a:xfrm flipH="1">
              <a:off x="3209925" y="3536880"/>
              <a:ext cx="674566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0D7D1C3C-6690-E2EC-B083-022562AEE801}"/>
                </a:ext>
              </a:extLst>
            </p:cNvPr>
            <p:cNvCxnSpPr/>
            <p:nvPr/>
          </p:nvCxnSpPr>
          <p:spPr>
            <a:xfrm>
              <a:off x="3209925" y="1762587"/>
              <a:ext cx="0" cy="3266613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C24B1A9F-A54D-D55D-7D0C-425536FF8F5F}"/>
              </a:ext>
            </a:extLst>
          </p:cNvPr>
          <p:cNvGrpSpPr/>
          <p:nvPr/>
        </p:nvGrpSpPr>
        <p:grpSpPr>
          <a:xfrm>
            <a:off x="4197917" y="1229253"/>
            <a:ext cx="2631781" cy="3799947"/>
            <a:chOff x="3209925" y="1229253"/>
            <a:chExt cx="2631781" cy="3799947"/>
          </a:xfrm>
        </p:grpSpPr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12A25930-E1C0-C196-93D1-9760C0ECC06A}"/>
                </a:ext>
              </a:extLst>
            </p:cNvPr>
            <p:cNvSpPr txBox="1"/>
            <p:nvPr/>
          </p:nvSpPr>
          <p:spPr>
            <a:xfrm>
              <a:off x="4411562" y="2596481"/>
              <a:ext cx="7048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.. .</a:t>
              </a:r>
            </a:p>
          </p:txBody>
        </p: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95F0D961-C3DB-2A94-F31C-65E234FBBE9B}"/>
                </a:ext>
              </a:extLst>
            </p:cNvPr>
            <p:cNvGrpSpPr/>
            <p:nvPr/>
          </p:nvGrpSpPr>
          <p:grpSpPr>
            <a:xfrm>
              <a:off x="3884491" y="3231495"/>
              <a:ext cx="1957215" cy="623609"/>
              <a:chOff x="7634460" y="3117195"/>
              <a:chExt cx="1957215" cy="623609"/>
            </a:xfrm>
          </p:grpSpPr>
          <p:grpSp>
            <p:nvGrpSpPr>
              <p:cNvPr id="337" name="Group 336">
                <a:extLst>
                  <a:ext uri="{FF2B5EF4-FFF2-40B4-BE49-F238E27FC236}">
                    <a16:creationId xmlns:a16="http://schemas.microsoft.com/office/drawing/2014/main" id="{2CCAF7D6-BFBE-5738-9FAB-ECB3B37F5D8F}"/>
                  </a:ext>
                </a:extLst>
              </p:cNvPr>
              <p:cNvGrpSpPr/>
              <p:nvPr/>
            </p:nvGrpSpPr>
            <p:grpSpPr>
              <a:xfrm>
                <a:off x="8811667" y="3147675"/>
                <a:ext cx="624543" cy="593129"/>
                <a:chOff x="8468657" y="1611591"/>
                <a:chExt cx="655024" cy="593129"/>
              </a:xfrm>
            </p:grpSpPr>
            <p:sp>
              <p:nvSpPr>
                <p:cNvPr id="353" name="Rectangle 352">
                  <a:extLst>
                    <a:ext uri="{FF2B5EF4-FFF2-40B4-BE49-F238E27FC236}">
                      <a16:creationId xmlns:a16="http://schemas.microsoft.com/office/drawing/2014/main" id="{6370768B-72BC-B8D6-E854-9F104181F435}"/>
                    </a:ext>
                  </a:extLst>
                </p:cNvPr>
                <p:cNvSpPr/>
                <p:nvPr/>
              </p:nvSpPr>
              <p:spPr>
                <a:xfrm>
                  <a:off x="8468657" y="1629232"/>
                  <a:ext cx="655024" cy="575488"/>
                </a:xfrm>
                <a:prstGeom prst="rect">
                  <a:avLst/>
                </a:prstGeom>
                <a:solidFill>
                  <a:srgbClr val="EE7C42"/>
                </a:solidFill>
                <a:ln w="19050" cap="flat" cmpd="sng" algn="ctr">
                  <a:solidFill>
                    <a:srgbClr val="EE7C4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354" name="Straight Connector 353">
                  <a:extLst>
                    <a:ext uri="{FF2B5EF4-FFF2-40B4-BE49-F238E27FC236}">
                      <a16:creationId xmlns:a16="http://schemas.microsoft.com/office/drawing/2014/main" id="{2D83E70A-3E06-DB8D-F073-5B147184FA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468657" y="1629232"/>
                  <a:ext cx="655024" cy="57548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FFFF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355" name="TextBox 354">
                  <a:extLst>
                    <a:ext uri="{FF2B5EF4-FFF2-40B4-BE49-F238E27FC236}">
                      <a16:creationId xmlns:a16="http://schemas.microsoft.com/office/drawing/2014/main" id="{B7A8B331-2274-46E1-89D0-0E237A5F5A82}"/>
                    </a:ext>
                  </a:extLst>
                </p:cNvPr>
                <p:cNvSpPr txBox="1"/>
                <p:nvPr/>
              </p:nvSpPr>
              <p:spPr>
                <a:xfrm>
                  <a:off x="8468657" y="1611591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  <p:sp>
              <p:nvSpPr>
                <p:cNvPr id="356" name="TextBox 355">
                  <a:extLst>
                    <a:ext uri="{FF2B5EF4-FFF2-40B4-BE49-F238E27FC236}">
                      <a16:creationId xmlns:a16="http://schemas.microsoft.com/office/drawing/2014/main" id="{E5A4A897-9C98-8EEB-E98D-9CC37B86F76F}"/>
                    </a:ext>
                  </a:extLst>
                </p:cNvPr>
                <p:cNvSpPr txBox="1"/>
                <p:nvPr/>
              </p:nvSpPr>
              <p:spPr>
                <a:xfrm>
                  <a:off x="8818881" y="1866166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~</a:t>
                  </a:r>
                </a:p>
              </p:txBody>
            </p:sp>
          </p:grpSp>
          <p:grpSp>
            <p:nvGrpSpPr>
              <p:cNvPr id="338" name="Group 337">
                <a:extLst>
                  <a:ext uri="{FF2B5EF4-FFF2-40B4-BE49-F238E27FC236}">
                    <a16:creationId xmlns:a16="http://schemas.microsoft.com/office/drawing/2014/main" id="{0AFD2487-10C7-4083-4E01-D5BD4715D05E}"/>
                  </a:ext>
                </a:extLst>
              </p:cNvPr>
              <p:cNvGrpSpPr/>
              <p:nvPr/>
            </p:nvGrpSpPr>
            <p:grpSpPr>
              <a:xfrm>
                <a:off x="7634460" y="3117195"/>
                <a:ext cx="624543" cy="593129"/>
                <a:chOff x="8468657" y="1611591"/>
                <a:chExt cx="655024" cy="593129"/>
              </a:xfrm>
            </p:grpSpPr>
            <p:sp>
              <p:nvSpPr>
                <p:cNvPr id="349" name="Rectangle 348">
                  <a:extLst>
                    <a:ext uri="{FF2B5EF4-FFF2-40B4-BE49-F238E27FC236}">
                      <a16:creationId xmlns:a16="http://schemas.microsoft.com/office/drawing/2014/main" id="{24EE4076-6A39-D200-7C59-928AA88E5D77}"/>
                    </a:ext>
                  </a:extLst>
                </p:cNvPr>
                <p:cNvSpPr/>
                <p:nvPr/>
              </p:nvSpPr>
              <p:spPr>
                <a:xfrm>
                  <a:off x="8468657" y="1629232"/>
                  <a:ext cx="655024" cy="575488"/>
                </a:xfrm>
                <a:prstGeom prst="rect">
                  <a:avLst/>
                </a:prstGeom>
                <a:solidFill>
                  <a:srgbClr val="00B0F0"/>
                </a:solidFill>
                <a:ln w="19050" cap="flat" cmpd="sng" algn="ctr">
                  <a:solidFill>
                    <a:srgbClr val="EE7C4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350" name="Straight Connector 349">
                  <a:extLst>
                    <a:ext uri="{FF2B5EF4-FFF2-40B4-BE49-F238E27FC236}">
                      <a16:creationId xmlns:a16="http://schemas.microsoft.com/office/drawing/2014/main" id="{9D94C456-56A9-5550-4F1F-4B02B990D6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468657" y="1629232"/>
                  <a:ext cx="655024" cy="57548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FFFF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351" name="TextBox 350">
                  <a:extLst>
                    <a:ext uri="{FF2B5EF4-FFF2-40B4-BE49-F238E27FC236}">
                      <a16:creationId xmlns:a16="http://schemas.microsoft.com/office/drawing/2014/main" id="{A6261926-601C-4CB2-C351-C93F3F5192CA}"/>
                    </a:ext>
                  </a:extLst>
                </p:cNvPr>
                <p:cNvSpPr txBox="1"/>
                <p:nvPr/>
              </p:nvSpPr>
              <p:spPr>
                <a:xfrm>
                  <a:off x="8468657" y="1611591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  <p:sp>
              <p:nvSpPr>
                <p:cNvPr id="352" name="TextBox 351">
                  <a:extLst>
                    <a:ext uri="{FF2B5EF4-FFF2-40B4-BE49-F238E27FC236}">
                      <a16:creationId xmlns:a16="http://schemas.microsoft.com/office/drawing/2014/main" id="{069D5101-FE82-516F-0EED-09FBE1DCBE27}"/>
                    </a:ext>
                  </a:extLst>
                </p:cNvPr>
                <p:cNvSpPr txBox="1"/>
                <p:nvPr/>
              </p:nvSpPr>
              <p:spPr>
                <a:xfrm>
                  <a:off x="8818881" y="1866166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</p:grpSp>
          <p:grpSp>
            <p:nvGrpSpPr>
              <p:cNvPr id="339" name="Group 338">
                <a:extLst>
                  <a:ext uri="{FF2B5EF4-FFF2-40B4-BE49-F238E27FC236}">
                    <a16:creationId xmlns:a16="http://schemas.microsoft.com/office/drawing/2014/main" id="{26EECAE9-2F6E-6F07-63D1-B65FC7251DB8}"/>
                  </a:ext>
                </a:extLst>
              </p:cNvPr>
              <p:cNvGrpSpPr/>
              <p:nvPr/>
            </p:nvGrpSpPr>
            <p:grpSpPr>
              <a:xfrm>
                <a:off x="8259003" y="3245832"/>
                <a:ext cx="552664" cy="407342"/>
                <a:chOff x="7915993" y="1699588"/>
                <a:chExt cx="552664" cy="407342"/>
              </a:xfrm>
            </p:grpSpPr>
            <p:grpSp>
              <p:nvGrpSpPr>
                <p:cNvPr id="342" name="Group 341">
                  <a:extLst>
                    <a:ext uri="{FF2B5EF4-FFF2-40B4-BE49-F238E27FC236}">
                      <a16:creationId xmlns:a16="http://schemas.microsoft.com/office/drawing/2014/main" id="{A8E82B3D-5BB8-BB91-DE65-E1FF6C09939F}"/>
                    </a:ext>
                  </a:extLst>
                </p:cNvPr>
                <p:cNvGrpSpPr/>
                <p:nvPr/>
              </p:nvGrpSpPr>
              <p:grpSpPr>
                <a:xfrm>
                  <a:off x="8047017" y="1856006"/>
                  <a:ext cx="290616" cy="180190"/>
                  <a:chOff x="6939280" y="2560320"/>
                  <a:chExt cx="325120" cy="243839"/>
                </a:xfrm>
              </p:grpSpPr>
              <p:cxnSp>
                <p:nvCxnSpPr>
                  <p:cNvPr id="347" name="Straight Connector 346">
                    <a:extLst>
                      <a:ext uri="{FF2B5EF4-FFF2-40B4-BE49-F238E27FC236}">
                        <a16:creationId xmlns:a16="http://schemas.microsoft.com/office/drawing/2014/main" id="{1C7757DB-21B1-77B9-5D34-F7E0EE9189C6}"/>
                      </a:ext>
                    </a:extLst>
                  </p:cNvPr>
                  <p:cNvCxnSpPr/>
                  <p:nvPr/>
                </p:nvCxnSpPr>
                <p:spPr>
                  <a:xfrm>
                    <a:off x="6939280" y="2560320"/>
                    <a:ext cx="325120" cy="0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7030A0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348" name="Arc 347">
                    <a:extLst>
                      <a:ext uri="{FF2B5EF4-FFF2-40B4-BE49-F238E27FC236}">
                        <a16:creationId xmlns:a16="http://schemas.microsoft.com/office/drawing/2014/main" id="{6D606218-10C4-F122-669E-4BF20937DDC8}"/>
                      </a:ext>
                    </a:extLst>
                  </p:cNvPr>
                  <p:cNvSpPr/>
                  <p:nvPr/>
                </p:nvSpPr>
                <p:spPr>
                  <a:xfrm>
                    <a:off x="6939280" y="2651760"/>
                    <a:ext cx="325120" cy="152399"/>
                  </a:xfrm>
                  <a:prstGeom prst="arc">
                    <a:avLst>
                      <a:gd name="adj1" fmla="val 11127608"/>
                      <a:gd name="adj2" fmla="val 0"/>
                    </a:avLst>
                  </a:prstGeom>
                  <a:noFill/>
                  <a:ln w="19050" cap="flat" cmpd="sng" algn="ctr">
                    <a:solidFill>
                      <a:srgbClr val="7030A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cxnSp>
              <p:nvCxnSpPr>
                <p:cNvPr id="343" name="Straight Connector 342">
                  <a:extLst>
                    <a:ext uri="{FF2B5EF4-FFF2-40B4-BE49-F238E27FC236}">
                      <a16:creationId xmlns:a16="http://schemas.microsoft.com/office/drawing/2014/main" id="{263CEB25-FAB2-C85D-3782-223EAF424E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5993" y="1699588"/>
                  <a:ext cx="55266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344" name="Straight Connector 343">
                  <a:extLst>
                    <a:ext uri="{FF2B5EF4-FFF2-40B4-BE49-F238E27FC236}">
                      <a16:creationId xmlns:a16="http://schemas.microsoft.com/office/drawing/2014/main" id="{58A52CB6-C8C8-B5EF-D586-98E177C457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5993" y="2097156"/>
                  <a:ext cx="55266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345" name="Straight Connector 344">
                  <a:extLst>
                    <a:ext uri="{FF2B5EF4-FFF2-40B4-BE49-F238E27FC236}">
                      <a16:creationId xmlns:a16="http://schemas.microsoft.com/office/drawing/2014/main" id="{D9FD89E9-E71B-7E46-031B-C544BE76CB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92325" y="1922737"/>
                  <a:ext cx="0" cy="184193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346" name="Straight Connector 345">
                  <a:extLst>
                    <a:ext uri="{FF2B5EF4-FFF2-40B4-BE49-F238E27FC236}">
                      <a16:creationId xmlns:a16="http://schemas.microsoft.com/office/drawing/2014/main" id="{FBCAD141-9069-0158-F2E7-278089368D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85530" y="1704992"/>
                  <a:ext cx="0" cy="151014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</p:grp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2DFB95A8-73E0-6E81-8335-AB26C1355490}"/>
                  </a:ext>
                </a:extLst>
              </p:cNvPr>
              <p:cNvCxnSpPr/>
              <p:nvPr/>
            </p:nvCxnSpPr>
            <p:spPr>
              <a:xfrm>
                <a:off x="9443005" y="3245832"/>
                <a:ext cx="148670" cy="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Straight Connector 340">
                <a:extLst>
                  <a:ext uri="{FF2B5EF4-FFF2-40B4-BE49-F238E27FC236}">
                    <a16:creationId xmlns:a16="http://schemas.microsoft.com/office/drawing/2014/main" id="{E0B6699B-5779-7499-D57F-C9408E087E39}"/>
                  </a:ext>
                </a:extLst>
              </p:cNvPr>
              <p:cNvCxnSpPr/>
              <p:nvPr/>
            </p:nvCxnSpPr>
            <p:spPr>
              <a:xfrm>
                <a:off x="9436210" y="3643400"/>
                <a:ext cx="148670" cy="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5AD80512-4596-1DEC-6777-F221B94F30CE}"/>
                </a:ext>
              </a:extLst>
            </p:cNvPr>
            <p:cNvGrpSpPr/>
            <p:nvPr/>
          </p:nvGrpSpPr>
          <p:grpSpPr>
            <a:xfrm>
              <a:off x="3881610" y="2183745"/>
              <a:ext cx="1957215" cy="623609"/>
              <a:chOff x="7634460" y="3117195"/>
              <a:chExt cx="1957215" cy="623609"/>
            </a:xfrm>
          </p:grpSpPr>
          <p:grpSp>
            <p:nvGrpSpPr>
              <p:cNvPr id="317" name="Group 316">
                <a:extLst>
                  <a:ext uri="{FF2B5EF4-FFF2-40B4-BE49-F238E27FC236}">
                    <a16:creationId xmlns:a16="http://schemas.microsoft.com/office/drawing/2014/main" id="{CAA87B21-67C1-B360-8878-72347B8CD9AB}"/>
                  </a:ext>
                </a:extLst>
              </p:cNvPr>
              <p:cNvGrpSpPr/>
              <p:nvPr/>
            </p:nvGrpSpPr>
            <p:grpSpPr>
              <a:xfrm>
                <a:off x="8811667" y="3147675"/>
                <a:ext cx="624543" cy="593129"/>
                <a:chOff x="8468657" y="1611591"/>
                <a:chExt cx="655024" cy="593129"/>
              </a:xfrm>
            </p:grpSpPr>
            <p:sp>
              <p:nvSpPr>
                <p:cNvPr id="333" name="Rectangle 332">
                  <a:extLst>
                    <a:ext uri="{FF2B5EF4-FFF2-40B4-BE49-F238E27FC236}">
                      <a16:creationId xmlns:a16="http://schemas.microsoft.com/office/drawing/2014/main" id="{FC1A3B14-9B96-2E3A-E83D-2B1D777B5668}"/>
                    </a:ext>
                  </a:extLst>
                </p:cNvPr>
                <p:cNvSpPr/>
                <p:nvPr/>
              </p:nvSpPr>
              <p:spPr>
                <a:xfrm>
                  <a:off x="8468657" y="1629232"/>
                  <a:ext cx="655024" cy="575488"/>
                </a:xfrm>
                <a:prstGeom prst="rect">
                  <a:avLst/>
                </a:prstGeom>
                <a:solidFill>
                  <a:srgbClr val="EE7C42"/>
                </a:solidFill>
                <a:ln w="19050" cap="flat" cmpd="sng" algn="ctr">
                  <a:solidFill>
                    <a:srgbClr val="EE7C4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334" name="Straight Connector 333">
                  <a:extLst>
                    <a:ext uri="{FF2B5EF4-FFF2-40B4-BE49-F238E27FC236}">
                      <a16:creationId xmlns:a16="http://schemas.microsoft.com/office/drawing/2014/main" id="{68E069A2-7078-53E5-2E72-36657A5587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468657" y="1629232"/>
                  <a:ext cx="655024" cy="57548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FFFF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335" name="TextBox 334">
                  <a:extLst>
                    <a:ext uri="{FF2B5EF4-FFF2-40B4-BE49-F238E27FC236}">
                      <a16:creationId xmlns:a16="http://schemas.microsoft.com/office/drawing/2014/main" id="{D541E362-99EF-80A6-A9C7-F53DDB673D37}"/>
                    </a:ext>
                  </a:extLst>
                </p:cNvPr>
                <p:cNvSpPr txBox="1"/>
                <p:nvPr/>
              </p:nvSpPr>
              <p:spPr>
                <a:xfrm>
                  <a:off x="8468657" y="1611591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  <p:sp>
              <p:nvSpPr>
                <p:cNvPr id="336" name="TextBox 335">
                  <a:extLst>
                    <a:ext uri="{FF2B5EF4-FFF2-40B4-BE49-F238E27FC236}">
                      <a16:creationId xmlns:a16="http://schemas.microsoft.com/office/drawing/2014/main" id="{464F0164-3540-A9FF-10F6-587AD73D4B0D}"/>
                    </a:ext>
                  </a:extLst>
                </p:cNvPr>
                <p:cNvSpPr txBox="1"/>
                <p:nvPr/>
              </p:nvSpPr>
              <p:spPr>
                <a:xfrm>
                  <a:off x="8818881" y="1866166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~</a:t>
                  </a:r>
                </a:p>
              </p:txBody>
            </p:sp>
          </p:grpSp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66C5988B-ABBD-0628-C05E-12FB314F7959}"/>
                  </a:ext>
                </a:extLst>
              </p:cNvPr>
              <p:cNvGrpSpPr/>
              <p:nvPr/>
            </p:nvGrpSpPr>
            <p:grpSpPr>
              <a:xfrm>
                <a:off x="7634460" y="3117195"/>
                <a:ext cx="624543" cy="593129"/>
                <a:chOff x="8468657" y="1611591"/>
                <a:chExt cx="655024" cy="593129"/>
              </a:xfrm>
            </p:grpSpPr>
            <p:sp>
              <p:nvSpPr>
                <p:cNvPr id="329" name="Rectangle 328">
                  <a:extLst>
                    <a:ext uri="{FF2B5EF4-FFF2-40B4-BE49-F238E27FC236}">
                      <a16:creationId xmlns:a16="http://schemas.microsoft.com/office/drawing/2014/main" id="{89AD72CE-A63C-31F1-809D-F4485EC1B542}"/>
                    </a:ext>
                  </a:extLst>
                </p:cNvPr>
                <p:cNvSpPr/>
                <p:nvPr/>
              </p:nvSpPr>
              <p:spPr>
                <a:xfrm>
                  <a:off x="8468657" y="1629232"/>
                  <a:ext cx="655024" cy="575488"/>
                </a:xfrm>
                <a:prstGeom prst="rect">
                  <a:avLst/>
                </a:prstGeom>
                <a:solidFill>
                  <a:srgbClr val="00B0F0"/>
                </a:solidFill>
                <a:ln w="19050" cap="flat" cmpd="sng" algn="ctr">
                  <a:solidFill>
                    <a:srgbClr val="EE7C4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330" name="Straight Connector 329">
                  <a:extLst>
                    <a:ext uri="{FF2B5EF4-FFF2-40B4-BE49-F238E27FC236}">
                      <a16:creationId xmlns:a16="http://schemas.microsoft.com/office/drawing/2014/main" id="{CB7F00C4-FCA9-10C4-8C0E-2B36D9EC13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468657" y="1629232"/>
                  <a:ext cx="655024" cy="57548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FFFF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331" name="TextBox 330">
                  <a:extLst>
                    <a:ext uri="{FF2B5EF4-FFF2-40B4-BE49-F238E27FC236}">
                      <a16:creationId xmlns:a16="http://schemas.microsoft.com/office/drawing/2014/main" id="{69A1CCA5-A018-B0A2-5111-4776864D62D9}"/>
                    </a:ext>
                  </a:extLst>
                </p:cNvPr>
                <p:cNvSpPr txBox="1"/>
                <p:nvPr/>
              </p:nvSpPr>
              <p:spPr>
                <a:xfrm>
                  <a:off x="8468657" y="1611591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  <p:sp>
              <p:nvSpPr>
                <p:cNvPr id="332" name="TextBox 331">
                  <a:extLst>
                    <a:ext uri="{FF2B5EF4-FFF2-40B4-BE49-F238E27FC236}">
                      <a16:creationId xmlns:a16="http://schemas.microsoft.com/office/drawing/2014/main" id="{0BD4C842-C251-521B-C3EF-FAB675278EFC}"/>
                    </a:ext>
                  </a:extLst>
                </p:cNvPr>
                <p:cNvSpPr txBox="1"/>
                <p:nvPr/>
              </p:nvSpPr>
              <p:spPr>
                <a:xfrm>
                  <a:off x="8818881" y="1866166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</p:grpSp>
          <p:grpSp>
            <p:nvGrpSpPr>
              <p:cNvPr id="319" name="Group 318">
                <a:extLst>
                  <a:ext uri="{FF2B5EF4-FFF2-40B4-BE49-F238E27FC236}">
                    <a16:creationId xmlns:a16="http://schemas.microsoft.com/office/drawing/2014/main" id="{E0CF711F-E8C7-DBF4-E016-767C3CD0F71B}"/>
                  </a:ext>
                </a:extLst>
              </p:cNvPr>
              <p:cNvGrpSpPr/>
              <p:nvPr/>
            </p:nvGrpSpPr>
            <p:grpSpPr>
              <a:xfrm>
                <a:off x="8259003" y="3245832"/>
                <a:ext cx="552664" cy="407342"/>
                <a:chOff x="7915993" y="1699588"/>
                <a:chExt cx="552664" cy="407342"/>
              </a:xfrm>
            </p:grpSpPr>
            <p:grpSp>
              <p:nvGrpSpPr>
                <p:cNvPr id="322" name="Group 321">
                  <a:extLst>
                    <a:ext uri="{FF2B5EF4-FFF2-40B4-BE49-F238E27FC236}">
                      <a16:creationId xmlns:a16="http://schemas.microsoft.com/office/drawing/2014/main" id="{1C5E2F0C-08F3-B344-6DA8-5C27BC18ABB3}"/>
                    </a:ext>
                  </a:extLst>
                </p:cNvPr>
                <p:cNvGrpSpPr/>
                <p:nvPr/>
              </p:nvGrpSpPr>
              <p:grpSpPr>
                <a:xfrm>
                  <a:off x="8047017" y="1856006"/>
                  <a:ext cx="290616" cy="180190"/>
                  <a:chOff x="6939280" y="2560320"/>
                  <a:chExt cx="325120" cy="243839"/>
                </a:xfrm>
              </p:grpSpPr>
              <p:cxnSp>
                <p:nvCxnSpPr>
                  <p:cNvPr id="327" name="Straight Connector 326">
                    <a:extLst>
                      <a:ext uri="{FF2B5EF4-FFF2-40B4-BE49-F238E27FC236}">
                        <a16:creationId xmlns:a16="http://schemas.microsoft.com/office/drawing/2014/main" id="{93FDB489-E6DF-F367-AACA-855CB53DD9C4}"/>
                      </a:ext>
                    </a:extLst>
                  </p:cNvPr>
                  <p:cNvCxnSpPr/>
                  <p:nvPr/>
                </p:nvCxnSpPr>
                <p:spPr>
                  <a:xfrm>
                    <a:off x="6939280" y="2560320"/>
                    <a:ext cx="325120" cy="0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7030A0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328" name="Arc 327">
                    <a:extLst>
                      <a:ext uri="{FF2B5EF4-FFF2-40B4-BE49-F238E27FC236}">
                        <a16:creationId xmlns:a16="http://schemas.microsoft.com/office/drawing/2014/main" id="{396411DB-FDA8-5628-28C9-2160A7741859}"/>
                      </a:ext>
                    </a:extLst>
                  </p:cNvPr>
                  <p:cNvSpPr/>
                  <p:nvPr/>
                </p:nvSpPr>
                <p:spPr>
                  <a:xfrm>
                    <a:off x="6939280" y="2651760"/>
                    <a:ext cx="325120" cy="152399"/>
                  </a:xfrm>
                  <a:prstGeom prst="arc">
                    <a:avLst>
                      <a:gd name="adj1" fmla="val 11127608"/>
                      <a:gd name="adj2" fmla="val 0"/>
                    </a:avLst>
                  </a:prstGeom>
                  <a:noFill/>
                  <a:ln w="19050" cap="flat" cmpd="sng" algn="ctr">
                    <a:solidFill>
                      <a:srgbClr val="7030A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cxnSp>
              <p:nvCxnSpPr>
                <p:cNvPr id="323" name="Straight Connector 322">
                  <a:extLst>
                    <a:ext uri="{FF2B5EF4-FFF2-40B4-BE49-F238E27FC236}">
                      <a16:creationId xmlns:a16="http://schemas.microsoft.com/office/drawing/2014/main" id="{E6B27BFF-DA17-F6AA-5667-8568C2D8F7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5993" y="1699588"/>
                  <a:ext cx="55266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324" name="Straight Connector 323">
                  <a:extLst>
                    <a:ext uri="{FF2B5EF4-FFF2-40B4-BE49-F238E27FC236}">
                      <a16:creationId xmlns:a16="http://schemas.microsoft.com/office/drawing/2014/main" id="{492008A1-D62F-5D6C-962E-9257E67F5D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5993" y="2097156"/>
                  <a:ext cx="55266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325" name="Straight Connector 324">
                  <a:extLst>
                    <a:ext uri="{FF2B5EF4-FFF2-40B4-BE49-F238E27FC236}">
                      <a16:creationId xmlns:a16="http://schemas.microsoft.com/office/drawing/2014/main" id="{4BAA1584-CDA5-D3D4-4421-B3C29E0137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92325" y="1922737"/>
                  <a:ext cx="0" cy="184193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326" name="Straight Connector 325">
                  <a:extLst>
                    <a:ext uri="{FF2B5EF4-FFF2-40B4-BE49-F238E27FC236}">
                      <a16:creationId xmlns:a16="http://schemas.microsoft.com/office/drawing/2014/main" id="{D5CC50B8-62DB-8290-3679-C3E9AF173F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85530" y="1704992"/>
                  <a:ext cx="0" cy="151014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</p:grpSp>
          <p:cxnSp>
            <p:nvCxnSpPr>
              <p:cNvPr id="320" name="Straight Connector 319">
                <a:extLst>
                  <a:ext uri="{FF2B5EF4-FFF2-40B4-BE49-F238E27FC236}">
                    <a16:creationId xmlns:a16="http://schemas.microsoft.com/office/drawing/2014/main" id="{6775721A-32F5-7BAA-44F6-C51E9FCDAA54}"/>
                  </a:ext>
                </a:extLst>
              </p:cNvPr>
              <p:cNvCxnSpPr/>
              <p:nvPr/>
            </p:nvCxnSpPr>
            <p:spPr>
              <a:xfrm>
                <a:off x="9443005" y="3245832"/>
                <a:ext cx="148670" cy="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Straight Connector 320">
                <a:extLst>
                  <a:ext uri="{FF2B5EF4-FFF2-40B4-BE49-F238E27FC236}">
                    <a16:creationId xmlns:a16="http://schemas.microsoft.com/office/drawing/2014/main" id="{8D9B0C98-C8F9-8C23-D095-775EAD7A4682}"/>
                  </a:ext>
                </a:extLst>
              </p:cNvPr>
              <p:cNvCxnSpPr/>
              <p:nvPr/>
            </p:nvCxnSpPr>
            <p:spPr>
              <a:xfrm>
                <a:off x="9436210" y="3643400"/>
                <a:ext cx="148670" cy="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BC97BEE4-4C32-8C31-B856-0F392EE399C8}"/>
                </a:ext>
              </a:extLst>
            </p:cNvPr>
            <p:cNvGrpSpPr/>
            <p:nvPr/>
          </p:nvGrpSpPr>
          <p:grpSpPr>
            <a:xfrm>
              <a:off x="3881610" y="1457202"/>
              <a:ext cx="1957215" cy="623609"/>
              <a:chOff x="7634460" y="3117195"/>
              <a:chExt cx="1957215" cy="623609"/>
            </a:xfrm>
          </p:grpSpPr>
          <p:grpSp>
            <p:nvGrpSpPr>
              <p:cNvPr id="297" name="Group 296">
                <a:extLst>
                  <a:ext uri="{FF2B5EF4-FFF2-40B4-BE49-F238E27FC236}">
                    <a16:creationId xmlns:a16="http://schemas.microsoft.com/office/drawing/2014/main" id="{AAD90779-177C-3150-FE88-DC1148F0A977}"/>
                  </a:ext>
                </a:extLst>
              </p:cNvPr>
              <p:cNvGrpSpPr/>
              <p:nvPr/>
            </p:nvGrpSpPr>
            <p:grpSpPr>
              <a:xfrm>
                <a:off x="8811667" y="3147675"/>
                <a:ext cx="624543" cy="593129"/>
                <a:chOff x="8468657" y="1611591"/>
                <a:chExt cx="655024" cy="593129"/>
              </a:xfrm>
            </p:grpSpPr>
            <p:sp>
              <p:nvSpPr>
                <p:cNvPr id="313" name="Rectangle 312">
                  <a:extLst>
                    <a:ext uri="{FF2B5EF4-FFF2-40B4-BE49-F238E27FC236}">
                      <a16:creationId xmlns:a16="http://schemas.microsoft.com/office/drawing/2014/main" id="{92A29B1D-D80A-1104-1751-E7F4F365A6B9}"/>
                    </a:ext>
                  </a:extLst>
                </p:cNvPr>
                <p:cNvSpPr/>
                <p:nvPr/>
              </p:nvSpPr>
              <p:spPr>
                <a:xfrm>
                  <a:off x="8468657" y="1629232"/>
                  <a:ext cx="655024" cy="575488"/>
                </a:xfrm>
                <a:prstGeom prst="rect">
                  <a:avLst/>
                </a:prstGeom>
                <a:solidFill>
                  <a:srgbClr val="EE7C42"/>
                </a:solidFill>
                <a:ln w="19050" cap="flat" cmpd="sng" algn="ctr">
                  <a:solidFill>
                    <a:srgbClr val="EE7C4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314" name="Straight Connector 313">
                  <a:extLst>
                    <a:ext uri="{FF2B5EF4-FFF2-40B4-BE49-F238E27FC236}">
                      <a16:creationId xmlns:a16="http://schemas.microsoft.com/office/drawing/2014/main" id="{84D34763-C074-EBB3-98F2-7E4F3A78B7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468657" y="1629232"/>
                  <a:ext cx="655024" cy="57548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FFFF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315" name="TextBox 314">
                  <a:extLst>
                    <a:ext uri="{FF2B5EF4-FFF2-40B4-BE49-F238E27FC236}">
                      <a16:creationId xmlns:a16="http://schemas.microsoft.com/office/drawing/2014/main" id="{F6E5C6D9-802F-CE8E-C9D3-885F6DD3A793}"/>
                    </a:ext>
                  </a:extLst>
                </p:cNvPr>
                <p:cNvSpPr txBox="1"/>
                <p:nvPr/>
              </p:nvSpPr>
              <p:spPr>
                <a:xfrm>
                  <a:off x="8468657" y="1611591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  <p:sp>
              <p:nvSpPr>
                <p:cNvPr id="316" name="TextBox 315">
                  <a:extLst>
                    <a:ext uri="{FF2B5EF4-FFF2-40B4-BE49-F238E27FC236}">
                      <a16:creationId xmlns:a16="http://schemas.microsoft.com/office/drawing/2014/main" id="{86B33AF9-03BA-78B1-67E1-6798F2C9719D}"/>
                    </a:ext>
                  </a:extLst>
                </p:cNvPr>
                <p:cNvSpPr txBox="1"/>
                <p:nvPr/>
              </p:nvSpPr>
              <p:spPr>
                <a:xfrm>
                  <a:off x="8818881" y="1866166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~</a:t>
                  </a:r>
                </a:p>
              </p:txBody>
            </p:sp>
          </p:grpSp>
          <p:grpSp>
            <p:nvGrpSpPr>
              <p:cNvPr id="298" name="Group 297">
                <a:extLst>
                  <a:ext uri="{FF2B5EF4-FFF2-40B4-BE49-F238E27FC236}">
                    <a16:creationId xmlns:a16="http://schemas.microsoft.com/office/drawing/2014/main" id="{8512F505-9AC9-6E8C-1E06-A6C222A1958B}"/>
                  </a:ext>
                </a:extLst>
              </p:cNvPr>
              <p:cNvGrpSpPr/>
              <p:nvPr/>
            </p:nvGrpSpPr>
            <p:grpSpPr>
              <a:xfrm>
                <a:off x="7634460" y="3117195"/>
                <a:ext cx="624543" cy="593129"/>
                <a:chOff x="8468657" y="1611591"/>
                <a:chExt cx="655024" cy="593129"/>
              </a:xfrm>
            </p:grpSpPr>
            <p:sp>
              <p:nvSpPr>
                <p:cNvPr id="309" name="Rectangle 308">
                  <a:extLst>
                    <a:ext uri="{FF2B5EF4-FFF2-40B4-BE49-F238E27FC236}">
                      <a16:creationId xmlns:a16="http://schemas.microsoft.com/office/drawing/2014/main" id="{617BB21F-4E2E-2BCD-3467-0CA02E5618D0}"/>
                    </a:ext>
                  </a:extLst>
                </p:cNvPr>
                <p:cNvSpPr/>
                <p:nvPr/>
              </p:nvSpPr>
              <p:spPr>
                <a:xfrm>
                  <a:off x="8468657" y="1629232"/>
                  <a:ext cx="655024" cy="575488"/>
                </a:xfrm>
                <a:prstGeom prst="rect">
                  <a:avLst/>
                </a:prstGeom>
                <a:solidFill>
                  <a:srgbClr val="00B0F0"/>
                </a:solidFill>
                <a:ln w="19050" cap="flat" cmpd="sng" algn="ctr">
                  <a:solidFill>
                    <a:srgbClr val="EE7C4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310" name="Straight Connector 309">
                  <a:extLst>
                    <a:ext uri="{FF2B5EF4-FFF2-40B4-BE49-F238E27FC236}">
                      <a16:creationId xmlns:a16="http://schemas.microsoft.com/office/drawing/2014/main" id="{96489D2D-8C58-CE8D-9014-1AA36241F1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468657" y="1629232"/>
                  <a:ext cx="655024" cy="57548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FFFF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311" name="TextBox 310">
                  <a:extLst>
                    <a:ext uri="{FF2B5EF4-FFF2-40B4-BE49-F238E27FC236}">
                      <a16:creationId xmlns:a16="http://schemas.microsoft.com/office/drawing/2014/main" id="{554A6A77-282B-CABD-936A-E808C82C666B}"/>
                    </a:ext>
                  </a:extLst>
                </p:cNvPr>
                <p:cNvSpPr txBox="1"/>
                <p:nvPr/>
              </p:nvSpPr>
              <p:spPr>
                <a:xfrm>
                  <a:off x="8468657" y="1611591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  <p:sp>
              <p:nvSpPr>
                <p:cNvPr id="312" name="TextBox 311">
                  <a:extLst>
                    <a:ext uri="{FF2B5EF4-FFF2-40B4-BE49-F238E27FC236}">
                      <a16:creationId xmlns:a16="http://schemas.microsoft.com/office/drawing/2014/main" id="{40F36ABE-F8A8-CFE3-1732-6AADECFCA2E6}"/>
                    </a:ext>
                  </a:extLst>
                </p:cNvPr>
                <p:cNvSpPr txBox="1"/>
                <p:nvPr/>
              </p:nvSpPr>
              <p:spPr>
                <a:xfrm>
                  <a:off x="8818881" y="1866166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</p:grpSp>
          <p:grpSp>
            <p:nvGrpSpPr>
              <p:cNvPr id="299" name="Group 298">
                <a:extLst>
                  <a:ext uri="{FF2B5EF4-FFF2-40B4-BE49-F238E27FC236}">
                    <a16:creationId xmlns:a16="http://schemas.microsoft.com/office/drawing/2014/main" id="{0233AE49-5839-A926-416C-59256C9C02AB}"/>
                  </a:ext>
                </a:extLst>
              </p:cNvPr>
              <p:cNvGrpSpPr/>
              <p:nvPr/>
            </p:nvGrpSpPr>
            <p:grpSpPr>
              <a:xfrm>
                <a:off x="8259003" y="3245832"/>
                <a:ext cx="552664" cy="407342"/>
                <a:chOff x="7915993" y="1699588"/>
                <a:chExt cx="552664" cy="407342"/>
              </a:xfrm>
            </p:grpSpPr>
            <p:grpSp>
              <p:nvGrpSpPr>
                <p:cNvPr id="302" name="Group 301">
                  <a:extLst>
                    <a:ext uri="{FF2B5EF4-FFF2-40B4-BE49-F238E27FC236}">
                      <a16:creationId xmlns:a16="http://schemas.microsoft.com/office/drawing/2014/main" id="{D7CC3C38-2A3C-BF71-2019-D224747BCAE3}"/>
                    </a:ext>
                  </a:extLst>
                </p:cNvPr>
                <p:cNvGrpSpPr/>
                <p:nvPr/>
              </p:nvGrpSpPr>
              <p:grpSpPr>
                <a:xfrm>
                  <a:off x="8047017" y="1856006"/>
                  <a:ext cx="290616" cy="180190"/>
                  <a:chOff x="6939280" y="2560320"/>
                  <a:chExt cx="325120" cy="243839"/>
                </a:xfrm>
              </p:grpSpPr>
              <p:cxnSp>
                <p:nvCxnSpPr>
                  <p:cNvPr id="307" name="Straight Connector 306">
                    <a:extLst>
                      <a:ext uri="{FF2B5EF4-FFF2-40B4-BE49-F238E27FC236}">
                        <a16:creationId xmlns:a16="http://schemas.microsoft.com/office/drawing/2014/main" id="{1B2C9A53-8823-885A-4ED4-FE6FD456A76C}"/>
                      </a:ext>
                    </a:extLst>
                  </p:cNvPr>
                  <p:cNvCxnSpPr/>
                  <p:nvPr/>
                </p:nvCxnSpPr>
                <p:spPr>
                  <a:xfrm>
                    <a:off x="6939280" y="2560320"/>
                    <a:ext cx="325120" cy="0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7030A0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308" name="Arc 307">
                    <a:extLst>
                      <a:ext uri="{FF2B5EF4-FFF2-40B4-BE49-F238E27FC236}">
                        <a16:creationId xmlns:a16="http://schemas.microsoft.com/office/drawing/2014/main" id="{7DE31702-34F2-4EF6-0479-463BC113CFBA}"/>
                      </a:ext>
                    </a:extLst>
                  </p:cNvPr>
                  <p:cNvSpPr/>
                  <p:nvPr/>
                </p:nvSpPr>
                <p:spPr>
                  <a:xfrm>
                    <a:off x="6939280" y="2651760"/>
                    <a:ext cx="325120" cy="152399"/>
                  </a:xfrm>
                  <a:prstGeom prst="arc">
                    <a:avLst>
                      <a:gd name="adj1" fmla="val 11127608"/>
                      <a:gd name="adj2" fmla="val 0"/>
                    </a:avLst>
                  </a:prstGeom>
                  <a:noFill/>
                  <a:ln w="19050" cap="flat" cmpd="sng" algn="ctr">
                    <a:solidFill>
                      <a:srgbClr val="7030A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cxnSp>
              <p:nvCxnSpPr>
                <p:cNvPr id="303" name="Straight Connector 302">
                  <a:extLst>
                    <a:ext uri="{FF2B5EF4-FFF2-40B4-BE49-F238E27FC236}">
                      <a16:creationId xmlns:a16="http://schemas.microsoft.com/office/drawing/2014/main" id="{CFB6330D-350E-26E7-3FE1-893250C5D5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5993" y="1699588"/>
                  <a:ext cx="55266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304" name="Straight Connector 303">
                  <a:extLst>
                    <a:ext uri="{FF2B5EF4-FFF2-40B4-BE49-F238E27FC236}">
                      <a16:creationId xmlns:a16="http://schemas.microsoft.com/office/drawing/2014/main" id="{FA3CA291-484D-893A-2646-104B056AE6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5993" y="2097156"/>
                  <a:ext cx="55266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305" name="Straight Connector 304">
                  <a:extLst>
                    <a:ext uri="{FF2B5EF4-FFF2-40B4-BE49-F238E27FC236}">
                      <a16:creationId xmlns:a16="http://schemas.microsoft.com/office/drawing/2014/main" id="{26D475C2-B284-C95A-1D8E-C8C94B0C9A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92325" y="1922737"/>
                  <a:ext cx="0" cy="184193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306" name="Straight Connector 305">
                  <a:extLst>
                    <a:ext uri="{FF2B5EF4-FFF2-40B4-BE49-F238E27FC236}">
                      <a16:creationId xmlns:a16="http://schemas.microsoft.com/office/drawing/2014/main" id="{91F72767-8D1A-E670-F774-F80B1DF009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85530" y="1704992"/>
                  <a:ext cx="0" cy="151014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</p:grpSp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4D77A9D0-E9ED-4BD6-5B44-22B1FE2CDB84}"/>
                  </a:ext>
                </a:extLst>
              </p:cNvPr>
              <p:cNvCxnSpPr/>
              <p:nvPr/>
            </p:nvCxnSpPr>
            <p:spPr>
              <a:xfrm>
                <a:off x="9443005" y="3245832"/>
                <a:ext cx="148670" cy="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338C5339-F72C-8CA6-6383-8991828A5F85}"/>
                  </a:ext>
                </a:extLst>
              </p:cNvPr>
              <p:cNvCxnSpPr/>
              <p:nvPr/>
            </p:nvCxnSpPr>
            <p:spPr>
              <a:xfrm>
                <a:off x="9436210" y="3643400"/>
                <a:ext cx="148670" cy="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96589521-C9F6-9D9B-5A6E-E8C3D1CB45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29300" y="2709950"/>
              <a:ext cx="0" cy="65018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BF619023-8C01-4C3B-3531-06A509418A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7490" y="1972306"/>
              <a:ext cx="0" cy="34960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C0A80E29-5718-3715-806E-680F7D3EE7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8825" y="1229253"/>
              <a:ext cx="0" cy="349601"/>
            </a:xfrm>
            <a:prstGeom prst="line">
              <a:avLst/>
            </a:prstGeom>
            <a:ln>
              <a:solidFill>
                <a:schemeClr val="accent2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1F9FC838-F6C8-D1E7-A723-0B1F40815177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30" y="3757700"/>
              <a:ext cx="0" cy="679324"/>
            </a:xfrm>
            <a:prstGeom prst="line">
              <a:avLst/>
            </a:prstGeom>
            <a:ln>
              <a:solidFill>
                <a:schemeClr val="accent2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48269144-5B72-2DD0-9B45-D69E4B664176}"/>
                </a:ext>
              </a:extLst>
            </p:cNvPr>
            <p:cNvCxnSpPr>
              <a:stCxn id="309" idx="1"/>
            </p:cNvCxnSpPr>
            <p:nvPr/>
          </p:nvCxnSpPr>
          <p:spPr>
            <a:xfrm flipH="1">
              <a:off x="3209925" y="1762587"/>
              <a:ext cx="671685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762DC620-F970-F520-E8C7-40DCF4B4F19D}"/>
                </a:ext>
              </a:extLst>
            </p:cNvPr>
            <p:cNvCxnSpPr>
              <a:stCxn id="329" idx="1"/>
            </p:cNvCxnSpPr>
            <p:nvPr/>
          </p:nvCxnSpPr>
          <p:spPr>
            <a:xfrm flipH="1">
              <a:off x="3209925" y="2489130"/>
              <a:ext cx="671685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98B21CB9-E717-6ECA-D311-46FBCC77A835}"/>
                </a:ext>
              </a:extLst>
            </p:cNvPr>
            <p:cNvCxnSpPr>
              <a:stCxn id="349" idx="1"/>
            </p:cNvCxnSpPr>
            <p:nvPr/>
          </p:nvCxnSpPr>
          <p:spPr>
            <a:xfrm flipH="1">
              <a:off x="3209925" y="3536880"/>
              <a:ext cx="674566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BE6CBE67-4BCD-B35C-A379-E6402D9B6EA1}"/>
                </a:ext>
              </a:extLst>
            </p:cNvPr>
            <p:cNvCxnSpPr/>
            <p:nvPr/>
          </p:nvCxnSpPr>
          <p:spPr>
            <a:xfrm>
              <a:off x="3209925" y="1762587"/>
              <a:ext cx="0" cy="3266613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71D6B569-90D4-EED5-06F3-50B6372CBAE8}"/>
              </a:ext>
            </a:extLst>
          </p:cNvPr>
          <p:cNvGrpSpPr/>
          <p:nvPr/>
        </p:nvGrpSpPr>
        <p:grpSpPr>
          <a:xfrm>
            <a:off x="7328657" y="1229253"/>
            <a:ext cx="2637090" cy="3799947"/>
            <a:chOff x="3209925" y="1229253"/>
            <a:chExt cx="2637090" cy="3799947"/>
          </a:xfrm>
        </p:grpSpPr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A54FB94F-577C-4B84-6034-53BC699622A1}"/>
                </a:ext>
              </a:extLst>
            </p:cNvPr>
            <p:cNvSpPr txBox="1"/>
            <p:nvPr/>
          </p:nvSpPr>
          <p:spPr>
            <a:xfrm>
              <a:off x="4411562" y="2596481"/>
              <a:ext cx="7048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.. .</a:t>
              </a:r>
            </a:p>
          </p:txBody>
        </p:sp>
        <p:grpSp>
          <p:nvGrpSpPr>
            <p:cNvPr id="359" name="Group 358">
              <a:extLst>
                <a:ext uri="{FF2B5EF4-FFF2-40B4-BE49-F238E27FC236}">
                  <a16:creationId xmlns:a16="http://schemas.microsoft.com/office/drawing/2014/main" id="{3D96EAE2-4BE3-754F-F6DE-BE0E88B5336D}"/>
                </a:ext>
              </a:extLst>
            </p:cNvPr>
            <p:cNvGrpSpPr/>
            <p:nvPr/>
          </p:nvGrpSpPr>
          <p:grpSpPr>
            <a:xfrm>
              <a:off x="3884491" y="3231495"/>
              <a:ext cx="1957215" cy="623609"/>
              <a:chOff x="7634460" y="3117195"/>
              <a:chExt cx="1957215" cy="623609"/>
            </a:xfrm>
          </p:grpSpPr>
          <p:grpSp>
            <p:nvGrpSpPr>
              <p:cNvPr id="410" name="Group 409">
                <a:extLst>
                  <a:ext uri="{FF2B5EF4-FFF2-40B4-BE49-F238E27FC236}">
                    <a16:creationId xmlns:a16="http://schemas.microsoft.com/office/drawing/2014/main" id="{B759095A-96B7-8093-6E16-2824FA6F02AD}"/>
                  </a:ext>
                </a:extLst>
              </p:cNvPr>
              <p:cNvGrpSpPr/>
              <p:nvPr/>
            </p:nvGrpSpPr>
            <p:grpSpPr>
              <a:xfrm>
                <a:off x="8811667" y="3147675"/>
                <a:ext cx="624543" cy="593129"/>
                <a:chOff x="8468657" y="1611591"/>
                <a:chExt cx="655024" cy="593129"/>
              </a:xfrm>
            </p:grpSpPr>
            <p:sp>
              <p:nvSpPr>
                <p:cNvPr id="426" name="Rectangle 425">
                  <a:extLst>
                    <a:ext uri="{FF2B5EF4-FFF2-40B4-BE49-F238E27FC236}">
                      <a16:creationId xmlns:a16="http://schemas.microsoft.com/office/drawing/2014/main" id="{11074E12-062A-F262-2171-AC7E5E5E82CC}"/>
                    </a:ext>
                  </a:extLst>
                </p:cNvPr>
                <p:cNvSpPr/>
                <p:nvPr/>
              </p:nvSpPr>
              <p:spPr>
                <a:xfrm>
                  <a:off x="8468657" y="1629232"/>
                  <a:ext cx="655024" cy="575488"/>
                </a:xfrm>
                <a:prstGeom prst="rect">
                  <a:avLst/>
                </a:prstGeom>
                <a:solidFill>
                  <a:srgbClr val="EE7C42"/>
                </a:solidFill>
                <a:ln w="19050" cap="flat" cmpd="sng" algn="ctr">
                  <a:solidFill>
                    <a:srgbClr val="EE7C4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427" name="Straight Connector 426">
                  <a:extLst>
                    <a:ext uri="{FF2B5EF4-FFF2-40B4-BE49-F238E27FC236}">
                      <a16:creationId xmlns:a16="http://schemas.microsoft.com/office/drawing/2014/main" id="{FE43B1EC-A3D4-B40B-A568-C20ADE5E3B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468657" y="1629232"/>
                  <a:ext cx="655024" cy="57548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FFFF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28" name="TextBox 427">
                  <a:extLst>
                    <a:ext uri="{FF2B5EF4-FFF2-40B4-BE49-F238E27FC236}">
                      <a16:creationId xmlns:a16="http://schemas.microsoft.com/office/drawing/2014/main" id="{E08BFE60-A1E8-E3D9-BD3D-2357FFAA89F6}"/>
                    </a:ext>
                  </a:extLst>
                </p:cNvPr>
                <p:cNvSpPr txBox="1"/>
                <p:nvPr/>
              </p:nvSpPr>
              <p:spPr>
                <a:xfrm>
                  <a:off x="8468657" y="1611591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  <p:sp>
              <p:nvSpPr>
                <p:cNvPr id="429" name="TextBox 428">
                  <a:extLst>
                    <a:ext uri="{FF2B5EF4-FFF2-40B4-BE49-F238E27FC236}">
                      <a16:creationId xmlns:a16="http://schemas.microsoft.com/office/drawing/2014/main" id="{04C36863-6C59-2862-5EB4-D993C1E64EFB}"/>
                    </a:ext>
                  </a:extLst>
                </p:cNvPr>
                <p:cNvSpPr txBox="1"/>
                <p:nvPr/>
              </p:nvSpPr>
              <p:spPr>
                <a:xfrm>
                  <a:off x="8818881" y="1866166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~</a:t>
                  </a:r>
                </a:p>
              </p:txBody>
            </p:sp>
          </p:grpSp>
          <p:grpSp>
            <p:nvGrpSpPr>
              <p:cNvPr id="411" name="Group 410">
                <a:extLst>
                  <a:ext uri="{FF2B5EF4-FFF2-40B4-BE49-F238E27FC236}">
                    <a16:creationId xmlns:a16="http://schemas.microsoft.com/office/drawing/2014/main" id="{023FB339-AB96-1B8C-E00D-FE725B4D72C7}"/>
                  </a:ext>
                </a:extLst>
              </p:cNvPr>
              <p:cNvGrpSpPr/>
              <p:nvPr/>
            </p:nvGrpSpPr>
            <p:grpSpPr>
              <a:xfrm>
                <a:off x="7634460" y="3117195"/>
                <a:ext cx="624543" cy="593129"/>
                <a:chOff x="8468657" y="1611591"/>
                <a:chExt cx="655024" cy="593129"/>
              </a:xfrm>
            </p:grpSpPr>
            <p:sp>
              <p:nvSpPr>
                <p:cNvPr id="422" name="Rectangle 421">
                  <a:extLst>
                    <a:ext uri="{FF2B5EF4-FFF2-40B4-BE49-F238E27FC236}">
                      <a16:creationId xmlns:a16="http://schemas.microsoft.com/office/drawing/2014/main" id="{24F3EECA-F693-E11E-7394-A935DA67960D}"/>
                    </a:ext>
                  </a:extLst>
                </p:cNvPr>
                <p:cNvSpPr/>
                <p:nvPr/>
              </p:nvSpPr>
              <p:spPr>
                <a:xfrm>
                  <a:off x="8468657" y="1629232"/>
                  <a:ext cx="655024" cy="575488"/>
                </a:xfrm>
                <a:prstGeom prst="rect">
                  <a:avLst/>
                </a:prstGeom>
                <a:solidFill>
                  <a:srgbClr val="00B0F0"/>
                </a:solidFill>
                <a:ln w="19050" cap="flat" cmpd="sng" algn="ctr">
                  <a:solidFill>
                    <a:srgbClr val="EE7C4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423" name="Straight Connector 422">
                  <a:extLst>
                    <a:ext uri="{FF2B5EF4-FFF2-40B4-BE49-F238E27FC236}">
                      <a16:creationId xmlns:a16="http://schemas.microsoft.com/office/drawing/2014/main" id="{E70EEDDF-084F-AE40-B2CF-FCCC6FA676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468657" y="1629232"/>
                  <a:ext cx="655024" cy="57548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FFFF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24" name="TextBox 423">
                  <a:extLst>
                    <a:ext uri="{FF2B5EF4-FFF2-40B4-BE49-F238E27FC236}">
                      <a16:creationId xmlns:a16="http://schemas.microsoft.com/office/drawing/2014/main" id="{BAB0F42C-E8A0-6DBC-624A-4BA1BA764F50}"/>
                    </a:ext>
                  </a:extLst>
                </p:cNvPr>
                <p:cNvSpPr txBox="1"/>
                <p:nvPr/>
              </p:nvSpPr>
              <p:spPr>
                <a:xfrm>
                  <a:off x="8468657" y="1611591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  <p:sp>
              <p:nvSpPr>
                <p:cNvPr id="425" name="TextBox 424">
                  <a:extLst>
                    <a:ext uri="{FF2B5EF4-FFF2-40B4-BE49-F238E27FC236}">
                      <a16:creationId xmlns:a16="http://schemas.microsoft.com/office/drawing/2014/main" id="{D16C1685-3CA6-F2EF-0C3F-434AB6688A03}"/>
                    </a:ext>
                  </a:extLst>
                </p:cNvPr>
                <p:cNvSpPr txBox="1"/>
                <p:nvPr/>
              </p:nvSpPr>
              <p:spPr>
                <a:xfrm>
                  <a:off x="8818881" y="1866166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</p:grpSp>
          <p:grpSp>
            <p:nvGrpSpPr>
              <p:cNvPr id="412" name="Group 411">
                <a:extLst>
                  <a:ext uri="{FF2B5EF4-FFF2-40B4-BE49-F238E27FC236}">
                    <a16:creationId xmlns:a16="http://schemas.microsoft.com/office/drawing/2014/main" id="{0149ED39-6F05-161A-3AA2-7A460AF6201B}"/>
                  </a:ext>
                </a:extLst>
              </p:cNvPr>
              <p:cNvGrpSpPr/>
              <p:nvPr/>
            </p:nvGrpSpPr>
            <p:grpSpPr>
              <a:xfrm>
                <a:off x="8259003" y="3245832"/>
                <a:ext cx="552664" cy="407342"/>
                <a:chOff x="7915993" y="1699588"/>
                <a:chExt cx="552664" cy="407342"/>
              </a:xfrm>
            </p:grpSpPr>
            <p:grpSp>
              <p:nvGrpSpPr>
                <p:cNvPr id="415" name="Group 414">
                  <a:extLst>
                    <a:ext uri="{FF2B5EF4-FFF2-40B4-BE49-F238E27FC236}">
                      <a16:creationId xmlns:a16="http://schemas.microsoft.com/office/drawing/2014/main" id="{4286CB2B-28F9-8CF2-1564-4B73F3C778E9}"/>
                    </a:ext>
                  </a:extLst>
                </p:cNvPr>
                <p:cNvGrpSpPr/>
                <p:nvPr/>
              </p:nvGrpSpPr>
              <p:grpSpPr>
                <a:xfrm>
                  <a:off x="8047017" y="1856006"/>
                  <a:ext cx="290616" cy="180190"/>
                  <a:chOff x="6939280" y="2560320"/>
                  <a:chExt cx="325120" cy="243839"/>
                </a:xfrm>
              </p:grpSpPr>
              <p:cxnSp>
                <p:nvCxnSpPr>
                  <p:cNvPr id="420" name="Straight Connector 419">
                    <a:extLst>
                      <a:ext uri="{FF2B5EF4-FFF2-40B4-BE49-F238E27FC236}">
                        <a16:creationId xmlns:a16="http://schemas.microsoft.com/office/drawing/2014/main" id="{E895E779-A12E-6F22-AB05-CFBB5F03E7AF}"/>
                      </a:ext>
                    </a:extLst>
                  </p:cNvPr>
                  <p:cNvCxnSpPr/>
                  <p:nvPr/>
                </p:nvCxnSpPr>
                <p:spPr>
                  <a:xfrm>
                    <a:off x="6939280" y="2560320"/>
                    <a:ext cx="325120" cy="0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7030A0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421" name="Arc 420">
                    <a:extLst>
                      <a:ext uri="{FF2B5EF4-FFF2-40B4-BE49-F238E27FC236}">
                        <a16:creationId xmlns:a16="http://schemas.microsoft.com/office/drawing/2014/main" id="{19299BCF-8A15-EA12-0072-94E91A8F3C06}"/>
                      </a:ext>
                    </a:extLst>
                  </p:cNvPr>
                  <p:cNvSpPr/>
                  <p:nvPr/>
                </p:nvSpPr>
                <p:spPr>
                  <a:xfrm>
                    <a:off x="6939280" y="2651760"/>
                    <a:ext cx="325120" cy="152399"/>
                  </a:xfrm>
                  <a:prstGeom prst="arc">
                    <a:avLst>
                      <a:gd name="adj1" fmla="val 11127608"/>
                      <a:gd name="adj2" fmla="val 0"/>
                    </a:avLst>
                  </a:prstGeom>
                  <a:noFill/>
                  <a:ln w="19050" cap="flat" cmpd="sng" algn="ctr">
                    <a:solidFill>
                      <a:srgbClr val="7030A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cxnSp>
              <p:nvCxnSpPr>
                <p:cNvPr id="416" name="Straight Connector 415">
                  <a:extLst>
                    <a:ext uri="{FF2B5EF4-FFF2-40B4-BE49-F238E27FC236}">
                      <a16:creationId xmlns:a16="http://schemas.microsoft.com/office/drawing/2014/main" id="{36BB2EC0-C414-2EB8-46E6-37C8334068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5993" y="1699588"/>
                  <a:ext cx="55266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417" name="Straight Connector 416">
                  <a:extLst>
                    <a:ext uri="{FF2B5EF4-FFF2-40B4-BE49-F238E27FC236}">
                      <a16:creationId xmlns:a16="http://schemas.microsoft.com/office/drawing/2014/main" id="{F6CD6FAA-90A4-D7B5-BFC1-0FE11C68D1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5993" y="2097156"/>
                  <a:ext cx="55266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418" name="Straight Connector 417">
                  <a:extLst>
                    <a:ext uri="{FF2B5EF4-FFF2-40B4-BE49-F238E27FC236}">
                      <a16:creationId xmlns:a16="http://schemas.microsoft.com/office/drawing/2014/main" id="{4DB90B99-6513-AC48-2B05-ED82D4A1D4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92325" y="1922737"/>
                  <a:ext cx="0" cy="184193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419" name="Straight Connector 418">
                  <a:extLst>
                    <a:ext uri="{FF2B5EF4-FFF2-40B4-BE49-F238E27FC236}">
                      <a16:creationId xmlns:a16="http://schemas.microsoft.com/office/drawing/2014/main" id="{CCC17AD7-A222-06EC-AC80-ADB7548721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85530" y="1704992"/>
                  <a:ext cx="0" cy="151014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</p:grpSp>
          <p:cxnSp>
            <p:nvCxnSpPr>
              <p:cNvPr id="413" name="Straight Connector 412">
                <a:extLst>
                  <a:ext uri="{FF2B5EF4-FFF2-40B4-BE49-F238E27FC236}">
                    <a16:creationId xmlns:a16="http://schemas.microsoft.com/office/drawing/2014/main" id="{04FE31EC-A840-54DB-B9F5-CA8A0A740169}"/>
                  </a:ext>
                </a:extLst>
              </p:cNvPr>
              <p:cNvCxnSpPr/>
              <p:nvPr/>
            </p:nvCxnSpPr>
            <p:spPr>
              <a:xfrm>
                <a:off x="9443005" y="3245832"/>
                <a:ext cx="148670" cy="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4" name="Straight Connector 413">
                <a:extLst>
                  <a:ext uri="{FF2B5EF4-FFF2-40B4-BE49-F238E27FC236}">
                    <a16:creationId xmlns:a16="http://schemas.microsoft.com/office/drawing/2014/main" id="{43F5DAAF-848A-5E8F-8D05-1D1EABA82A45}"/>
                  </a:ext>
                </a:extLst>
              </p:cNvPr>
              <p:cNvCxnSpPr/>
              <p:nvPr/>
            </p:nvCxnSpPr>
            <p:spPr>
              <a:xfrm>
                <a:off x="9436210" y="3643400"/>
                <a:ext cx="148670" cy="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0" name="Group 359">
              <a:extLst>
                <a:ext uri="{FF2B5EF4-FFF2-40B4-BE49-F238E27FC236}">
                  <a16:creationId xmlns:a16="http://schemas.microsoft.com/office/drawing/2014/main" id="{6497CFD5-E4AE-579E-7453-1EBF836D8A65}"/>
                </a:ext>
              </a:extLst>
            </p:cNvPr>
            <p:cNvGrpSpPr/>
            <p:nvPr/>
          </p:nvGrpSpPr>
          <p:grpSpPr>
            <a:xfrm>
              <a:off x="3881610" y="2183745"/>
              <a:ext cx="1957215" cy="623609"/>
              <a:chOff x="7634460" y="3117195"/>
              <a:chExt cx="1957215" cy="623609"/>
            </a:xfrm>
          </p:grpSpPr>
          <p:grpSp>
            <p:nvGrpSpPr>
              <p:cNvPr id="390" name="Group 389">
                <a:extLst>
                  <a:ext uri="{FF2B5EF4-FFF2-40B4-BE49-F238E27FC236}">
                    <a16:creationId xmlns:a16="http://schemas.microsoft.com/office/drawing/2014/main" id="{4592BC05-63BC-E50A-06F0-FB6E7CF2D8C0}"/>
                  </a:ext>
                </a:extLst>
              </p:cNvPr>
              <p:cNvGrpSpPr/>
              <p:nvPr/>
            </p:nvGrpSpPr>
            <p:grpSpPr>
              <a:xfrm>
                <a:off x="8811667" y="3147675"/>
                <a:ext cx="624543" cy="593129"/>
                <a:chOff x="8468657" y="1611591"/>
                <a:chExt cx="655024" cy="593129"/>
              </a:xfrm>
            </p:grpSpPr>
            <p:sp>
              <p:nvSpPr>
                <p:cNvPr id="406" name="Rectangle 405">
                  <a:extLst>
                    <a:ext uri="{FF2B5EF4-FFF2-40B4-BE49-F238E27FC236}">
                      <a16:creationId xmlns:a16="http://schemas.microsoft.com/office/drawing/2014/main" id="{2590D09D-5CCE-31F6-9BFE-74D43DADC758}"/>
                    </a:ext>
                  </a:extLst>
                </p:cNvPr>
                <p:cNvSpPr/>
                <p:nvPr/>
              </p:nvSpPr>
              <p:spPr>
                <a:xfrm>
                  <a:off x="8468657" y="1629232"/>
                  <a:ext cx="655024" cy="575488"/>
                </a:xfrm>
                <a:prstGeom prst="rect">
                  <a:avLst/>
                </a:prstGeom>
                <a:solidFill>
                  <a:srgbClr val="EE7C42"/>
                </a:solidFill>
                <a:ln w="19050" cap="flat" cmpd="sng" algn="ctr">
                  <a:solidFill>
                    <a:srgbClr val="EE7C4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407" name="Straight Connector 406">
                  <a:extLst>
                    <a:ext uri="{FF2B5EF4-FFF2-40B4-BE49-F238E27FC236}">
                      <a16:creationId xmlns:a16="http://schemas.microsoft.com/office/drawing/2014/main" id="{5E00AF2D-21A2-E8A5-F6C9-0C16D2808B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468657" y="1629232"/>
                  <a:ext cx="655024" cy="57548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FFFF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08" name="TextBox 407">
                  <a:extLst>
                    <a:ext uri="{FF2B5EF4-FFF2-40B4-BE49-F238E27FC236}">
                      <a16:creationId xmlns:a16="http://schemas.microsoft.com/office/drawing/2014/main" id="{92CE7C92-9F1F-660A-1D0D-2725F3B5638B}"/>
                    </a:ext>
                  </a:extLst>
                </p:cNvPr>
                <p:cNvSpPr txBox="1"/>
                <p:nvPr/>
              </p:nvSpPr>
              <p:spPr>
                <a:xfrm>
                  <a:off x="8468657" y="1611591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  <p:sp>
              <p:nvSpPr>
                <p:cNvPr id="409" name="TextBox 408">
                  <a:extLst>
                    <a:ext uri="{FF2B5EF4-FFF2-40B4-BE49-F238E27FC236}">
                      <a16:creationId xmlns:a16="http://schemas.microsoft.com/office/drawing/2014/main" id="{46C3C018-F500-3F04-8BB0-2F0B79236861}"/>
                    </a:ext>
                  </a:extLst>
                </p:cNvPr>
                <p:cNvSpPr txBox="1"/>
                <p:nvPr/>
              </p:nvSpPr>
              <p:spPr>
                <a:xfrm>
                  <a:off x="8818881" y="1866166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~</a:t>
                  </a:r>
                </a:p>
              </p:txBody>
            </p:sp>
          </p:grpSp>
          <p:grpSp>
            <p:nvGrpSpPr>
              <p:cNvPr id="391" name="Group 390">
                <a:extLst>
                  <a:ext uri="{FF2B5EF4-FFF2-40B4-BE49-F238E27FC236}">
                    <a16:creationId xmlns:a16="http://schemas.microsoft.com/office/drawing/2014/main" id="{D420B10C-2075-BD44-6AE7-B5C15B7768BE}"/>
                  </a:ext>
                </a:extLst>
              </p:cNvPr>
              <p:cNvGrpSpPr/>
              <p:nvPr/>
            </p:nvGrpSpPr>
            <p:grpSpPr>
              <a:xfrm>
                <a:off x="7634460" y="3117195"/>
                <a:ext cx="624543" cy="593129"/>
                <a:chOff x="8468657" y="1611591"/>
                <a:chExt cx="655024" cy="593129"/>
              </a:xfrm>
            </p:grpSpPr>
            <p:sp>
              <p:nvSpPr>
                <p:cNvPr id="402" name="Rectangle 401">
                  <a:extLst>
                    <a:ext uri="{FF2B5EF4-FFF2-40B4-BE49-F238E27FC236}">
                      <a16:creationId xmlns:a16="http://schemas.microsoft.com/office/drawing/2014/main" id="{01F05AB5-949C-6FF0-72DA-00FD5C4CB622}"/>
                    </a:ext>
                  </a:extLst>
                </p:cNvPr>
                <p:cNvSpPr/>
                <p:nvPr/>
              </p:nvSpPr>
              <p:spPr>
                <a:xfrm>
                  <a:off x="8468657" y="1629232"/>
                  <a:ext cx="655024" cy="575488"/>
                </a:xfrm>
                <a:prstGeom prst="rect">
                  <a:avLst/>
                </a:prstGeom>
                <a:solidFill>
                  <a:srgbClr val="00B0F0"/>
                </a:solidFill>
                <a:ln w="19050" cap="flat" cmpd="sng" algn="ctr">
                  <a:solidFill>
                    <a:srgbClr val="EE7C4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403" name="Straight Connector 402">
                  <a:extLst>
                    <a:ext uri="{FF2B5EF4-FFF2-40B4-BE49-F238E27FC236}">
                      <a16:creationId xmlns:a16="http://schemas.microsoft.com/office/drawing/2014/main" id="{FB71BE47-A57D-D7D9-2CC5-49222BBE6F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468657" y="1629232"/>
                  <a:ext cx="655024" cy="57548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FFFF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404" name="TextBox 403">
                  <a:extLst>
                    <a:ext uri="{FF2B5EF4-FFF2-40B4-BE49-F238E27FC236}">
                      <a16:creationId xmlns:a16="http://schemas.microsoft.com/office/drawing/2014/main" id="{E95B14E0-D72A-8ED3-F621-EF88ACDA84AF}"/>
                    </a:ext>
                  </a:extLst>
                </p:cNvPr>
                <p:cNvSpPr txBox="1"/>
                <p:nvPr/>
              </p:nvSpPr>
              <p:spPr>
                <a:xfrm>
                  <a:off x="8468657" y="1611591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  <p:sp>
              <p:nvSpPr>
                <p:cNvPr id="405" name="TextBox 404">
                  <a:extLst>
                    <a:ext uri="{FF2B5EF4-FFF2-40B4-BE49-F238E27FC236}">
                      <a16:creationId xmlns:a16="http://schemas.microsoft.com/office/drawing/2014/main" id="{87E92464-3F01-7CA5-3576-9206B9DC90DE}"/>
                    </a:ext>
                  </a:extLst>
                </p:cNvPr>
                <p:cNvSpPr txBox="1"/>
                <p:nvPr/>
              </p:nvSpPr>
              <p:spPr>
                <a:xfrm>
                  <a:off x="8818881" y="1866166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</p:grpSp>
          <p:grpSp>
            <p:nvGrpSpPr>
              <p:cNvPr id="392" name="Group 391">
                <a:extLst>
                  <a:ext uri="{FF2B5EF4-FFF2-40B4-BE49-F238E27FC236}">
                    <a16:creationId xmlns:a16="http://schemas.microsoft.com/office/drawing/2014/main" id="{8AA7DD84-92E5-05B0-B5E3-444B6DEB42FE}"/>
                  </a:ext>
                </a:extLst>
              </p:cNvPr>
              <p:cNvGrpSpPr/>
              <p:nvPr/>
            </p:nvGrpSpPr>
            <p:grpSpPr>
              <a:xfrm>
                <a:off x="8259003" y="3245832"/>
                <a:ext cx="552664" cy="407342"/>
                <a:chOff x="7915993" y="1699588"/>
                <a:chExt cx="552664" cy="407342"/>
              </a:xfrm>
            </p:grpSpPr>
            <p:grpSp>
              <p:nvGrpSpPr>
                <p:cNvPr id="395" name="Group 394">
                  <a:extLst>
                    <a:ext uri="{FF2B5EF4-FFF2-40B4-BE49-F238E27FC236}">
                      <a16:creationId xmlns:a16="http://schemas.microsoft.com/office/drawing/2014/main" id="{935D3D02-F1F3-4C73-7CFE-B2A516CF0663}"/>
                    </a:ext>
                  </a:extLst>
                </p:cNvPr>
                <p:cNvGrpSpPr/>
                <p:nvPr/>
              </p:nvGrpSpPr>
              <p:grpSpPr>
                <a:xfrm>
                  <a:off x="8047017" y="1856006"/>
                  <a:ext cx="290616" cy="180190"/>
                  <a:chOff x="6939280" y="2560320"/>
                  <a:chExt cx="325120" cy="243839"/>
                </a:xfrm>
              </p:grpSpPr>
              <p:cxnSp>
                <p:nvCxnSpPr>
                  <p:cNvPr id="400" name="Straight Connector 399">
                    <a:extLst>
                      <a:ext uri="{FF2B5EF4-FFF2-40B4-BE49-F238E27FC236}">
                        <a16:creationId xmlns:a16="http://schemas.microsoft.com/office/drawing/2014/main" id="{CC285343-8A2E-7DD5-E713-49173C18C18A}"/>
                      </a:ext>
                    </a:extLst>
                  </p:cNvPr>
                  <p:cNvCxnSpPr/>
                  <p:nvPr/>
                </p:nvCxnSpPr>
                <p:spPr>
                  <a:xfrm>
                    <a:off x="6939280" y="2560320"/>
                    <a:ext cx="325120" cy="0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7030A0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401" name="Arc 400">
                    <a:extLst>
                      <a:ext uri="{FF2B5EF4-FFF2-40B4-BE49-F238E27FC236}">
                        <a16:creationId xmlns:a16="http://schemas.microsoft.com/office/drawing/2014/main" id="{75EAEA6F-CDF4-DF99-7E0C-22100CC50E55}"/>
                      </a:ext>
                    </a:extLst>
                  </p:cNvPr>
                  <p:cNvSpPr/>
                  <p:nvPr/>
                </p:nvSpPr>
                <p:spPr>
                  <a:xfrm>
                    <a:off x="6939280" y="2651760"/>
                    <a:ext cx="325120" cy="152399"/>
                  </a:xfrm>
                  <a:prstGeom prst="arc">
                    <a:avLst>
                      <a:gd name="adj1" fmla="val 11127608"/>
                      <a:gd name="adj2" fmla="val 0"/>
                    </a:avLst>
                  </a:prstGeom>
                  <a:noFill/>
                  <a:ln w="19050" cap="flat" cmpd="sng" algn="ctr">
                    <a:solidFill>
                      <a:srgbClr val="7030A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cxnSp>
              <p:nvCxnSpPr>
                <p:cNvPr id="396" name="Straight Connector 395">
                  <a:extLst>
                    <a:ext uri="{FF2B5EF4-FFF2-40B4-BE49-F238E27FC236}">
                      <a16:creationId xmlns:a16="http://schemas.microsoft.com/office/drawing/2014/main" id="{2F30FFB4-94AB-4CF3-0EA6-21B014C2AF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5993" y="1699588"/>
                  <a:ext cx="55266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397" name="Straight Connector 396">
                  <a:extLst>
                    <a:ext uri="{FF2B5EF4-FFF2-40B4-BE49-F238E27FC236}">
                      <a16:creationId xmlns:a16="http://schemas.microsoft.com/office/drawing/2014/main" id="{F59583E0-A6C1-DE61-00EF-F12037503B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5993" y="2097156"/>
                  <a:ext cx="55266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398" name="Straight Connector 397">
                  <a:extLst>
                    <a:ext uri="{FF2B5EF4-FFF2-40B4-BE49-F238E27FC236}">
                      <a16:creationId xmlns:a16="http://schemas.microsoft.com/office/drawing/2014/main" id="{24245289-8BAC-50C0-C41F-D6774CEA87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92325" y="1922737"/>
                  <a:ext cx="0" cy="184193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399" name="Straight Connector 398">
                  <a:extLst>
                    <a:ext uri="{FF2B5EF4-FFF2-40B4-BE49-F238E27FC236}">
                      <a16:creationId xmlns:a16="http://schemas.microsoft.com/office/drawing/2014/main" id="{7A501BCE-8610-EA79-CC71-77E50BE597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85530" y="1704992"/>
                  <a:ext cx="0" cy="151014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</p:grp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C98D6BB7-9E62-1EC4-6EEE-394C31D6165C}"/>
                  </a:ext>
                </a:extLst>
              </p:cNvPr>
              <p:cNvCxnSpPr/>
              <p:nvPr/>
            </p:nvCxnSpPr>
            <p:spPr>
              <a:xfrm>
                <a:off x="9443005" y="3245832"/>
                <a:ext cx="148670" cy="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Straight Connector 393">
                <a:extLst>
                  <a:ext uri="{FF2B5EF4-FFF2-40B4-BE49-F238E27FC236}">
                    <a16:creationId xmlns:a16="http://schemas.microsoft.com/office/drawing/2014/main" id="{BE78F526-741C-AE2A-D519-E8820206011E}"/>
                  </a:ext>
                </a:extLst>
              </p:cNvPr>
              <p:cNvCxnSpPr/>
              <p:nvPr/>
            </p:nvCxnSpPr>
            <p:spPr>
              <a:xfrm>
                <a:off x="9436210" y="3643400"/>
                <a:ext cx="148670" cy="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C3A6A0CF-4C0E-B088-8BAD-7E29625D0AD8}"/>
                </a:ext>
              </a:extLst>
            </p:cNvPr>
            <p:cNvGrpSpPr/>
            <p:nvPr/>
          </p:nvGrpSpPr>
          <p:grpSpPr>
            <a:xfrm>
              <a:off x="3881610" y="1457202"/>
              <a:ext cx="1957215" cy="623609"/>
              <a:chOff x="7634460" y="3117195"/>
              <a:chExt cx="1957215" cy="623609"/>
            </a:xfrm>
          </p:grpSpPr>
          <p:grpSp>
            <p:nvGrpSpPr>
              <p:cNvPr id="370" name="Group 369">
                <a:extLst>
                  <a:ext uri="{FF2B5EF4-FFF2-40B4-BE49-F238E27FC236}">
                    <a16:creationId xmlns:a16="http://schemas.microsoft.com/office/drawing/2014/main" id="{5376E97A-909F-54D9-EB63-FBFB17CA9C23}"/>
                  </a:ext>
                </a:extLst>
              </p:cNvPr>
              <p:cNvGrpSpPr/>
              <p:nvPr/>
            </p:nvGrpSpPr>
            <p:grpSpPr>
              <a:xfrm>
                <a:off x="8811667" y="3147675"/>
                <a:ext cx="624543" cy="593129"/>
                <a:chOff x="8468657" y="1611591"/>
                <a:chExt cx="655024" cy="593129"/>
              </a:xfrm>
            </p:grpSpPr>
            <p:sp>
              <p:nvSpPr>
                <p:cNvPr id="386" name="Rectangle 385">
                  <a:extLst>
                    <a:ext uri="{FF2B5EF4-FFF2-40B4-BE49-F238E27FC236}">
                      <a16:creationId xmlns:a16="http://schemas.microsoft.com/office/drawing/2014/main" id="{0B96AB72-7CE8-A784-C11E-2919F7482968}"/>
                    </a:ext>
                  </a:extLst>
                </p:cNvPr>
                <p:cNvSpPr/>
                <p:nvPr/>
              </p:nvSpPr>
              <p:spPr>
                <a:xfrm>
                  <a:off x="8468657" y="1629232"/>
                  <a:ext cx="655024" cy="575488"/>
                </a:xfrm>
                <a:prstGeom prst="rect">
                  <a:avLst/>
                </a:prstGeom>
                <a:solidFill>
                  <a:srgbClr val="EE7C42"/>
                </a:solidFill>
                <a:ln w="19050" cap="flat" cmpd="sng" algn="ctr">
                  <a:solidFill>
                    <a:srgbClr val="EE7C4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387" name="Straight Connector 386">
                  <a:extLst>
                    <a:ext uri="{FF2B5EF4-FFF2-40B4-BE49-F238E27FC236}">
                      <a16:creationId xmlns:a16="http://schemas.microsoft.com/office/drawing/2014/main" id="{F88EBFC3-3D95-5D50-101E-AA34B2C109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468657" y="1629232"/>
                  <a:ext cx="655024" cy="57548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FFFF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388" name="TextBox 387">
                  <a:extLst>
                    <a:ext uri="{FF2B5EF4-FFF2-40B4-BE49-F238E27FC236}">
                      <a16:creationId xmlns:a16="http://schemas.microsoft.com/office/drawing/2014/main" id="{89DCF179-C919-9CAB-92EC-265C06717800}"/>
                    </a:ext>
                  </a:extLst>
                </p:cNvPr>
                <p:cNvSpPr txBox="1"/>
                <p:nvPr/>
              </p:nvSpPr>
              <p:spPr>
                <a:xfrm>
                  <a:off x="8468657" y="1611591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  <p:sp>
              <p:nvSpPr>
                <p:cNvPr id="389" name="TextBox 388">
                  <a:extLst>
                    <a:ext uri="{FF2B5EF4-FFF2-40B4-BE49-F238E27FC236}">
                      <a16:creationId xmlns:a16="http://schemas.microsoft.com/office/drawing/2014/main" id="{7722AE1A-9190-C26E-D89F-BFC57767110A}"/>
                    </a:ext>
                  </a:extLst>
                </p:cNvPr>
                <p:cNvSpPr txBox="1"/>
                <p:nvPr/>
              </p:nvSpPr>
              <p:spPr>
                <a:xfrm>
                  <a:off x="8818881" y="1866166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~</a:t>
                  </a:r>
                </a:p>
              </p:txBody>
            </p:sp>
          </p:grpSp>
          <p:grpSp>
            <p:nvGrpSpPr>
              <p:cNvPr id="371" name="Group 370">
                <a:extLst>
                  <a:ext uri="{FF2B5EF4-FFF2-40B4-BE49-F238E27FC236}">
                    <a16:creationId xmlns:a16="http://schemas.microsoft.com/office/drawing/2014/main" id="{DEB40ACF-C6E5-A13F-C91C-90B135D081AD}"/>
                  </a:ext>
                </a:extLst>
              </p:cNvPr>
              <p:cNvGrpSpPr/>
              <p:nvPr/>
            </p:nvGrpSpPr>
            <p:grpSpPr>
              <a:xfrm>
                <a:off x="7634460" y="3117195"/>
                <a:ext cx="624543" cy="593129"/>
                <a:chOff x="8468657" y="1611591"/>
                <a:chExt cx="655024" cy="593129"/>
              </a:xfrm>
            </p:grpSpPr>
            <p:sp>
              <p:nvSpPr>
                <p:cNvPr id="382" name="Rectangle 381">
                  <a:extLst>
                    <a:ext uri="{FF2B5EF4-FFF2-40B4-BE49-F238E27FC236}">
                      <a16:creationId xmlns:a16="http://schemas.microsoft.com/office/drawing/2014/main" id="{5CC1755C-211C-0D77-4E92-DBD134EBB544}"/>
                    </a:ext>
                  </a:extLst>
                </p:cNvPr>
                <p:cNvSpPr/>
                <p:nvPr/>
              </p:nvSpPr>
              <p:spPr>
                <a:xfrm>
                  <a:off x="8468657" y="1629232"/>
                  <a:ext cx="655024" cy="575488"/>
                </a:xfrm>
                <a:prstGeom prst="rect">
                  <a:avLst/>
                </a:prstGeom>
                <a:solidFill>
                  <a:srgbClr val="00B0F0"/>
                </a:solidFill>
                <a:ln w="19050" cap="flat" cmpd="sng" algn="ctr">
                  <a:solidFill>
                    <a:srgbClr val="EE7C42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383" name="Straight Connector 382">
                  <a:extLst>
                    <a:ext uri="{FF2B5EF4-FFF2-40B4-BE49-F238E27FC236}">
                      <a16:creationId xmlns:a16="http://schemas.microsoft.com/office/drawing/2014/main" id="{712D434D-A17B-CAFB-632E-11594AC9EA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468657" y="1629232"/>
                  <a:ext cx="655024" cy="57548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FFFF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384" name="TextBox 383">
                  <a:extLst>
                    <a:ext uri="{FF2B5EF4-FFF2-40B4-BE49-F238E27FC236}">
                      <a16:creationId xmlns:a16="http://schemas.microsoft.com/office/drawing/2014/main" id="{4EEF2E90-1955-75FC-01EE-48DEDF72863E}"/>
                    </a:ext>
                  </a:extLst>
                </p:cNvPr>
                <p:cNvSpPr txBox="1"/>
                <p:nvPr/>
              </p:nvSpPr>
              <p:spPr>
                <a:xfrm>
                  <a:off x="8468657" y="1611591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  <p:sp>
              <p:nvSpPr>
                <p:cNvPr id="385" name="TextBox 384">
                  <a:extLst>
                    <a:ext uri="{FF2B5EF4-FFF2-40B4-BE49-F238E27FC236}">
                      <a16:creationId xmlns:a16="http://schemas.microsoft.com/office/drawing/2014/main" id="{31465183-5453-839B-8074-500125445758}"/>
                    </a:ext>
                  </a:extLst>
                </p:cNvPr>
                <p:cNvSpPr txBox="1"/>
                <p:nvPr/>
              </p:nvSpPr>
              <p:spPr>
                <a:xfrm>
                  <a:off x="8818881" y="1866166"/>
                  <a:ext cx="3048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7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ource Sans 3 Light" panose="020B0403030403020204" pitchFamily="34" charset="0"/>
                    </a:rPr>
                    <a:t>=</a:t>
                  </a:r>
                </a:p>
              </p:txBody>
            </p:sp>
          </p:grpSp>
          <p:grpSp>
            <p:nvGrpSpPr>
              <p:cNvPr id="372" name="Group 371">
                <a:extLst>
                  <a:ext uri="{FF2B5EF4-FFF2-40B4-BE49-F238E27FC236}">
                    <a16:creationId xmlns:a16="http://schemas.microsoft.com/office/drawing/2014/main" id="{6D443BC0-C344-53A7-2884-D13FEF020CE8}"/>
                  </a:ext>
                </a:extLst>
              </p:cNvPr>
              <p:cNvGrpSpPr/>
              <p:nvPr/>
            </p:nvGrpSpPr>
            <p:grpSpPr>
              <a:xfrm>
                <a:off x="8259003" y="3245832"/>
                <a:ext cx="552664" cy="407342"/>
                <a:chOff x="7915993" y="1699588"/>
                <a:chExt cx="552664" cy="407342"/>
              </a:xfrm>
            </p:grpSpPr>
            <p:grpSp>
              <p:nvGrpSpPr>
                <p:cNvPr id="375" name="Group 374">
                  <a:extLst>
                    <a:ext uri="{FF2B5EF4-FFF2-40B4-BE49-F238E27FC236}">
                      <a16:creationId xmlns:a16="http://schemas.microsoft.com/office/drawing/2014/main" id="{96C91E2B-4FC6-91C9-4048-A463DE9F9AB9}"/>
                    </a:ext>
                  </a:extLst>
                </p:cNvPr>
                <p:cNvGrpSpPr/>
                <p:nvPr/>
              </p:nvGrpSpPr>
              <p:grpSpPr>
                <a:xfrm>
                  <a:off x="8047017" y="1856006"/>
                  <a:ext cx="290616" cy="180190"/>
                  <a:chOff x="6939280" y="2560320"/>
                  <a:chExt cx="325120" cy="243839"/>
                </a:xfrm>
              </p:grpSpPr>
              <p:cxnSp>
                <p:nvCxnSpPr>
                  <p:cNvPr id="380" name="Straight Connector 379">
                    <a:extLst>
                      <a:ext uri="{FF2B5EF4-FFF2-40B4-BE49-F238E27FC236}">
                        <a16:creationId xmlns:a16="http://schemas.microsoft.com/office/drawing/2014/main" id="{515A084E-5F02-B624-9A62-6619F3B915A8}"/>
                      </a:ext>
                    </a:extLst>
                  </p:cNvPr>
                  <p:cNvCxnSpPr/>
                  <p:nvPr/>
                </p:nvCxnSpPr>
                <p:spPr>
                  <a:xfrm>
                    <a:off x="6939280" y="2560320"/>
                    <a:ext cx="325120" cy="0"/>
                  </a:xfrm>
                  <a:prstGeom prst="line">
                    <a:avLst/>
                  </a:prstGeom>
                  <a:noFill/>
                  <a:ln w="19050" cap="flat" cmpd="sng" algn="ctr">
                    <a:solidFill>
                      <a:srgbClr val="7030A0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381" name="Arc 380">
                    <a:extLst>
                      <a:ext uri="{FF2B5EF4-FFF2-40B4-BE49-F238E27FC236}">
                        <a16:creationId xmlns:a16="http://schemas.microsoft.com/office/drawing/2014/main" id="{D1309F6E-9857-50B1-E3AF-B95B903A5D8F}"/>
                      </a:ext>
                    </a:extLst>
                  </p:cNvPr>
                  <p:cNvSpPr/>
                  <p:nvPr/>
                </p:nvSpPr>
                <p:spPr>
                  <a:xfrm>
                    <a:off x="6939280" y="2651760"/>
                    <a:ext cx="325120" cy="152399"/>
                  </a:xfrm>
                  <a:prstGeom prst="arc">
                    <a:avLst>
                      <a:gd name="adj1" fmla="val 11127608"/>
                      <a:gd name="adj2" fmla="val 0"/>
                    </a:avLst>
                  </a:prstGeom>
                  <a:noFill/>
                  <a:ln w="19050" cap="flat" cmpd="sng" algn="ctr">
                    <a:solidFill>
                      <a:srgbClr val="7030A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cxnSp>
              <p:nvCxnSpPr>
                <p:cNvPr id="376" name="Straight Connector 375">
                  <a:extLst>
                    <a:ext uri="{FF2B5EF4-FFF2-40B4-BE49-F238E27FC236}">
                      <a16:creationId xmlns:a16="http://schemas.microsoft.com/office/drawing/2014/main" id="{1710E372-4E28-E480-E441-3F2B45BF7F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5993" y="1699588"/>
                  <a:ext cx="55266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377" name="Straight Connector 376">
                  <a:extLst>
                    <a:ext uri="{FF2B5EF4-FFF2-40B4-BE49-F238E27FC236}">
                      <a16:creationId xmlns:a16="http://schemas.microsoft.com/office/drawing/2014/main" id="{E33FC75F-03A0-D1B1-7968-1C55929EB4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15993" y="2097156"/>
                  <a:ext cx="55266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378" name="Straight Connector 377">
                  <a:extLst>
                    <a:ext uri="{FF2B5EF4-FFF2-40B4-BE49-F238E27FC236}">
                      <a16:creationId xmlns:a16="http://schemas.microsoft.com/office/drawing/2014/main" id="{B7A0B12C-FD35-98D6-4A1C-D4830996D5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92325" y="1922737"/>
                  <a:ext cx="0" cy="184193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379" name="Straight Connector 378">
                  <a:extLst>
                    <a:ext uri="{FF2B5EF4-FFF2-40B4-BE49-F238E27FC236}">
                      <a16:creationId xmlns:a16="http://schemas.microsoft.com/office/drawing/2014/main" id="{F15AC9FD-4183-A938-DCB6-415D818728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185530" y="1704992"/>
                  <a:ext cx="0" cy="151014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030A0"/>
                  </a:solidFill>
                  <a:prstDash val="solid"/>
                  <a:miter lim="800000"/>
                </a:ln>
                <a:effectLst/>
              </p:spPr>
            </p:cxnSp>
          </p:grpSp>
          <p:cxnSp>
            <p:nvCxnSpPr>
              <p:cNvPr id="373" name="Straight Connector 372">
                <a:extLst>
                  <a:ext uri="{FF2B5EF4-FFF2-40B4-BE49-F238E27FC236}">
                    <a16:creationId xmlns:a16="http://schemas.microsoft.com/office/drawing/2014/main" id="{B6B6B80F-63B6-1FC5-142A-D2E0F009A4D9}"/>
                  </a:ext>
                </a:extLst>
              </p:cNvPr>
              <p:cNvCxnSpPr/>
              <p:nvPr/>
            </p:nvCxnSpPr>
            <p:spPr>
              <a:xfrm>
                <a:off x="9443005" y="3245832"/>
                <a:ext cx="148670" cy="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373">
                <a:extLst>
                  <a:ext uri="{FF2B5EF4-FFF2-40B4-BE49-F238E27FC236}">
                    <a16:creationId xmlns:a16="http://schemas.microsoft.com/office/drawing/2014/main" id="{DC9DE112-FD1B-AD11-894F-A5CF33BA374B}"/>
                  </a:ext>
                </a:extLst>
              </p:cNvPr>
              <p:cNvCxnSpPr/>
              <p:nvPr/>
            </p:nvCxnSpPr>
            <p:spPr>
              <a:xfrm>
                <a:off x="9436210" y="3643400"/>
                <a:ext cx="148670" cy="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CDC5A986-E8ED-0998-9AAA-986621F3F0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8825" y="2709950"/>
              <a:ext cx="0" cy="65018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4B22EEE6-1C6E-511F-B206-1E4F1B882A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47015" y="1972306"/>
              <a:ext cx="0" cy="34960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F6C1357D-BF2C-383D-A5C3-500EE5DB45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8825" y="1229253"/>
              <a:ext cx="0" cy="349601"/>
            </a:xfrm>
            <a:prstGeom prst="line">
              <a:avLst/>
            </a:prstGeom>
            <a:ln>
              <a:solidFill>
                <a:schemeClr val="accent2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B2F87BF8-C54C-F8F2-4EA7-553CDA36BF12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30" y="3757700"/>
              <a:ext cx="0" cy="679324"/>
            </a:xfrm>
            <a:prstGeom prst="line">
              <a:avLst/>
            </a:prstGeom>
            <a:ln>
              <a:solidFill>
                <a:schemeClr val="accent2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5C645704-6591-971A-8CD9-DF5B1316C87B}"/>
                </a:ext>
              </a:extLst>
            </p:cNvPr>
            <p:cNvCxnSpPr>
              <a:stCxn id="382" idx="1"/>
            </p:cNvCxnSpPr>
            <p:nvPr/>
          </p:nvCxnSpPr>
          <p:spPr>
            <a:xfrm flipH="1">
              <a:off x="3209925" y="1762587"/>
              <a:ext cx="671685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0C72C496-E7B0-292F-2E08-0005D7EB6166}"/>
                </a:ext>
              </a:extLst>
            </p:cNvPr>
            <p:cNvCxnSpPr>
              <a:stCxn id="402" idx="1"/>
            </p:cNvCxnSpPr>
            <p:nvPr/>
          </p:nvCxnSpPr>
          <p:spPr>
            <a:xfrm flipH="1">
              <a:off x="3209925" y="2489130"/>
              <a:ext cx="671685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862079BD-8F17-E134-B5C5-1A6A335DDD01}"/>
                </a:ext>
              </a:extLst>
            </p:cNvPr>
            <p:cNvCxnSpPr>
              <a:stCxn id="422" idx="1"/>
            </p:cNvCxnSpPr>
            <p:nvPr/>
          </p:nvCxnSpPr>
          <p:spPr>
            <a:xfrm flipH="1">
              <a:off x="3209925" y="3536880"/>
              <a:ext cx="674566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0CF55D44-4668-5B8B-4089-2564ACEC18EF}"/>
                </a:ext>
              </a:extLst>
            </p:cNvPr>
            <p:cNvCxnSpPr/>
            <p:nvPr/>
          </p:nvCxnSpPr>
          <p:spPr>
            <a:xfrm>
              <a:off x="3209925" y="1762587"/>
              <a:ext cx="0" cy="3266613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7764040B-B96D-3531-1773-5856ECD5C42A}"/>
              </a:ext>
            </a:extLst>
          </p:cNvPr>
          <p:cNvCxnSpPr/>
          <p:nvPr/>
        </p:nvCxnSpPr>
        <p:spPr>
          <a:xfrm>
            <a:off x="3774630" y="4437024"/>
            <a:ext cx="619111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Straight Connector 432">
            <a:extLst>
              <a:ext uri="{FF2B5EF4-FFF2-40B4-BE49-F238E27FC236}">
                <a16:creationId xmlns:a16="http://schemas.microsoft.com/office/drawing/2014/main" id="{C91EA865-FA32-6C5A-50DD-337CA5CC1867}"/>
              </a:ext>
            </a:extLst>
          </p:cNvPr>
          <p:cNvCxnSpPr/>
          <p:nvPr/>
        </p:nvCxnSpPr>
        <p:spPr>
          <a:xfrm flipH="1">
            <a:off x="1152525" y="5029200"/>
            <a:ext cx="6176132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5" name="Picture 2" descr="Full battery, Icon, Humor, Gift ...">
            <a:extLst>
              <a:ext uri="{FF2B5EF4-FFF2-40B4-BE49-F238E27FC236}">
                <a16:creationId xmlns:a16="http://schemas.microsoft.com/office/drawing/2014/main" id="{5EB8AE42-E532-8C82-DFC4-97122F546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8652" y="5305897"/>
            <a:ext cx="529952" cy="707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37" name="Straight Connector 436">
            <a:extLst>
              <a:ext uri="{FF2B5EF4-FFF2-40B4-BE49-F238E27FC236}">
                <a16:creationId xmlns:a16="http://schemas.microsoft.com/office/drawing/2014/main" id="{9A8DD779-D62F-CFB2-C324-405DC7E95BAA}"/>
              </a:ext>
            </a:extLst>
          </p:cNvPr>
          <p:cNvCxnSpPr>
            <a:cxnSpLocks/>
            <a:stCxn id="435" idx="0"/>
          </p:cNvCxnSpPr>
          <p:nvPr/>
        </p:nvCxnSpPr>
        <p:spPr>
          <a:xfrm flipV="1">
            <a:off x="5153628" y="5029200"/>
            <a:ext cx="0" cy="276697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TextBox 437">
            <a:extLst>
              <a:ext uri="{FF2B5EF4-FFF2-40B4-BE49-F238E27FC236}">
                <a16:creationId xmlns:a16="http://schemas.microsoft.com/office/drawing/2014/main" id="{E05E48D1-1096-E6B0-889E-FE3381A812CA}"/>
              </a:ext>
            </a:extLst>
          </p:cNvPr>
          <p:cNvSpPr txBox="1"/>
          <p:nvPr/>
        </p:nvSpPr>
        <p:spPr>
          <a:xfrm rot="16200000">
            <a:off x="8978948" y="2633635"/>
            <a:ext cx="2386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Series-connected ac-ports</a:t>
            </a: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20097156-21A8-312C-63D0-B6510BE09445}"/>
              </a:ext>
            </a:extLst>
          </p:cNvPr>
          <p:cNvSpPr txBox="1"/>
          <p:nvPr/>
        </p:nvSpPr>
        <p:spPr>
          <a:xfrm rot="16200000">
            <a:off x="-399121" y="2816675"/>
            <a:ext cx="27386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Parallel-connected dc-ports</a:t>
            </a:r>
          </a:p>
        </p:txBody>
      </p:sp>
      <p:sp>
        <p:nvSpPr>
          <p:cNvPr id="440" name="TextBox 439">
            <a:extLst>
              <a:ext uri="{FF2B5EF4-FFF2-40B4-BE49-F238E27FC236}">
                <a16:creationId xmlns:a16="http://schemas.microsoft.com/office/drawing/2014/main" id="{FED8B71B-FF74-D04A-EA6B-F06E9F2F51B3}"/>
              </a:ext>
            </a:extLst>
          </p:cNvPr>
          <p:cNvSpPr txBox="1"/>
          <p:nvPr/>
        </p:nvSpPr>
        <p:spPr>
          <a:xfrm>
            <a:off x="3211412" y="935086"/>
            <a:ext cx="85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Phase A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D3214F5B-FB68-6EE1-C152-7C6CC4E7037B}"/>
              </a:ext>
            </a:extLst>
          </p:cNvPr>
          <p:cNvSpPr txBox="1"/>
          <p:nvPr/>
        </p:nvSpPr>
        <p:spPr>
          <a:xfrm>
            <a:off x="6244076" y="935085"/>
            <a:ext cx="85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Phase B</a:t>
            </a:r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5FA94C8F-9749-3F4A-00FC-796D5C456379}"/>
              </a:ext>
            </a:extLst>
          </p:cNvPr>
          <p:cNvSpPr txBox="1"/>
          <p:nvPr/>
        </p:nvSpPr>
        <p:spPr>
          <a:xfrm>
            <a:off x="9371094" y="935084"/>
            <a:ext cx="8520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Phase C</a:t>
            </a: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AFEA1F86-3FB8-0A68-F791-9B5903856989}"/>
              </a:ext>
            </a:extLst>
          </p:cNvPr>
          <p:cNvSpPr txBox="1"/>
          <p:nvPr/>
        </p:nvSpPr>
        <p:spPr>
          <a:xfrm>
            <a:off x="2349925" y="4752201"/>
            <a:ext cx="11441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800Vdc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84BBA10-2258-55F8-8671-FC241E2AEF51}"/>
              </a:ext>
            </a:extLst>
          </p:cNvPr>
          <p:cNvCxnSpPr>
            <a:cxnSpLocks/>
          </p:cNvCxnSpPr>
          <p:nvPr/>
        </p:nvCxnSpPr>
        <p:spPr>
          <a:xfrm>
            <a:off x="1824210" y="5029200"/>
            <a:ext cx="0" cy="98421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102B190-6732-B852-FD71-87FCF158B9D3}"/>
              </a:ext>
            </a:extLst>
          </p:cNvPr>
          <p:cNvCxnSpPr>
            <a:cxnSpLocks/>
          </p:cNvCxnSpPr>
          <p:nvPr/>
        </p:nvCxnSpPr>
        <p:spPr>
          <a:xfrm>
            <a:off x="2561964" y="5029200"/>
            <a:ext cx="0" cy="98421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524F971-F418-2E7C-F715-4FD92CA886DC}"/>
              </a:ext>
            </a:extLst>
          </p:cNvPr>
          <p:cNvSpPr txBox="1"/>
          <p:nvPr/>
        </p:nvSpPr>
        <p:spPr>
          <a:xfrm>
            <a:off x="1488367" y="6073159"/>
            <a:ext cx="1535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</a:rPr>
              <a:t>To GPU racks</a:t>
            </a:r>
          </a:p>
        </p:txBody>
      </p:sp>
    </p:spTree>
    <p:extLst>
      <p:ext uri="{BB962C8B-B14F-4D97-AF65-F5344CB8AC3E}">
        <p14:creationId xmlns:p14="http://schemas.microsoft.com/office/powerpoint/2010/main" val="9879439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roup 175">
            <a:extLst>
              <a:ext uri="{FF2B5EF4-FFF2-40B4-BE49-F238E27FC236}">
                <a16:creationId xmlns:a16="http://schemas.microsoft.com/office/drawing/2014/main" id="{F0D99415-E1CB-32C6-E070-A26B991477C6}"/>
              </a:ext>
            </a:extLst>
          </p:cNvPr>
          <p:cNvGrpSpPr/>
          <p:nvPr/>
        </p:nvGrpSpPr>
        <p:grpSpPr>
          <a:xfrm>
            <a:off x="1592536" y="722481"/>
            <a:ext cx="8412330" cy="2044822"/>
            <a:chOff x="1173436" y="1741656"/>
            <a:chExt cx="8412330" cy="204482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3314964-2919-7E52-2767-BB808829046B}"/>
                </a:ext>
              </a:extLst>
            </p:cNvPr>
            <p:cNvGrpSpPr/>
            <p:nvPr/>
          </p:nvGrpSpPr>
          <p:grpSpPr>
            <a:xfrm>
              <a:off x="2410872" y="2109895"/>
              <a:ext cx="624543" cy="593129"/>
              <a:chOff x="8468657" y="1611591"/>
              <a:chExt cx="655024" cy="593129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17E94897-589F-9B68-94BC-AFFDA8631C14}"/>
                  </a:ext>
                </a:extLst>
              </p:cNvPr>
              <p:cNvSpPr/>
              <p:nvPr/>
            </p:nvSpPr>
            <p:spPr>
              <a:xfrm>
                <a:off x="8468657" y="1629232"/>
                <a:ext cx="655024" cy="575488"/>
              </a:xfrm>
              <a:prstGeom prst="rect">
                <a:avLst/>
              </a:prstGeom>
              <a:solidFill>
                <a:srgbClr val="EE7C42"/>
              </a:solidFill>
              <a:ln w="19050" cap="flat" cmpd="sng" algn="ctr">
                <a:solidFill>
                  <a:srgbClr val="EE7C4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ADAA04A5-AE87-F951-0834-2A254FF518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68657" y="1629232"/>
                <a:ext cx="655024" cy="575488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D66FC23-4AE6-CDE1-9045-63DDEA129D54}"/>
                  </a:ext>
                </a:extLst>
              </p:cNvPr>
              <p:cNvSpPr txBox="1"/>
              <p:nvPr/>
            </p:nvSpPr>
            <p:spPr>
              <a:xfrm>
                <a:off x="8468657" y="1611591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7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ource Sans 3 Light" panose="020B0403030403020204" pitchFamily="34" charset="0"/>
                  </a:rPr>
                  <a:t>=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D05615A-EE74-5867-0DC7-F8DFCFFBC13E}"/>
                  </a:ext>
                </a:extLst>
              </p:cNvPr>
              <p:cNvSpPr txBox="1"/>
              <p:nvPr/>
            </p:nvSpPr>
            <p:spPr>
              <a:xfrm>
                <a:off x="8818881" y="1866166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7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ource Sans 3 Light" panose="020B0403030403020204" pitchFamily="34" charset="0"/>
                  </a:rPr>
                  <a:t>~</a:t>
                </a:r>
              </a:p>
            </p:txBody>
          </p:sp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B64C630-FFFC-89CE-3BE1-249A1CEBAEA8}"/>
                </a:ext>
              </a:extLst>
            </p:cNvPr>
            <p:cNvSpPr txBox="1"/>
            <p:nvPr/>
          </p:nvSpPr>
          <p:spPr>
            <a:xfrm>
              <a:off x="1306790" y="2674562"/>
              <a:ext cx="645551" cy="272175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7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ource Sans 3 Light" panose="020B0403030403020204" pitchFamily="34" charset="0"/>
                </a:rPr>
                <a:t>Battery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444E0B7A-EEFE-4C04-0F2D-49AF1E08B6AF}"/>
                </a:ext>
              </a:extLst>
            </p:cNvPr>
            <p:cNvCxnSpPr>
              <a:cxnSpLocks/>
            </p:cNvCxnSpPr>
            <p:nvPr/>
          </p:nvCxnSpPr>
          <p:spPr>
            <a:xfrm>
              <a:off x="3035415" y="2396653"/>
              <a:ext cx="351391" cy="3878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3D5AC7E5-27FB-EDE8-3064-0B74C80C7439}"/>
                </a:ext>
              </a:extLst>
            </p:cNvPr>
            <p:cNvGrpSpPr/>
            <p:nvPr/>
          </p:nvGrpSpPr>
          <p:grpSpPr>
            <a:xfrm>
              <a:off x="3386808" y="2283269"/>
              <a:ext cx="351785" cy="234523"/>
              <a:chOff x="8977745" y="2743201"/>
              <a:chExt cx="609592" cy="406395"/>
            </a:xfrm>
          </p:grpSpPr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228776C1-18AC-930C-D8F0-779898B67470}"/>
                  </a:ext>
                </a:extLst>
              </p:cNvPr>
              <p:cNvSpPr/>
              <p:nvPr/>
            </p:nvSpPr>
            <p:spPr>
              <a:xfrm>
                <a:off x="8977745" y="2743201"/>
                <a:ext cx="406395" cy="406395"/>
              </a:xfrm>
              <a:prstGeom prst="ellipse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9F920F61-26CF-D11C-09C9-C1CA9A962001}"/>
                  </a:ext>
                </a:extLst>
              </p:cNvPr>
              <p:cNvSpPr/>
              <p:nvPr/>
            </p:nvSpPr>
            <p:spPr>
              <a:xfrm>
                <a:off x="9180942" y="2743201"/>
                <a:ext cx="406395" cy="406395"/>
              </a:xfrm>
              <a:prstGeom prst="ellipse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</p:grp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9E97C83-1702-1E5D-A409-CD256C919B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8593" y="2396653"/>
              <a:ext cx="657953" cy="3877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49BD42B3-C071-DCBE-E6EC-B8C815241B2B}"/>
                </a:ext>
              </a:extLst>
            </p:cNvPr>
            <p:cNvSpPr/>
            <p:nvPr/>
          </p:nvSpPr>
          <p:spPr>
            <a:xfrm>
              <a:off x="3939166" y="2321793"/>
              <a:ext cx="120421" cy="157475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pic>
          <p:nvPicPr>
            <p:cNvPr id="84" name="Picture 10" descr="Phone Battery Icon Full Battery Stock Illustration 1578448333 | Shutterstock">
              <a:extLst>
                <a:ext uri="{FF2B5EF4-FFF2-40B4-BE49-F238E27FC236}">
                  <a16:creationId xmlns:a16="http://schemas.microsoft.com/office/drawing/2014/main" id="{4C02985D-D9FF-0E5C-306A-4CA09D91D1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99" t="23031" r="12858" b="30950"/>
            <a:stretch>
              <a:fillRect/>
            </a:stretch>
          </p:blipFill>
          <p:spPr bwMode="auto">
            <a:xfrm>
              <a:off x="1173436" y="2146586"/>
              <a:ext cx="837197" cy="5289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73CF2BEB-CDCC-2714-FE77-43098D641299}"/>
                </a:ext>
              </a:extLst>
            </p:cNvPr>
            <p:cNvSpPr/>
            <p:nvPr/>
          </p:nvSpPr>
          <p:spPr>
            <a:xfrm>
              <a:off x="8858442" y="2028677"/>
              <a:ext cx="727324" cy="727324"/>
            </a:xfrm>
            <a:prstGeom prst="ellipse">
              <a:avLst/>
            </a:prstGeom>
            <a:solidFill>
              <a:srgbClr val="FFFFFF">
                <a:lumMod val="75000"/>
              </a:srgbClr>
            </a:solidFill>
            <a:ln w="19050" cap="flat" cmpd="sng" algn="ctr">
              <a:solidFill>
                <a:srgbClr val="F4F4F4">
                  <a:lumMod val="2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</a:t>
              </a:r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402BF96F-5157-E118-64D6-468CF8848685}"/>
                </a:ext>
              </a:extLst>
            </p:cNvPr>
            <p:cNvCxnSpPr>
              <a:cxnSpLocks/>
            </p:cNvCxnSpPr>
            <p:nvPr/>
          </p:nvCxnSpPr>
          <p:spPr>
            <a:xfrm>
              <a:off x="4396546" y="1778756"/>
              <a:ext cx="0" cy="1244135"/>
            </a:xfrm>
            <a:prstGeom prst="line">
              <a:avLst/>
            </a:prstGeom>
            <a:noFill/>
            <a:ln w="762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43FC044-D431-254E-5C54-4DAC0C62C0F3}"/>
                </a:ext>
              </a:extLst>
            </p:cNvPr>
            <p:cNvCxnSpPr>
              <a:cxnSpLocks/>
              <a:endCxn id="85" idx="2"/>
            </p:cNvCxnSpPr>
            <p:nvPr/>
          </p:nvCxnSpPr>
          <p:spPr>
            <a:xfrm>
              <a:off x="8249093" y="2392339"/>
              <a:ext cx="609349" cy="0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3F5EF790-E9B6-761A-F975-C4F2C9E8512F}"/>
                </a:ext>
              </a:extLst>
            </p:cNvPr>
            <p:cNvSpPr/>
            <p:nvPr/>
          </p:nvSpPr>
          <p:spPr>
            <a:xfrm>
              <a:off x="8615981" y="2312999"/>
              <a:ext cx="120421" cy="157475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03E53F6-5E6C-90A3-A9F7-6D83D2B5027E}"/>
                </a:ext>
              </a:extLst>
            </p:cNvPr>
            <p:cNvCxnSpPr>
              <a:cxnSpLocks/>
            </p:cNvCxnSpPr>
            <p:nvPr/>
          </p:nvCxnSpPr>
          <p:spPr>
            <a:xfrm>
              <a:off x="4402541" y="2391645"/>
              <a:ext cx="3846552" cy="0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FCEA2CDB-6924-4EF9-0250-4D6AC10E73E6}"/>
                </a:ext>
              </a:extLst>
            </p:cNvPr>
            <p:cNvSpPr/>
            <p:nvPr/>
          </p:nvSpPr>
          <p:spPr>
            <a:xfrm>
              <a:off x="4731772" y="2321422"/>
              <a:ext cx="120421" cy="157475"/>
            </a:xfrm>
            <a:prstGeom prst="rect">
              <a:avLst/>
            </a:prstGeom>
            <a:solidFill>
              <a:srgbClr val="FF0000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85828DB9-EA06-0591-A0D9-2592BC9CEA9C}"/>
                </a:ext>
              </a:extLst>
            </p:cNvPr>
            <p:cNvSpPr/>
            <p:nvPr/>
          </p:nvSpPr>
          <p:spPr>
            <a:xfrm>
              <a:off x="7770105" y="2312907"/>
              <a:ext cx="120421" cy="157475"/>
            </a:xfrm>
            <a:prstGeom prst="rect">
              <a:avLst/>
            </a:prstGeom>
            <a:solidFill>
              <a:srgbClr val="FF0000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F18E447E-23C1-512D-7AC8-D1331E7EB814}"/>
                </a:ext>
              </a:extLst>
            </p:cNvPr>
            <p:cNvCxnSpPr>
              <a:cxnSpLocks/>
              <a:stCxn id="84" idx="3"/>
              <a:endCxn id="31" idx="1"/>
            </p:cNvCxnSpPr>
            <p:nvPr/>
          </p:nvCxnSpPr>
          <p:spPr>
            <a:xfrm>
              <a:off x="2010633" y="2411050"/>
              <a:ext cx="400239" cy="4230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1422A89-D222-1CC7-81F4-34202520CE5C}"/>
                </a:ext>
              </a:extLst>
            </p:cNvPr>
            <p:cNvCxnSpPr>
              <a:cxnSpLocks/>
            </p:cNvCxnSpPr>
            <p:nvPr/>
          </p:nvCxnSpPr>
          <p:spPr>
            <a:xfrm>
              <a:off x="8249093" y="1788982"/>
              <a:ext cx="0" cy="1244135"/>
            </a:xfrm>
            <a:prstGeom prst="line">
              <a:avLst/>
            </a:prstGeom>
            <a:noFill/>
            <a:ln w="762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CD333643-5F94-CA93-14A9-8871CA0FC658}"/>
                </a:ext>
              </a:extLst>
            </p:cNvPr>
            <p:cNvGrpSpPr/>
            <p:nvPr/>
          </p:nvGrpSpPr>
          <p:grpSpPr>
            <a:xfrm>
              <a:off x="4966652" y="2517792"/>
              <a:ext cx="175696" cy="263544"/>
              <a:chOff x="3211110" y="4171950"/>
              <a:chExt cx="175696" cy="263544"/>
            </a:xfrm>
          </p:grpSpPr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DF30D9EB-1EC9-8F62-F8A3-E2C32EFF64C2}"/>
                  </a:ext>
                </a:extLst>
              </p:cNvPr>
              <p:cNvSpPr/>
              <p:nvPr/>
            </p:nvSpPr>
            <p:spPr>
              <a:xfrm>
                <a:off x="3211110" y="4171950"/>
                <a:ext cx="175696" cy="175696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4CE08895-4A1D-BCC1-34F8-2C253A09A6C8}"/>
                  </a:ext>
                </a:extLst>
              </p:cNvPr>
              <p:cNvSpPr/>
              <p:nvPr/>
            </p:nvSpPr>
            <p:spPr>
              <a:xfrm>
                <a:off x="3211110" y="4259798"/>
                <a:ext cx="175696" cy="175696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D0B89677-9E95-BF0D-C109-17BE524425F5}"/>
                </a:ext>
              </a:extLst>
            </p:cNvPr>
            <p:cNvGrpSpPr/>
            <p:nvPr/>
          </p:nvGrpSpPr>
          <p:grpSpPr>
            <a:xfrm>
              <a:off x="7519352" y="2527573"/>
              <a:ext cx="175696" cy="263544"/>
              <a:chOff x="3211110" y="4171950"/>
              <a:chExt cx="175696" cy="263544"/>
            </a:xfrm>
          </p:grpSpPr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F64E76B9-FBAD-A299-F947-36BB6CF4FC02}"/>
                  </a:ext>
                </a:extLst>
              </p:cNvPr>
              <p:cNvSpPr/>
              <p:nvPr/>
            </p:nvSpPr>
            <p:spPr>
              <a:xfrm>
                <a:off x="3211110" y="4171950"/>
                <a:ext cx="175696" cy="175696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4D6925B9-169A-2F37-9696-06BDF2D972E6}"/>
                  </a:ext>
                </a:extLst>
              </p:cNvPr>
              <p:cNvSpPr/>
              <p:nvPr/>
            </p:nvSpPr>
            <p:spPr>
              <a:xfrm>
                <a:off x="3211110" y="4259798"/>
                <a:ext cx="175696" cy="175696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9794AFAA-BB19-0668-068A-B786BBC5DF7E}"/>
                </a:ext>
              </a:extLst>
            </p:cNvPr>
            <p:cNvSpPr/>
            <p:nvPr/>
          </p:nvSpPr>
          <p:spPr>
            <a:xfrm>
              <a:off x="4562475" y="2279172"/>
              <a:ext cx="67217" cy="248397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35A23C66-EA5C-2740-10DA-02E730CF59D5}"/>
                </a:ext>
              </a:extLst>
            </p:cNvPr>
            <p:cNvSpPr/>
            <p:nvPr/>
          </p:nvSpPr>
          <p:spPr>
            <a:xfrm>
              <a:off x="8041328" y="2254041"/>
              <a:ext cx="67217" cy="248397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: Rounded Corners 148">
              <a:extLst>
                <a:ext uri="{FF2B5EF4-FFF2-40B4-BE49-F238E27FC236}">
                  <a16:creationId xmlns:a16="http://schemas.microsoft.com/office/drawing/2014/main" id="{DACD3634-F929-127E-F6E8-120CFF3A7C75}"/>
                </a:ext>
              </a:extLst>
            </p:cNvPr>
            <p:cNvSpPr/>
            <p:nvPr/>
          </p:nvSpPr>
          <p:spPr>
            <a:xfrm>
              <a:off x="4436511" y="3257550"/>
              <a:ext cx="837197" cy="52892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Relay 1</a:t>
              </a:r>
            </a:p>
          </p:txBody>
        </p:sp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2BD45330-4511-4834-B000-4092B1AFF051}"/>
                </a:ext>
              </a:extLst>
            </p:cNvPr>
            <p:cNvSpPr/>
            <p:nvPr/>
          </p:nvSpPr>
          <p:spPr>
            <a:xfrm>
              <a:off x="7411896" y="3243553"/>
              <a:ext cx="837197" cy="52892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Relay 2</a:t>
              </a:r>
            </a:p>
          </p:txBody>
        </p: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DA8E4BFD-9838-63A2-10B9-4EE79FECD038}"/>
                </a:ext>
              </a:extLst>
            </p:cNvPr>
            <p:cNvCxnSpPr>
              <a:stCxn id="142" idx="4"/>
            </p:cNvCxnSpPr>
            <p:nvPr/>
          </p:nvCxnSpPr>
          <p:spPr>
            <a:xfrm>
              <a:off x="5054500" y="2781336"/>
              <a:ext cx="0" cy="47621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6A86315F-ACBD-1A2E-BB1F-F1100B0C02A7}"/>
                </a:ext>
              </a:extLst>
            </p:cNvPr>
            <p:cNvCxnSpPr>
              <a:stCxn id="141" idx="0"/>
            </p:cNvCxnSpPr>
            <p:nvPr/>
          </p:nvCxnSpPr>
          <p:spPr>
            <a:xfrm flipV="1">
              <a:off x="5054500" y="2391644"/>
              <a:ext cx="0" cy="12614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29ED7F84-2383-2B44-6055-5D7BF1369FDF}"/>
                </a:ext>
              </a:extLst>
            </p:cNvPr>
            <p:cNvCxnSpPr>
              <a:stCxn id="146" idx="4"/>
            </p:cNvCxnSpPr>
            <p:nvPr/>
          </p:nvCxnSpPr>
          <p:spPr>
            <a:xfrm>
              <a:off x="7607200" y="2791117"/>
              <a:ext cx="0" cy="45243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F31DE6E3-3766-A467-864F-79047C6DA501}"/>
                </a:ext>
              </a:extLst>
            </p:cNvPr>
            <p:cNvCxnSpPr>
              <a:stCxn id="145" idx="0"/>
            </p:cNvCxnSpPr>
            <p:nvPr/>
          </p:nvCxnSpPr>
          <p:spPr>
            <a:xfrm flipV="1">
              <a:off x="7607200" y="2391644"/>
              <a:ext cx="0" cy="13592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267CE54C-D468-4140-DF7F-ECE5C8122B64}"/>
                </a:ext>
              </a:extLst>
            </p:cNvPr>
            <p:cNvCxnSpPr>
              <a:stCxn id="148" idx="4"/>
            </p:cNvCxnSpPr>
            <p:nvPr/>
          </p:nvCxnSpPr>
          <p:spPr>
            <a:xfrm flipH="1">
              <a:off x="8074936" y="2502438"/>
              <a:ext cx="1" cy="74111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747777F9-2B9F-FE81-9B41-B59192AD8640}"/>
                </a:ext>
              </a:extLst>
            </p:cNvPr>
            <p:cNvCxnSpPr>
              <a:stCxn id="147" idx="4"/>
            </p:cNvCxnSpPr>
            <p:nvPr/>
          </p:nvCxnSpPr>
          <p:spPr>
            <a:xfrm flipH="1">
              <a:off x="4596083" y="2527569"/>
              <a:ext cx="1" cy="7159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2BD065C6-53B4-4F78-CC80-FAD0D2AAC319}"/>
                </a:ext>
              </a:extLst>
            </p:cNvPr>
            <p:cNvSpPr txBox="1"/>
            <p:nvPr/>
          </p:nvSpPr>
          <p:spPr>
            <a:xfrm>
              <a:off x="4518587" y="1788062"/>
              <a:ext cx="3369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</a:t>
              </a:r>
              <a:endParaRPr lang="en-US" baseline="-25000" dirty="0"/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0D2A47A1-3607-3664-7BEF-19865904DA13}"/>
                </a:ext>
              </a:extLst>
            </p:cNvPr>
            <p:cNvSpPr txBox="1"/>
            <p:nvPr/>
          </p:nvSpPr>
          <p:spPr>
            <a:xfrm>
              <a:off x="7661835" y="1741656"/>
              <a:ext cx="3369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</a:t>
              </a:r>
              <a:endParaRPr lang="en-US" baseline="-25000" dirty="0"/>
            </a:p>
          </p:txBody>
        </p: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0F347A53-FB46-DE2C-E5F4-7B7E32CA8BD4}"/>
                </a:ext>
              </a:extLst>
            </p:cNvPr>
            <p:cNvCxnSpPr/>
            <p:nvPr/>
          </p:nvCxnSpPr>
          <p:spPr>
            <a:xfrm>
              <a:off x="4505181" y="2171507"/>
              <a:ext cx="3503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F79D6076-6432-A1B0-3ADC-7485425BF8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1835" y="2171596"/>
              <a:ext cx="3630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B8638C21-CC41-C722-B42F-E7404623C226}"/>
                </a:ext>
              </a:extLst>
            </p:cNvPr>
            <p:cNvSpPr txBox="1"/>
            <p:nvPr/>
          </p:nvSpPr>
          <p:spPr>
            <a:xfrm>
              <a:off x="5136319" y="2508822"/>
              <a:ext cx="3369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V</a:t>
              </a:r>
              <a:endParaRPr lang="en-US" baseline="-25000" dirty="0"/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1BEF3F93-BB3F-C64D-D5CF-D354CB641147}"/>
                </a:ext>
              </a:extLst>
            </p:cNvPr>
            <p:cNvSpPr txBox="1"/>
            <p:nvPr/>
          </p:nvSpPr>
          <p:spPr>
            <a:xfrm>
              <a:off x="7165588" y="2487636"/>
              <a:ext cx="3369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V</a:t>
              </a:r>
              <a:endParaRPr lang="en-US" baseline="-25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123320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28C04-CE10-CFD2-8DFE-ABC39F317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Oval 273">
            <a:extLst>
              <a:ext uri="{FF2B5EF4-FFF2-40B4-BE49-F238E27FC236}">
                <a16:creationId xmlns:a16="http://schemas.microsoft.com/office/drawing/2014/main" id="{34CAE2A0-8ADA-2505-866E-FDC6FC7AE39C}"/>
              </a:ext>
            </a:extLst>
          </p:cNvPr>
          <p:cNvSpPr/>
          <p:nvPr/>
        </p:nvSpPr>
        <p:spPr>
          <a:xfrm>
            <a:off x="4524782" y="3959981"/>
            <a:ext cx="5405839" cy="1265897"/>
          </a:xfrm>
          <a:prstGeom prst="ellipse">
            <a:avLst/>
          </a:prstGeom>
          <a:solidFill>
            <a:schemeClr val="bg1">
              <a:lumMod val="85000"/>
              <a:alpha val="10196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Oval 269">
            <a:extLst>
              <a:ext uri="{FF2B5EF4-FFF2-40B4-BE49-F238E27FC236}">
                <a16:creationId xmlns:a16="http://schemas.microsoft.com/office/drawing/2014/main" id="{4BE5BDCF-4206-367F-6DA3-C663DD1261E9}"/>
              </a:ext>
            </a:extLst>
          </p:cNvPr>
          <p:cNvSpPr/>
          <p:nvPr/>
        </p:nvSpPr>
        <p:spPr>
          <a:xfrm>
            <a:off x="4524783" y="4109747"/>
            <a:ext cx="3843006" cy="978755"/>
          </a:xfrm>
          <a:prstGeom prst="ellipse">
            <a:avLst/>
          </a:prstGeom>
          <a:solidFill>
            <a:srgbClr val="A6CAEC">
              <a:alpha val="10196"/>
            </a:srgbClr>
          </a:solidFill>
          <a:ln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555511E8-9204-4971-18DA-82D7AA91B01A}"/>
              </a:ext>
            </a:extLst>
          </p:cNvPr>
          <p:cNvGrpSpPr/>
          <p:nvPr/>
        </p:nvGrpSpPr>
        <p:grpSpPr>
          <a:xfrm>
            <a:off x="1592536" y="722481"/>
            <a:ext cx="8412330" cy="2044822"/>
            <a:chOff x="1173436" y="1741656"/>
            <a:chExt cx="8412330" cy="204482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125BD4E-6933-FFA4-4793-6F3166C90369}"/>
                </a:ext>
              </a:extLst>
            </p:cNvPr>
            <p:cNvGrpSpPr/>
            <p:nvPr/>
          </p:nvGrpSpPr>
          <p:grpSpPr>
            <a:xfrm>
              <a:off x="2410872" y="2109895"/>
              <a:ext cx="624543" cy="593129"/>
              <a:chOff x="8468657" y="1611591"/>
              <a:chExt cx="655024" cy="593129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3708CA6-A84A-2963-F963-2A70E24537AE}"/>
                  </a:ext>
                </a:extLst>
              </p:cNvPr>
              <p:cNvSpPr/>
              <p:nvPr/>
            </p:nvSpPr>
            <p:spPr>
              <a:xfrm>
                <a:off x="8468657" y="1629232"/>
                <a:ext cx="655024" cy="575488"/>
              </a:xfrm>
              <a:prstGeom prst="rect">
                <a:avLst/>
              </a:prstGeom>
              <a:solidFill>
                <a:srgbClr val="EE7C42"/>
              </a:solidFill>
              <a:ln w="19050" cap="flat" cmpd="sng" algn="ctr">
                <a:solidFill>
                  <a:srgbClr val="EE7C4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B8673B03-F273-C7AB-1757-0E8B9FCBC5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68657" y="1629232"/>
                <a:ext cx="655024" cy="575488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505CEA8-82F1-FA0F-5652-238A6876415F}"/>
                  </a:ext>
                </a:extLst>
              </p:cNvPr>
              <p:cNvSpPr txBox="1"/>
              <p:nvPr/>
            </p:nvSpPr>
            <p:spPr>
              <a:xfrm>
                <a:off x="8468657" y="1611591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7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ource Sans 3 Light" panose="020B0403030403020204" pitchFamily="34" charset="0"/>
                  </a:rPr>
                  <a:t>=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12B13CF-2FB2-61E5-8D92-9516FFDF7CFE}"/>
                  </a:ext>
                </a:extLst>
              </p:cNvPr>
              <p:cNvSpPr txBox="1"/>
              <p:nvPr/>
            </p:nvSpPr>
            <p:spPr>
              <a:xfrm>
                <a:off x="8818881" y="1866166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7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ource Sans 3 Light" panose="020B0403030403020204" pitchFamily="34" charset="0"/>
                  </a:rPr>
                  <a:t>~</a:t>
                </a:r>
              </a:p>
            </p:txBody>
          </p:sp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FDBB0AA-E9FA-1B4E-9005-47B2CFBF6C37}"/>
                </a:ext>
              </a:extLst>
            </p:cNvPr>
            <p:cNvSpPr txBox="1"/>
            <p:nvPr/>
          </p:nvSpPr>
          <p:spPr>
            <a:xfrm>
              <a:off x="1306790" y="2674562"/>
              <a:ext cx="645551" cy="272175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7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ource Sans 3 Light" panose="020B0403030403020204" pitchFamily="34" charset="0"/>
                </a:rPr>
                <a:t>Battery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127A55F0-01F0-8A37-E945-750078FF734C}"/>
                </a:ext>
              </a:extLst>
            </p:cNvPr>
            <p:cNvCxnSpPr>
              <a:cxnSpLocks/>
            </p:cNvCxnSpPr>
            <p:nvPr/>
          </p:nvCxnSpPr>
          <p:spPr>
            <a:xfrm>
              <a:off x="3035415" y="2396653"/>
              <a:ext cx="351391" cy="3878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5D88A803-FEB4-A734-61AC-3365B2E87DAD}"/>
                </a:ext>
              </a:extLst>
            </p:cNvPr>
            <p:cNvGrpSpPr/>
            <p:nvPr/>
          </p:nvGrpSpPr>
          <p:grpSpPr>
            <a:xfrm>
              <a:off x="3386808" y="2283269"/>
              <a:ext cx="351785" cy="234523"/>
              <a:chOff x="8977745" y="2743201"/>
              <a:chExt cx="609592" cy="406395"/>
            </a:xfrm>
          </p:grpSpPr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5851DD05-A8AB-5372-D3F6-7A6D5AC2F0E0}"/>
                  </a:ext>
                </a:extLst>
              </p:cNvPr>
              <p:cNvSpPr/>
              <p:nvPr/>
            </p:nvSpPr>
            <p:spPr>
              <a:xfrm>
                <a:off x="8977745" y="2743201"/>
                <a:ext cx="406395" cy="406395"/>
              </a:xfrm>
              <a:prstGeom prst="ellipse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252F4C7E-0F83-C346-2919-67E5FBD2934C}"/>
                  </a:ext>
                </a:extLst>
              </p:cNvPr>
              <p:cNvSpPr/>
              <p:nvPr/>
            </p:nvSpPr>
            <p:spPr>
              <a:xfrm>
                <a:off x="9180942" y="2743201"/>
                <a:ext cx="406395" cy="406395"/>
              </a:xfrm>
              <a:prstGeom prst="ellipse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</p:grp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8EFE32-68E2-51A5-F285-8E95E1B5B1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8593" y="2396653"/>
              <a:ext cx="657953" cy="3877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6368065-BCF4-3747-D6BE-EC008AC81E74}"/>
                </a:ext>
              </a:extLst>
            </p:cNvPr>
            <p:cNvSpPr/>
            <p:nvPr/>
          </p:nvSpPr>
          <p:spPr>
            <a:xfrm>
              <a:off x="3939166" y="2321793"/>
              <a:ext cx="120421" cy="157475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pic>
          <p:nvPicPr>
            <p:cNvPr id="84" name="Picture 10" descr="Phone Battery Icon Full Battery Stock Illustration 1578448333 | Shutterstock">
              <a:extLst>
                <a:ext uri="{FF2B5EF4-FFF2-40B4-BE49-F238E27FC236}">
                  <a16:creationId xmlns:a16="http://schemas.microsoft.com/office/drawing/2014/main" id="{DB87BD84-17A6-6A2A-4C1F-468C0C7028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99" t="23031" r="12858" b="30950"/>
            <a:stretch>
              <a:fillRect/>
            </a:stretch>
          </p:blipFill>
          <p:spPr bwMode="auto">
            <a:xfrm>
              <a:off x="1173436" y="2146586"/>
              <a:ext cx="837197" cy="5289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CAFED523-9289-3E26-58AC-0ABDC8236DFE}"/>
                </a:ext>
              </a:extLst>
            </p:cNvPr>
            <p:cNvSpPr/>
            <p:nvPr/>
          </p:nvSpPr>
          <p:spPr>
            <a:xfrm>
              <a:off x="8858442" y="2028677"/>
              <a:ext cx="727324" cy="727324"/>
            </a:xfrm>
            <a:prstGeom prst="ellipse">
              <a:avLst/>
            </a:prstGeom>
            <a:solidFill>
              <a:srgbClr val="FFFFFF">
                <a:lumMod val="75000"/>
              </a:srgbClr>
            </a:solidFill>
            <a:ln w="19050" cap="flat" cmpd="sng" algn="ctr">
              <a:solidFill>
                <a:srgbClr val="F4F4F4">
                  <a:lumMod val="2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</a:t>
              </a:r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03875419-5FF6-A850-32E4-A900D49D4468}"/>
                </a:ext>
              </a:extLst>
            </p:cNvPr>
            <p:cNvCxnSpPr>
              <a:cxnSpLocks/>
            </p:cNvCxnSpPr>
            <p:nvPr/>
          </p:nvCxnSpPr>
          <p:spPr>
            <a:xfrm>
              <a:off x="4396546" y="1778756"/>
              <a:ext cx="0" cy="1244135"/>
            </a:xfrm>
            <a:prstGeom prst="line">
              <a:avLst/>
            </a:prstGeom>
            <a:noFill/>
            <a:ln w="762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A3AF5773-990A-AB04-5AA8-9DA0909F5794}"/>
                </a:ext>
              </a:extLst>
            </p:cNvPr>
            <p:cNvCxnSpPr>
              <a:cxnSpLocks/>
              <a:endCxn id="85" idx="2"/>
            </p:cNvCxnSpPr>
            <p:nvPr/>
          </p:nvCxnSpPr>
          <p:spPr>
            <a:xfrm>
              <a:off x="8249093" y="2392339"/>
              <a:ext cx="609349" cy="0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0BBF4CE-6885-7AF1-6D76-09E1C09FA3AA}"/>
                </a:ext>
              </a:extLst>
            </p:cNvPr>
            <p:cNvSpPr/>
            <p:nvPr/>
          </p:nvSpPr>
          <p:spPr>
            <a:xfrm>
              <a:off x="8615981" y="2312999"/>
              <a:ext cx="120421" cy="157475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DA17535-DC26-D118-7C63-305FE51C47C4}"/>
                </a:ext>
              </a:extLst>
            </p:cNvPr>
            <p:cNvCxnSpPr>
              <a:cxnSpLocks/>
            </p:cNvCxnSpPr>
            <p:nvPr/>
          </p:nvCxnSpPr>
          <p:spPr>
            <a:xfrm>
              <a:off x="4402541" y="2391645"/>
              <a:ext cx="3846552" cy="0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B870BB3E-6744-C735-5D96-2048A7F97623}"/>
                </a:ext>
              </a:extLst>
            </p:cNvPr>
            <p:cNvSpPr/>
            <p:nvPr/>
          </p:nvSpPr>
          <p:spPr>
            <a:xfrm>
              <a:off x="4731772" y="2321422"/>
              <a:ext cx="120421" cy="157475"/>
            </a:xfrm>
            <a:prstGeom prst="rect">
              <a:avLst/>
            </a:prstGeom>
            <a:solidFill>
              <a:srgbClr val="FF0000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A77D2A2-9CAB-28B2-65A5-8D2BFDF9621B}"/>
                </a:ext>
              </a:extLst>
            </p:cNvPr>
            <p:cNvSpPr/>
            <p:nvPr/>
          </p:nvSpPr>
          <p:spPr>
            <a:xfrm>
              <a:off x="7770105" y="2312907"/>
              <a:ext cx="120421" cy="157475"/>
            </a:xfrm>
            <a:prstGeom prst="rect">
              <a:avLst/>
            </a:prstGeom>
            <a:solidFill>
              <a:srgbClr val="FF0000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4EC0839B-1B87-B98A-D40D-0153CC36586A}"/>
                </a:ext>
              </a:extLst>
            </p:cNvPr>
            <p:cNvCxnSpPr>
              <a:cxnSpLocks/>
              <a:stCxn id="84" idx="3"/>
              <a:endCxn id="31" idx="1"/>
            </p:cNvCxnSpPr>
            <p:nvPr/>
          </p:nvCxnSpPr>
          <p:spPr>
            <a:xfrm>
              <a:off x="2010633" y="2411050"/>
              <a:ext cx="400239" cy="4230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B8006458-BDEF-D879-10B3-45A065C29BC2}"/>
                </a:ext>
              </a:extLst>
            </p:cNvPr>
            <p:cNvCxnSpPr>
              <a:cxnSpLocks/>
            </p:cNvCxnSpPr>
            <p:nvPr/>
          </p:nvCxnSpPr>
          <p:spPr>
            <a:xfrm>
              <a:off x="8249093" y="1788982"/>
              <a:ext cx="0" cy="1244135"/>
            </a:xfrm>
            <a:prstGeom prst="line">
              <a:avLst/>
            </a:prstGeom>
            <a:noFill/>
            <a:ln w="762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D2780807-24CE-3F68-F169-4CE74CA6289B}"/>
                </a:ext>
              </a:extLst>
            </p:cNvPr>
            <p:cNvGrpSpPr/>
            <p:nvPr/>
          </p:nvGrpSpPr>
          <p:grpSpPr>
            <a:xfrm>
              <a:off x="4966652" y="2517792"/>
              <a:ext cx="175696" cy="263544"/>
              <a:chOff x="3211110" y="4171950"/>
              <a:chExt cx="175696" cy="263544"/>
            </a:xfrm>
          </p:grpSpPr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78334A38-6DD6-7760-3CCF-525D3AC08801}"/>
                  </a:ext>
                </a:extLst>
              </p:cNvPr>
              <p:cNvSpPr/>
              <p:nvPr/>
            </p:nvSpPr>
            <p:spPr>
              <a:xfrm>
                <a:off x="3211110" y="4171950"/>
                <a:ext cx="175696" cy="175696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76E769C1-CF02-7C4A-ED27-FCC659B0BD94}"/>
                  </a:ext>
                </a:extLst>
              </p:cNvPr>
              <p:cNvSpPr/>
              <p:nvPr/>
            </p:nvSpPr>
            <p:spPr>
              <a:xfrm>
                <a:off x="3211110" y="4259798"/>
                <a:ext cx="175696" cy="175696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DCA09E08-AAAD-3DAF-A95E-0FEA23E82EC0}"/>
                </a:ext>
              </a:extLst>
            </p:cNvPr>
            <p:cNvGrpSpPr/>
            <p:nvPr/>
          </p:nvGrpSpPr>
          <p:grpSpPr>
            <a:xfrm>
              <a:off x="7519352" y="2527573"/>
              <a:ext cx="175696" cy="263544"/>
              <a:chOff x="3211110" y="4171950"/>
              <a:chExt cx="175696" cy="263544"/>
            </a:xfrm>
          </p:grpSpPr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613F7B81-C0E1-E987-0B70-D03921E55360}"/>
                  </a:ext>
                </a:extLst>
              </p:cNvPr>
              <p:cNvSpPr/>
              <p:nvPr/>
            </p:nvSpPr>
            <p:spPr>
              <a:xfrm>
                <a:off x="3211110" y="4171950"/>
                <a:ext cx="175696" cy="175696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194636CC-AE5B-C0F1-CEDE-C99545E7B9AF}"/>
                  </a:ext>
                </a:extLst>
              </p:cNvPr>
              <p:cNvSpPr/>
              <p:nvPr/>
            </p:nvSpPr>
            <p:spPr>
              <a:xfrm>
                <a:off x="3211110" y="4259798"/>
                <a:ext cx="175696" cy="175696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8C32660B-EEC0-C2AC-9292-3D1FC03FA974}"/>
                </a:ext>
              </a:extLst>
            </p:cNvPr>
            <p:cNvSpPr/>
            <p:nvPr/>
          </p:nvSpPr>
          <p:spPr>
            <a:xfrm>
              <a:off x="4562475" y="2279172"/>
              <a:ext cx="67217" cy="248397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492F0A42-A46D-B939-9BB2-BF29C965F4FC}"/>
                </a:ext>
              </a:extLst>
            </p:cNvPr>
            <p:cNvSpPr/>
            <p:nvPr/>
          </p:nvSpPr>
          <p:spPr>
            <a:xfrm>
              <a:off x="8041328" y="2254041"/>
              <a:ext cx="67217" cy="248397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: Rounded Corners 148">
              <a:extLst>
                <a:ext uri="{FF2B5EF4-FFF2-40B4-BE49-F238E27FC236}">
                  <a16:creationId xmlns:a16="http://schemas.microsoft.com/office/drawing/2014/main" id="{FDDA88A3-C6E8-A1DE-F593-72939C8D42FB}"/>
                </a:ext>
              </a:extLst>
            </p:cNvPr>
            <p:cNvSpPr/>
            <p:nvPr/>
          </p:nvSpPr>
          <p:spPr>
            <a:xfrm>
              <a:off x="4436511" y="3257550"/>
              <a:ext cx="837197" cy="52892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Relay 1</a:t>
              </a:r>
            </a:p>
          </p:txBody>
        </p:sp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A20C5E0C-7B0D-79B8-1425-498B19E9FBA6}"/>
                </a:ext>
              </a:extLst>
            </p:cNvPr>
            <p:cNvSpPr/>
            <p:nvPr/>
          </p:nvSpPr>
          <p:spPr>
            <a:xfrm>
              <a:off x="7411896" y="3243553"/>
              <a:ext cx="837197" cy="52892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Relay 2</a:t>
              </a:r>
            </a:p>
          </p:txBody>
        </p: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0013E30F-3E0B-43BF-E8A7-D978A50947CA}"/>
                </a:ext>
              </a:extLst>
            </p:cNvPr>
            <p:cNvCxnSpPr>
              <a:stCxn id="150" idx="1"/>
              <a:endCxn id="149" idx="3"/>
            </p:cNvCxnSpPr>
            <p:nvPr/>
          </p:nvCxnSpPr>
          <p:spPr>
            <a:xfrm flipH="1">
              <a:off x="5273708" y="3508017"/>
              <a:ext cx="2138188" cy="1399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DE374AB3-505C-593D-788A-3698120C8474}"/>
                </a:ext>
              </a:extLst>
            </p:cNvPr>
            <p:cNvCxnSpPr>
              <a:stCxn id="142" idx="4"/>
            </p:cNvCxnSpPr>
            <p:nvPr/>
          </p:nvCxnSpPr>
          <p:spPr>
            <a:xfrm>
              <a:off x="5054500" y="2781336"/>
              <a:ext cx="0" cy="47621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61C1930B-E966-D88B-81D5-E8726AE05AB5}"/>
                </a:ext>
              </a:extLst>
            </p:cNvPr>
            <p:cNvCxnSpPr>
              <a:stCxn id="141" idx="0"/>
            </p:cNvCxnSpPr>
            <p:nvPr/>
          </p:nvCxnSpPr>
          <p:spPr>
            <a:xfrm flipV="1">
              <a:off x="5054500" y="2391644"/>
              <a:ext cx="0" cy="12614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EBFC62B5-9222-4D33-7143-F46589640A84}"/>
                </a:ext>
              </a:extLst>
            </p:cNvPr>
            <p:cNvCxnSpPr>
              <a:stCxn id="146" idx="4"/>
            </p:cNvCxnSpPr>
            <p:nvPr/>
          </p:nvCxnSpPr>
          <p:spPr>
            <a:xfrm>
              <a:off x="7607200" y="2791117"/>
              <a:ext cx="0" cy="45243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106747BA-0807-7A70-3924-A53812CAB942}"/>
                </a:ext>
              </a:extLst>
            </p:cNvPr>
            <p:cNvCxnSpPr>
              <a:stCxn id="145" idx="0"/>
            </p:cNvCxnSpPr>
            <p:nvPr/>
          </p:nvCxnSpPr>
          <p:spPr>
            <a:xfrm flipV="1">
              <a:off x="7607200" y="2391644"/>
              <a:ext cx="0" cy="13592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5AAD873B-EA29-7A2E-61B7-F010D73E372B}"/>
                </a:ext>
              </a:extLst>
            </p:cNvPr>
            <p:cNvCxnSpPr>
              <a:stCxn id="148" idx="4"/>
            </p:cNvCxnSpPr>
            <p:nvPr/>
          </p:nvCxnSpPr>
          <p:spPr>
            <a:xfrm flipH="1">
              <a:off x="8074936" y="2502438"/>
              <a:ext cx="1" cy="74111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73E4301F-71FA-9914-2376-C8119FA25BB8}"/>
                </a:ext>
              </a:extLst>
            </p:cNvPr>
            <p:cNvCxnSpPr>
              <a:stCxn id="147" idx="4"/>
            </p:cNvCxnSpPr>
            <p:nvPr/>
          </p:nvCxnSpPr>
          <p:spPr>
            <a:xfrm flipH="1">
              <a:off x="4596083" y="2527569"/>
              <a:ext cx="1" cy="7159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B5D95B21-94D9-B2BE-406D-59EAE3520C48}"/>
                </a:ext>
              </a:extLst>
            </p:cNvPr>
            <p:cNvSpPr txBox="1"/>
            <p:nvPr/>
          </p:nvSpPr>
          <p:spPr>
            <a:xfrm>
              <a:off x="4518587" y="1788062"/>
              <a:ext cx="3369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</a:t>
              </a:r>
              <a:r>
                <a:rPr lang="en-US" baseline="-25000" dirty="0"/>
                <a:t>L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F7EDD375-53DC-244B-2FEC-057E02CE3658}"/>
                </a:ext>
              </a:extLst>
            </p:cNvPr>
            <p:cNvSpPr txBox="1"/>
            <p:nvPr/>
          </p:nvSpPr>
          <p:spPr>
            <a:xfrm>
              <a:off x="7661835" y="1741656"/>
              <a:ext cx="3369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</a:t>
              </a:r>
              <a:r>
                <a:rPr lang="en-US" baseline="-25000" dirty="0"/>
                <a:t>R</a:t>
              </a:r>
            </a:p>
          </p:txBody>
        </p: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B575F7F4-D276-2307-E066-81EDC60D3204}"/>
                </a:ext>
              </a:extLst>
            </p:cNvPr>
            <p:cNvCxnSpPr/>
            <p:nvPr/>
          </p:nvCxnSpPr>
          <p:spPr>
            <a:xfrm>
              <a:off x="4505181" y="2171507"/>
              <a:ext cx="3503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896D4D2D-B25D-726A-3C34-114517F1C8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1835" y="2171596"/>
              <a:ext cx="3630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EEC2E99F-0A18-2B42-BD32-F4E7478D7D8A}"/>
                </a:ext>
              </a:extLst>
            </p:cNvPr>
            <p:cNvSpPr txBox="1"/>
            <p:nvPr/>
          </p:nvSpPr>
          <p:spPr>
            <a:xfrm>
              <a:off x="5441900" y="3486630"/>
              <a:ext cx="18018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rgbClr val="E97132"/>
                  </a:solidFill>
                </a:rPr>
                <a:t>Communication scheme</a:t>
              </a:r>
            </a:p>
          </p:txBody>
        </p: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1C4876EB-D8CF-A639-EF81-46B0617AEA56}"/>
              </a:ext>
            </a:extLst>
          </p:cNvPr>
          <p:cNvGrpSpPr/>
          <p:nvPr/>
        </p:nvGrpSpPr>
        <p:grpSpPr>
          <a:xfrm>
            <a:off x="992461" y="3979031"/>
            <a:ext cx="10088730" cy="2007722"/>
            <a:chOff x="1173436" y="1778756"/>
            <a:chExt cx="10088730" cy="2007722"/>
          </a:xfrm>
        </p:grpSpPr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3FA0440C-BDFB-27AC-EEBC-D99D505A0BAC}"/>
                </a:ext>
              </a:extLst>
            </p:cNvPr>
            <p:cNvGrpSpPr/>
            <p:nvPr/>
          </p:nvGrpSpPr>
          <p:grpSpPr>
            <a:xfrm>
              <a:off x="2410872" y="2109895"/>
              <a:ext cx="624543" cy="593129"/>
              <a:chOff x="8468657" y="1611591"/>
              <a:chExt cx="655024" cy="593129"/>
            </a:xfrm>
          </p:grpSpPr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CA7C39D6-AFC1-05B2-DC4D-073F08BCEB3D}"/>
                  </a:ext>
                </a:extLst>
              </p:cNvPr>
              <p:cNvSpPr/>
              <p:nvPr/>
            </p:nvSpPr>
            <p:spPr>
              <a:xfrm>
                <a:off x="8468657" y="1629232"/>
                <a:ext cx="655024" cy="575488"/>
              </a:xfrm>
              <a:prstGeom prst="rect">
                <a:avLst/>
              </a:prstGeom>
              <a:solidFill>
                <a:srgbClr val="EE7C42"/>
              </a:solidFill>
              <a:ln w="19050" cap="flat" cmpd="sng" algn="ctr">
                <a:solidFill>
                  <a:srgbClr val="EE7C4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05E1C83B-453E-962C-3BEE-6D5A5A03602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68657" y="1629232"/>
                <a:ext cx="655024" cy="575488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</p:cxn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71DDB3F7-B693-3E20-3737-EC08F93BE1F2}"/>
                  </a:ext>
                </a:extLst>
              </p:cNvPr>
              <p:cNvSpPr txBox="1"/>
              <p:nvPr/>
            </p:nvSpPr>
            <p:spPr>
              <a:xfrm>
                <a:off x="8468657" y="1611591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7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ource Sans 3 Light" panose="020B0403030403020204" pitchFamily="34" charset="0"/>
                  </a:rPr>
                  <a:t>=</a:t>
                </a:r>
              </a:p>
            </p:txBody>
          </p: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ADB7039A-51CA-38D7-1E4F-D7523B284AA9}"/>
                  </a:ext>
                </a:extLst>
              </p:cNvPr>
              <p:cNvSpPr txBox="1"/>
              <p:nvPr/>
            </p:nvSpPr>
            <p:spPr>
              <a:xfrm>
                <a:off x="8818881" y="1866166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7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ource Sans 3 Light" panose="020B0403030403020204" pitchFamily="34" charset="0"/>
                  </a:rPr>
                  <a:t>~</a:t>
                </a:r>
              </a:p>
            </p:txBody>
          </p:sp>
        </p:grp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E67FA39F-38AB-09A5-4FAE-E66EECA81BBE}"/>
                </a:ext>
              </a:extLst>
            </p:cNvPr>
            <p:cNvSpPr txBox="1"/>
            <p:nvPr/>
          </p:nvSpPr>
          <p:spPr>
            <a:xfrm>
              <a:off x="1306790" y="2674562"/>
              <a:ext cx="645551" cy="272175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7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ource Sans 3 Light" panose="020B0403030403020204" pitchFamily="34" charset="0"/>
                </a:rPr>
                <a:t>Battery</a:t>
              </a:r>
            </a:p>
          </p:txBody>
        </p: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6CF8FDE6-082A-3B8E-3730-CC7E80661C54}"/>
                </a:ext>
              </a:extLst>
            </p:cNvPr>
            <p:cNvCxnSpPr>
              <a:cxnSpLocks/>
            </p:cNvCxnSpPr>
            <p:nvPr/>
          </p:nvCxnSpPr>
          <p:spPr>
            <a:xfrm>
              <a:off x="3035415" y="2396653"/>
              <a:ext cx="351391" cy="3878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17E59DDD-DA4A-1C63-521A-8B1DF382730E}"/>
                </a:ext>
              </a:extLst>
            </p:cNvPr>
            <p:cNvGrpSpPr/>
            <p:nvPr/>
          </p:nvGrpSpPr>
          <p:grpSpPr>
            <a:xfrm>
              <a:off x="3386808" y="2283269"/>
              <a:ext cx="351785" cy="234523"/>
              <a:chOff x="8977745" y="2743201"/>
              <a:chExt cx="609592" cy="406395"/>
            </a:xfrm>
          </p:grpSpPr>
          <p:sp>
            <p:nvSpPr>
              <p:cNvPr id="263" name="Oval 262">
                <a:extLst>
                  <a:ext uri="{FF2B5EF4-FFF2-40B4-BE49-F238E27FC236}">
                    <a16:creationId xmlns:a16="http://schemas.microsoft.com/office/drawing/2014/main" id="{30C08B5D-4AC0-C81B-370F-306682F2438A}"/>
                  </a:ext>
                </a:extLst>
              </p:cNvPr>
              <p:cNvSpPr/>
              <p:nvPr/>
            </p:nvSpPr>
            <p:spPr>
              <a:xfrm>
                <a:off x="8977745" y="2743201"/>
                <a:ext cx="406395" cy="406395"/>
              </a:xfrm>
              <a:prstGeom prst="ellipse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7BE523EC-B716-9617-20C0-FB7705A16FD2}"/>
                  </a:ext>
                </a:extLst>
              </p:cNvPr>
              <p:cNvSpPr/>
              <p:nvPr/>
            </p:nvSpPr>
            <p:spPr>
              <a:xfrm>
                <a:off x="9180942" y="2743201"/>
                <a:ext cx="406395" cy="406395"/>
              </a:xfrm>
              <a:prstGeom prst="ellipse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</p:grp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7EC9514E-56FC-1D8E-CC24-B0D7C262F5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8593" y="2396653"/>
              <a:ext cx="657953" cy="3877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FA3DEE09-CBAC-56B1-78D3-A05EC28ED070}"/>
                </a:ext>
              </a:extLst>
            </p:cNvPr>
            <p:cNvSpPr/>
            <p:nvPr/>
          </p:nvSpPr>
          <p:spPr>
            <a:xfrm>
              <a:off x="3939166" y="2321793"/>
              <a:ext cx="120421" cy="157475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pic>
          <p:nvPicPr>
            <p:cNvPr id="231" name="Picture 10" descr="Phone Battery Icon Full Battery Stock Illustration 1578448333 | Shutterstock">
              <a:extLst>
                <a:ext uri="{FF2B5EF4-FFF2-40B4-BE49-F238E27FC236}">
                  <a16:creationId xmlns:a16="http://schemas.microsoft.com/office/drawing/2014/main" id="{73DC013D-6576-C0CE-C399-25651FAE5B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99" t="23031" r="12858" b="30950"/>
            <a:stretch>
              <a:fillRect/>
            </a:stretch>
          </p:blipFill>
          <p:spPr bwMode="auto">
            <a:xfrm>
              <a:off x="1173436" y="2146586"/>
              <a:ext cx="837197" cy="5289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FF37239D-15BF-C643-819A-C3294C384192}"/>
                </a:ext>
              </a:extLst>
            </p:cNvPr>
            <p:cNvSpPr/>
            <p:nvPr/>
          </p:nvSpPr>
          <p:spPr>
            <a:xfrm>
              <a:off x="10534842" y="2028677"/>
              <a:ext cx="727324" cy="727324"/>
            </a:xfrm>
            <a:prstGeom prst="ellipse">
              <a:avLst/>
            </a:prstGeom>
            <a:solidFill>
              <a:srgbClr val="FFFFFF">
                <a:lumMod val="75000"/>
              </a:srgbClr>
            </a:solidFill>
            <a:ln w="19050" cap="flat" cmpd="sng" algn="ctr">
              <a:solidFill>
                <a:srgbClr val="F4F4F4">
                  <a:lumMod val="2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</a:t>
              </a:r>
            </a:p>
          </p:txBody>
        </p: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B27E172B-5DF3-4021-9387-05AF9594DE22}"/>
                </a:ext>
              </a:extLst>
            </p:cNvPr>
            <p:cNvCxnSpPr>
              <a:cxnSpLocks/>
            </p:cNvCxnSpPr>
            <p:nvPr/>
          </p:nvCxnSpPr>
          <p:spPr>
            <a:xfrm>
              <a:off x="4396546" y="1778756"/>
              <a:ext cx="0" cy="1244135"/>
            </a:xfrm>
            <a:prstGeom prst="line">
              <a:avLst/>
            </a:prstGeom>
            <a:noFill/>
            <a:ln w="762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C6D2D14A-DEFF-C2AB-CFCA-C9BC4873C11B}"/>
                </a:ext>
              </a:extLst>
            </p:cNvPr>
            <p:cNvCxnSpPr>
              <a:cxnSpLocks/>
              <a:endCxn id="232" idx="2"/>
            </p:cNvCxnSpPr>
            <p:nvPr/>
          </p:nvCxnSpPr>
          <p:spPr>
            <a:xfrm>
              <a:off x="8249093" y="2391644"/>
              <a:ext cx="2285749" cy="695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ACA01E2E-D66A-A317-B611-6E3400DB9D9E}"/>
                </a:ext>
              </a:extLst>
            </p:cNvPr>
            <p:cNvSpPr/>
            <p:nvPr/>
          </p:nvSpPr>
          <p:spPr>
            <a:xfrm>
              <a:off x="8615981" y="2312999"/>
              <a:ext cx="120421" cy="157475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4C9DA5EE-72DC-6B36-05B7-958EC08D14D3}"/>
                </a:ext>
              </a:extLst>
            </p:cNvPr>
            <p:cNvCxnSpPr>
              <a:cxnSpLocks/>
            </p:cNvCxnSpPr>
            <p:nvPr/>
          </p:nvCxnSpPr>
          <p:spPr>
            <a:xfrm>
              <a:off x="4402541" y="2391645"/>
              <a:ext cx="3846552" cy="0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5909DDF9-DBB0-1A66-D6C4-47F8694B478C}"/>
                </a:ext>
              </a:extLst>
            </p:cNvPr>
            <p:cNvSpPr/>
            <p:nvPr/>
          </p:nvSpPr>
          <p:spPr>
            <a:xfrm>
              <a:off x="4731772" y="2321422"/>
              <a:ext cx="120421" cy="157475"/>
            </a:xfrm>
            <a:prstGeom prst="rect">
              <a:avLst/>
            </a:prstGeom>
            <a:solidFill>
              <a:srgbClr val="FF0000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C49A3752-7A14-0518-E045-E046BB89CB10}"/>
                </a:ext>
              </a:extLst>
            </p:cNvPr>
            <p:cNvSpPr/>
            <p:nvPr/>
          </p:nvSpPr>
          <p:spPr>
            <a:xfrm>
              <a:off x="7770105" y="2312907"/>
              <a:ext cx="120421" cy="157475"/>
            </a:xfrm>
            <a:prstGeom prst="rect">
              <a:avLst/>
            </a:prstGeom>
            <a:solidFill>
              <a:srgbClr val="FF0000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726BE4A5-2D92-DE24-76CB-9AFC865123A9}"/>
                </a:ext>
              </a:extLst>
            </p:cNvPr>
            <p:cNvCxnSpPr>
              <a:cxnSpLocks/>
              <a:stCxn id="231" idx="3"/>
              <a:endCxn id="265" idx="1"/>
            </p:cNvCxnSpPr>
            <p:nvPr/>
          </p:nvCxnSpPr>
          <p:spPr>
            <a:xfrm>
              <a:off x="2010633" y="2411050"/>
              <a:ext cx="400239" cy="4230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4D0B9D42-48B3-3BA1-4A49-FD270850CC64}"/>
                </a:ext>
              </a:extLst>
            </p:cNvPr>
            <p:cNvCxnSpPr>
              <a:cxnSpLocks/>
            </p:cNvCxnSpPr>
            <p:nvPr/>
          </p:nvCxnSpPr>
          <p:spPr>
            <a:xfrm>
              <a:off x="8249093" y="1788982"/>
              <a:ext cx="0" cy="1244135"/>
            </a:xfrm>
            <a:prstGeom prst="line">
              <a:avLst/>
            </a:prstGeom>
            <a:noFill/>
            <a:ln w="762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25C7CD34-E108-4D9B-B55D-297A9D93116B}"/>
                </a:ext>
              </a:extLst>
            </p:cNvPr>
            <p:cNvGrpSpPr/>
            <p:nvPr/>
          </p:nvGrpSpPr>
          <p:grpSpPr>
            <a:xfrm>
              <a:off x="4966652" y="2517792"/>
              <a:ext cx="175696" cy="263544"/>
              <a:chOff x="3211110" y="4171950"/>
              <a:chExt cx="175696" cy="263544"/>
            </a:xfrm>
          </p:grpSpPr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8A9C0028-55E4-6786-1B76-072A6B5E7E27}"/>
                  </a:ext>
                </a:extLst>
              </p:cNvPr>
              <p:cNvSpPr/>
              <p:nvPr/>
            </p:nvSpPr>
            <p:spPr>
              <a:xfrm>
                <a:off x="3211110" y="4171950"/>
                <a:ext cx="175696" cy="175696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" name="Oval 261">
                <a:extLst>
                  <a:ext uri="{FF2B5EF4-FFF2-40B4-BE49-F238E27FC236}">
                    <a16:creationId xmlns:a16="http://schemas.microsoft.com/office/drawing/2014/main" id="{1961693C-0C81-09DF-E913-A7931F849C0B}"/>
                  </a:ext>
                </a:extLst>
              </p:cNvPr>
              <p:cNvSpPr/>
              <p:nvPr/>
            </p:nvSpPr>
            <p:spPr>
              <a:xfrm>
                <a:off x="3211110" y="4259798"/>
                <a:ext cx="175696" cy="175696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26D96F31-BBCD-697B-CF4D-6FF7B1C6FE64}"/>
                </a:ext>
              </a:extLst>
            </p:cNvPr>
            <p:cNvSpPr/>
            <p:nvPr/>
          </p:nvSpPr>
          <p:spPr>
            <a:xfrm>
              <a:off x="4562475" y="2279172"/>
              <a:ext cx="67217" cy="248397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Rectangle: Rounded Corners 244">
              <a:extLst>
                <a:ext uri="{FF2B5EF4-FFF2-40B4-BE49-F238E27FC236}">
                  <a16:creationId xmlns:a16="http://schemas.microsoft.com/office/drawing/2014/main" id="{162CC621-CACB-6B61-891F-DDA4DF0E6771}"/>
                </a:ext>
              </a:extLst>
            </p:cNvPr>
            <p:cNvSpPr/>
            <p:nvPr/>
          </p:nvSpPr>
          <p:spPr>
            <a:xfrm>
              <a:off x="4436511" y="3257550"/>
              <a:ext cx="837197" cy="52892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Relay 1</a:t>
              </a:r>
            </a:p>
          </p:txBody>
        </p: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7730CAD9-B5CD-23BA-3000-3C4734E60067}"/>
                </a:ext>
              </a:extLst>
            </p:cNvPr>
            <p:cNvCxnSpPr>
              <a:stCxn id="262" idx="4"/>
            </p:cNvCxnSpPr>
            <p:nvPr/>
          </p:nvCxnSpPr>
          <p:spPr>
            <a:xfrm>
              <a:off x="5054500" y="2781336"/>
              <a:ext cx="0" cy="47621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F8B8377C-EF8C-9365-F390-4A3C0E9C5F9F}"/>
                </a:ext>
              </a:extLst>
            </p:cNvPr>
            <p:cNvCxnSpPr>
              <a:stCxn id="261" idx="0"/>
            </p:cNvCxnSpPr>
            <p:nvPr/>
          </p:nvCxnSpPr>
          <p:spPr>
            <a:xfrm flipV="1">
              <a:off x="5054500" y="2391644"/>
              <a:ext cx="0" cy="12614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53640871-6664-1AB6-6743-83B521569F5C}"/>
                </a:ext>
              </a:extLst>
            </p:cNvPr>
            <p:cNvCxnSpPr>
              <a:stCxn id="243" idx="4"/>
            </p:cNvCxnSpPr>
            <p:nvPr/>
          </p:nvCxnSpPr>
          <p:spPr>
            <a:xfrm flipH="1">
              <a:off x="4596083" y="2527569"/>
              <a:ext cx="1" cy="7159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3FF2CC7B-5F4D-57E7-7C17-6025BEBC3979}"/>
                </a:ext>
              </a:extLst>
            </p:cNvPr>
            <p:cNvCxnSpPr>
              <a:cxnSpLocks/>
            </p:cNvCxnSpPr>
            <p:nvPr/>
          </p:nvCxnSpPr>
          <p:spPr>
            <a:xfrm>
              <a:off x="10411268" y="1826381"/>
              <a:ext cx="0" cy="1244135"/>
            </a:xfrm>
            <a:prstGeom prst="line">
              <a:avLst/>
            </a:prstGeom>
            <a:noFill/>
            <a:ln w="762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088847F7-057D-2E6D-35A8-4F2EE3903096}"/>
                </a:ext>
              </a:extLst>
            </p:cNvPr>
            <p:cNvSpPr/>
            <p:nvPr/>
          </p:nvSpPr>
          <p:spPr>
            <a:xfrm>
              <a:off x="10052700" y="2302363"/>
              <a:ext cx="120421" cy="157475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</p:grpSp>
      <p:sp>
        <p:nvSpPr>
          <p:cNvPr id="269" name="Oval 268">
            <a:extLst>
              <a:ext uri="{FF2B5EF4-FFF2-40B4-BE49-F238E27FC236}">
                <a16:creationId xmlns:a16="http://schemas.microsoft.com/office/drawing/2014/main" id="{F4230027-BD1D-17BE-567A-96A546B5D15C}"/>
              </a:ext>
            </a:extLst>
          </p:cNvPr>
          <p:cNvSpPr/>
          <p:nvPr/>
        </p:nvSpPr>
        <p:spPr>
          <a:xfrm>
            <a:off x="4553717" y="4318286"/>
            <a:ext cx="2709604" cy="527976"/>
          </a:xfrm>
          <a:prstGeom prst="ellipse">
            <a:avLst/>
          </a:prstGeom>
          <a:solidFill>
            <a:srgbClr val="E97132">
              <a:alpha val="10196"/>
            </a:srgbClr>
          </a:solidFill>
          <a:ln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6D551219-6E6A-FB07-2EE5-D1657164620C}"/>
              </a:ext>
            </a:extLst>
          </p:cNvPr>
          <p:cNvSpPr txBox="1"/>
          <p:nvPr/>
        </p:nvSpPr>
        <p:spPr>
          <a:xfrm>
            <a:off x="4803355" y="3368743"/>
            <a:ext cx="1778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E97132"/>
                </a:solidFill>
              </a:rPr>
              <a:t>Zone 1: underreaching</a:t>
            </a:r>
          </a:p>
          <a:p>
            <a:r>
              <a:rPr lang="en-US" sz="1200" dirty="0">
                <a:solidFill>
                  <a:srgbClr val="0070C0"/>
                </a:solidFill>
              </a:rPr>
              <a:t>Zone 2: overreaching</a:t>
            </a:r>
          </a:p>
          <a:p>
            <a:r>
              <a:rPr lang="en-US" sz="1200" dirty="0"/>
              <a:t>Zone 3: backup</a:t>
            </a:r>
          </a:p>
        </p:txBody>
      </p:sp>
    </p:spTree>
    <p:extLst>
      <p:ext uri="{BB962C8B-B14F-4D97-AF65-F5344CB8AC3E}">
        <p14:creationId xmlns:p14="http://schemas.microsoft.com/office/powerpoint/2010/main" val="9647594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roup 176">
            <a:extLst>
              <a:ext uri="{FF2B5EF4-FFF2-40B4-BE49-F238E27FC236}">
                <a16:creationId xmlns:a16="http://schemas.microsoft.com/office/drawing/2014/main" id="{03CE7F08-71DF-8503-66DD-E93A79B09473}"/>
              </a:ext>
            </a:extLst>
          </p:cNvPr>
          <p:cNvGrpSpPr/>
          <p:nvPr/>
        </p:nvGrpSpPr>
        <p:grpSpPr>
          <a:xfrm>
            <a:off x="1544911" y="740531"/>
            <a:ext cx="8412330" cy="2007722"/>
            <a:chOff x="1173436" y="1778756"/>
            <a:chExt cx="8412330" cy="2007722"/>
          </a:xfrm>
        </p:grpSpPr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D98F58DC-651B-A604-CB2D-9DADB0F69FC7}"/>
                </a:ext>
              </a:extLst>
            </p:cNvPr>
            <p:cNvGrpSpPr/>
            <p:nvPr/>
          </p:nvGrpSpPr>
          <p:grpSpPr>
            <a:xfrm>
              <a:off x="2410872" y="2109895"/>
              <a:ext cx="624543" cy="593129"/>
              <a:chOff x="8468657" y="1611591"/>
              <a:chExt cx="655024" cy="593129"/>
            </a:xfrm>
          </p:grpSpPr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230E5128-8E26-4939-39ED-C26F6F0CAF00}"/>
                  </a:ext>
                </a:extLst>
              </p:cNvPr>
              <p:cNvSpPr/>
              <p:nvPr/>
            </p:nvSpPr>
            <p:spPr>
              <a:xfrm>
                <a:off x="8468657" y="1629232"/>
                <a:ext cx="655024" cy="575488"/>
              </a:xfrm>
              <a:prstGeom prst="rect">
                <a:avLst/>
              </a:prstGeom>
              <a:solidFill>
                <a:srgbClr val="EE7C42"/>
              </a:solidFill>
              <a:ln w="19050" cap="flat" cmpd="sng" algn="ctr">
                <a:solidFill>
                  <a:srgbClr val="EE7C4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6C208D4E-55E8-C185-6D88-F5AD9D1142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68657" y="1629232"/>
                <a:ext cx="655024" cy="575488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</p:cxnSp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73FE7CC8-B04F-FD02-6B71-6877B7DE6A2B}"/>
                  </a:ext>
                </a:extLst>
              </p:cNvPr>
              <p:cNvSpPr txBox="1"/>
              <p:nvPr/>
            </p:nvSpPr>
            <p:spPr>
              <a:xfrm>
                <a:off x="8468657" y="1611591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7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ource Sans 3 Light" panose="020B0403030403020204" pitchFamily="34" charset="0"/>
                  </a:rPr>
                  <a:t>=</a:t>
                </a:r>
              </a:p>
            </p:txBody>
          </p:sp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306ACE27-417E-F19D-BA87-DF8510CCB4F3}"/>
                  </a:ext>
                </a:extLst>
              </p:cNvPr>
              <p:cNvSpPr txBox="1"/>
              <p:nvPr/>
            </p:nvSpPr>
            <p:spPr>
              <a:xfrm>
                <a:off x="8818881" y="1866166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7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ource Sans 3 Light" panose="020B0403030403020204" pitchFamily="34" charset="0"/>
                  </a:rPr>
                  <a:t>~</a:t>
                </a:r>
              </a:p>
            </p:txBody>
          </p:sp>
        </p:grp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4E1D8B8F-E02C-3716-0460-3BE0D38D1C02}"/>
                </a:ext>
              </a:extLst>
            </p:cNvPr>
            <p:cNvSpPr txBox="1"/>
            <p:nvPr/>
          </p:nvSpPr>
          <p:spPr>
            <a:xfrm>
              <a:off x="1306790" y="2674562"/>
              <a:ext cx="645551" cy="272175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7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ource Sans 3 Light" panose="020B0403030403020204" pitchFamily="34" charset="0"/>
                </a:rPr>
                <a:t>Battery</a:t>
              </a:r>
            </a:p>
          </p:txBody>
        </p: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BD973D24-8C2B-58DF-EBB0-E1DA89D5EEA9}"/>
                </a:ext>
              </a:extLst>
            </p:cNvPr>
            <p:cNvCxnSpPr>
              <a:cxnSpLocks/>
            </p:cNvCxnSpPr>
            <p:nvPr/>
          </p:nvCxnSpPr>
          <p:spPr>
            <a:xfrm>
              <a:off x="3035415" y="2396653"/>
              <a:ext cx="351391" cy="3878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058A0FB5-9231-B5AF-CC39-5303F78BB24B}"/>
                </a:ext>
              </a:extLst>
            </p:cNvPr>
            <p:cNvGrpSpPr/>
            <p:nvPr/>
          </p:nvGrpSpPr>
          <p:grpSpPr>
            <a:xfrm>
              <a:off x="3386808" y="2283269"/>
              <a:ext cx="351785" cy="234523"/>
              <a:chOff x="8977745" y="2743201"/>
              <a:chExt cx="609592" cy="406395"/>
            </a:xfrm>
          </p:grpSpPr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2ED8CD49-6D12-71BC-E10A-75F220C069F9}"/>
                  </a:ext>
                </a:extLst>
              </p:cNvPr>
              <p:cNvSpPr/>
              <p:nvPr/>
            </p:nvSpPr>
            <p:spPr>
              <a:xfrm>
                <a:off x="8977745" y="2743201"/>
                <a:ext cx="406395" cy="406395"/>
              </a:xfrm>
              <a:prstGeom prst="ellipse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7BD069C1-4EF4-EA33-C1C8-E79585A345DC}"/>
                  </a:ext>
                </a:extLst>
              </p:cNvPr>
              <p:cNvSpPr/>
              <p:nvPr/>
            </p:nvSpPr>
            <p:spPr>
              <a:xfrm>
                <a:off x="9180942" y="2743201"/>
                <a:ext cx="406395" cy="406395"/>
              </a:xfrm>
              <a:prstGeom prst="ellipse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</p:grp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567639DD-3C44-0ED9-645E-D236453324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8593" y="2396653"/>
              <a:ext cx="657953" cy="3877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B558E150-2E76-33AE-1D37-6615E2D464B0}"/>
                </a:ext>
              </a:extLst>
            </p:cNvPr>
            <p:cNvSpPr/>
            <p:nvPr/>
          </p:nvSpPr>
          <p:spPr>
            <a:xfrm>
              <a:off x="3939166" y="2321793"/>
              <a:ext cx="120421" cy="157475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pic>
          <p:nvPicPr>
            <p:cNvPr id="184" name="Picture 10" descr="Phone Battery Icon Full Battery Stock Illustration 1578448333 | Shutterstock">
              <a:extLst>
                <a:ext uri="{FF2B5EF4-FFF2-40B4-BE49-F238E27FC236}">
                  <a16:creationId xmlns:a16="http://schemas.microsoft.com/office/drawing/2014/main" id="{AF9D0C7F-EB08-483E-99F8-ED2AAAB07A5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99" t="23031" r="12858" b="30950"/>
            <a:stretch>
              <a:fillRect/>
            </a:stretch>
          </p:blipFill>
          <p:spPr bwMode="auto">
            <a:xfrm>
              <a:off x="1173436" y="2146586"/>
              <a:ext cx="837197" cy="5289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DF38A82B-1081-95BC-5604-AC26CCBE1892}"/>
                </a:ext>
              </a:extLst>
            </p:cNvPr>
            <p:cNvSpPr/>
            <p:nvPr/>
          </p:nvSpPr>
          <p:spPr>
            <a:xfrm>
              <a:off x="8858442" y="2028677"/>
              <a:ext cx="727324" cy="727324"/>
            </a:xfrm>
            <a:prstGeom prst="ellipse">
              <a:avLst/>
            </a:prstGeom>
            <a:solidFill>
              <a:srgbClr val="FFFFFF">
                <a:lumMod val="75000"/>
              </a:srgbClr>
            </a:solidFill>
            <a:ln w="19050" cap="flat" cmpd="sng" algn="ctr">
              <a:solidFill>
                <a:srgbClr val="F4F4F4">
                  <a:lumMod val="2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</a:t>
              </a:r>
            </a:p>
          </p:txBody>
        </p: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26367FBF-1AD6-7883-88DF-2D5DDCDD9A39}"/>
                </a:ext>
              </a:extLst>
            </p:cNvPr>
            <p:cNvCxnSpPr>
              <a:cxnSpLocks/>
            </p:cNvCxnSpPr>
            <p:nvPr/>
          </p:nvCxnSpPr>
          <p:spPr>
            <a:xfrm>
              <a:off x="4396546" y="1778756"/>
              <a:ext cx="0" cy="1244135"/>
            </a:xfrm>
            <a:prstGeom prst="line">
              <a:avLst/>
            </a:prstGeom>
            <a:noFill/>
            <a:ln w="762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DCD90F76-35F8-FFF1-60B3-D68D6272DBB2}"/>
                </a:ext>
              </a:extLst>
            </p:cNvPr>
            <p:cNvCxnSpPr>
              <a:cxnSpLocks/>
              <a:endCxn id="185" idx="2"/>
            </p:cNvCxnSpPr>
            <p:nvPr/>
          </p:nvCxnSpPr>
          <p:spPr>
            <a:xfrm>
              <a:off x="8249093" y="2392339"/>
              <a:ext cx="609349" cy="0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FC66C5C9-A85F-3DBA-5B72-C8D830909D15}"/>
                </a:ext>
              </a:extLst>
            </p:cNvPr>
            <p:cNvSpPr/>
            <p:nvPr/>
          </p:nvSpPr>
          <p:spPr>
            <a:xfrm>
              <a:off x="8615981" y="2312999"/>
              <a:ext cx="120421" cy="157475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EC710EE0-C6BA-67B4-2156-821C6F0EFA6E}"/>
                </a:ext>
              </a:extLst>
            </p:cNvPr>
            <p:cNvCxnSpPr>
              <a:cxnSpLocks/>
            </p:cNvCxnSpPr>
            <p:nvPr/>
          </p:nvCxnSpPr>
          <p:spPr>
            <a:xfrm>
              <a:off x="4402541" y="2391645"/>
              <a:ext cx="3846552" cy="0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F98C3D6C-A2B7-E659-2903-135035739781}"/>
                </a:ext>
              </a:extLst>
            </p:cNvPr>
            <p:cNvSpPr/>
            <p:nvPr/>
          </p:nvSpPr>
          <p:spPr>
            <a:xfrm>
              <a:off x="4731772" y="2321422"/>
              <a:ext cx="120421" cy="157475"/>
            </a:xfrm>
            <a:prstGeom prst="rect">
              <a:avLst/>
            </a:prstGeom>
            <a:solidFill>
              <a:srgbClr val="FF0000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30574D53-1313-B2E2-3F2B-B6514D118D73}"/>
                </a:ext>
              </a:extLst>
            </p:cNvPr>
            <p:cNvSpPr/>
            <p:nvPr/>
          </p:nvSpPr>
          <p:spPr>
            <a:xfrm>
              <a:off x="7770105" y="2312907"/>
              <a:ext cx="120421" cy="157475"/>
            </a:xfrm>
            <a:prstGeom prst="rect">
              <a:avLst/>
            </a:prstGeom>
            <a:solidFill>
              <a:srgbClr val="FF0000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9833432-2AE6-C2C4-A1D6-20231B92ABF3}"/>
                </a:ext>
              </a:extLst>
            </p:cNvPr>
            <p:cNvCxnSpPr>
              <a:cxnSpLocks/>
              <a:stCxn id="184" idx="3"/>
              <a:endCxn id="220" idx="1"/>
            </p:cNvCxnSpPr>
            <p:nvPr/>
          </p:nvCxnSpPr>
          <p:spPr>
            <a:xfrm>
              <a:off x="2010633" y="2411050"/>
              <a:ext cx="400239" cy="4230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92F234D3-E22E-7778-A4AE-C7BCB7ABD063}"/>
                </a:ext>
              </a:extLst>
            </p:cNvPr>
            <p:cNvCxnSpPr>
              <a:cxnSpLocks/>
            </p:cNvCxnSpPr>
            <p:nvPr/>
          </p:nvCxnSpPr>
          <p:spPr>
            <a:xfrm>
              <a:off x="8249093" y="1788982"/>
              <a:ext cx="0" cy="1244135"/>
            </a:xfrm>
            <a:prstGeom prst="line">
              <a:avLst/>
            </a:prstGeom>
            <a:noFill/>
            <a:ln w="762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6B9C7463-7816-6F1F-4F79-5A0DB7ECAEFD}"/>
                </a:ext>
              </a:extLst>
            </p:cNvPr>
            <p:cNvGrpSpPr/>
            <p:nvPr/>
          </p:nvGrpSpPr>
          <p:grpSpPr>
            <a:xfrm>
              <a:off x="4966652" y="2517792"/>
              <a:ext cx="175696" cy="263544"/>
              <a:chOff x="3211110" y="4171950"/>
              <a:chExt cx="175696" cy="263544"/>
            </a:xfrm>
          </p:grpSpPr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7A26670D-C711-5963-B112-024123383243}"/>
                  </a:ext>
                </a:extLst>
              </p:cNvPr>
              <p:cNvSpPr/>
              <p:nvPr/>
            </p:nvSpPr>
            <p:spPr>
              <a:xfrm>
                <a:off x="3211110" y="4171950"/>
                <a:ext cx="175696" cy="175696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D5375220-846E-D2FE-BF25-379ECF63339A}"/>
                  </a:ext>
                </a:extLst>
              </p:cNvPr>
              <p:cNvSpPr/>
              <p:nvPr/>
            </p:nvSpPr>
            <p:spPr>
              <a:xfrm>
                <a:off x="3211110" y="4259798"/>
                <a:ext cx="175696" cy="175696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4F5B0F4A-1C64-7128-9081-41D5DB66ACC2}"/>
                </a:ext>
              </a:extLst>
            </p:cNvPr>
            <p:cNvSpPr/>
            <p:nvPr/>
          </p:nvSpPr>
          <p:spPr>
            <a:xfrm>
              <a:off x="4562475" y="2279172"/>
              <a:ext cx="67217" cy="248397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: Rounded Corners 197">
              <a:extLst>
                <a:ext uri="{FF2B5EF4-FFF2-40B4-BE49-F238E27FC236}">
                  <a16:creationId xmlns:a16="http://schemas.microsoft.com/office/drawing/2014/main" id="{6294B893-B301-E4BB-490F-AEEB8A2AE0FD}"/>
                </a:ext>
              </a:extLst>
            </p:cNvPr>
            <p:cNvSpPr/>
            <p:nvPr/>
          </p:nvSpPr>
          <p:spPr>
            <a:xfrm>
              <a:off x="4436511" y="3257550"/>
              <a:ext cx="837197" cy="52892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Relay 1</a:t>
              </a:r>
            </a:p>
          </p:txBody>
        </p: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D3D5522A-39EB-C5CF-092C-B7C7718B8DD3}"/>
                </a:ext>
              </a:extLst>
            </p:cNvPr>
            <p:cNvCxnSpPr>
              <a:stCxn id="217" idx="4"/>
            </p:cNvCxnSpPr>
            <p:nvPr/>
          </p:nvCxnSpPr>
          <p:spPr>
            <a:xfrm>
              <a:off x="5054500" y="2781336"/>
              <a:ext cx="0" cy="47621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C40362DD-B8DF-443B-3502-8A3D4889F261}"/>
                </a:ext>
              </a:extLst>
            </p:cNvPr>
            <p:cNvCxnSpPr>
              <a:stCxn id="216" idx="0"/>
            </p:cNvCxnSpPr>
            <p:nvPr/>
          </p:nvCxnSpPr>
          <p:spPr>
            <a:xfrm flipV="1">
              <a:off x="5054500" y="2391644"/>
              <a:ext cx="0" cy="12614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1A8A261A-55B0-F8B6-BC9B-B5AFD2BED713}"/>
                </a:ext>
              </a:extLst>
            </p:cNvPr>
            <p:cNvCxnSpPr>
              <a:stCxn id="196" idx="4"/>
            </p:cNvCxnSpPr>
            <p:nvPr/>
          </p:nvCxnSpPr>
          <p:spPr>
            <a:xfrm flipH="1">
              <a:off x="4596083" y="2527569"/>
              <a:ext cx="1" cy="7159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DC3BB866-6341-C3E9-BD8E-AA1A1D1E4F3A}"/>
                </a:ext>
              </a:extLst>
            </p:cNvPr>
            <p:cNvSpPr txBox="1"/>
            <p:nvPr/>
          </p:nvSpPr>
          <p:spPr>
            <a:xfrm>
              <a:off x="4518587" y="1788062"/>
              <a:ext cx="3369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</a:t>
              </a:r>
              <a:r>
                <a:rPr lang="en-US" baseline="-25000" dirty="0"/>
                <a:t>L</a:t>
              </a:r>
            </a:p>
          </p:txBody>
        </p:sp>
        <p:cxnSp>
          <p:nvCxnSpPr>
            <p:cNvPr id="209" name="Straight Arrow Connector 208">
              <a:extLst>
                <a:ext uri="{FF2B5EF4-FFF2-40B4-BE49-F238E27FC236}">
                  <a16:creationId xmlns:a16="http://schemas.microsoft.com/office/drawing/2014/main" id="{4C451265-2BDE-8477-CE27-A4AB527DB082}"/>
                </a:ext>
              </a:extLst>
            </p:cNvPr>
            <p:cNvCxnSpPr/>
            <p:nvPr/>
          </p:nvCxnSpPr>
          <p:spPr>
            <a:xfrm>
              <a:off x="4505181" y="2171507"/>
              <a:ext cx="3503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2083A14-A520-3F0E-774A-EF375D3015DC}"/>
              </a:ext>
            </a:extLst>
          </p:cNvPr>
          <p:cNvGrpSpPr/>
          <p:nvPr/>
        </p:nvGrpSpPr>
        <p:grpSpPr>
          <a:xfrm>
            <a:off x="5827016" y="1373200"/>
            <a:ext cx="350194" cy="628649"/>
            <a:chOff x="866775" y="4233863"/>
            <a:chExt cx="350194" cy="62864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5B8A761-AF1C-A6B2-01AD-CE260A53983A}"/>
                </a:ext>
              </a:extLst>
            </p:cNvPr>
            <p:cNvGrpSpPr/>
            <p:nvPr/>
          </p:nvGrpSpPr>
          <p:grpSpPr>
            <a:xfrm>
              <a:off x="866775" y="4733925"/>
              <a:ext cx="257175" cy="128587"/>
              <a:chOff x="866775" y="4733925"/>
              <a:chExt cx="257175" cy="128587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7290A9B-5F12-ECD0-301B-C262D4D91DB3}"/>
                  </a:ext>
                </a:extLst>
              </p:cNvPr>
              <p:cNvCxnSpPr/>
              <p:nvPr/>
            </p:nvCxnSpPr>
            <p:spPr>
              <a:xfrm>
                <a:off x="866775" y="4733925"/>
                <a:ext cx="257175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22654AF0-C5B1-AAD0-224C-F73912C93A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8211" y="4800600"/>
                <a:ext cx="123825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65EBB1B0-FA28-EF77-5AC8-593F9FF9A8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3456" y="4862512"/>
                <a:ext cx="3572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D6ABE39-3CE7-5BDE-7FC2-13862291A7CF}"/>
                </a:ext>
              </a:extLst>
            </p:cNvPr>
            <p:cNvSpPr/>
            <p:nvPr/>
          </p:nvSpPr>
          <p:spPr>
            <a:xfrm>
              <a:off x="966786" y="4233863"/>
              <a:ext cx="250183" cy="485775"/>
            </a:xfrm>
            <a:custGeom>
              <a:avLst/>
              <a:gdLst>
                <a:gd name="csX0" fmla="*/ 250183 w 250183"/>
                <a:gd name="csY0" fmla="*/ 0 h 485775"/>
                <a:gd name="csX1" fmla="*/ 212083 w 250183"/>
                <a:gd name="csY1" fmla="*/ 171450 h 485775"/>
                <a:gd name="csX2" fmla="*/ 88258 w 250183"/>
                <a:gd name="csY2" fmla="*/ 247650 h 485775"/>
                <a:gd name="csX3" fmla="*/ 2533 w 250183"/>
                <a:gd name="csY3" fmla="*/ 371475 h 485775"/>
                <a:gd name="csX4" fmla="*/ 31108 w 250183"/>
                <a:gd name="csY4" fmla="*/ 485775 h 4857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0183" h="485775">
                  <a:moveTo>
                    <a:pt x="250183" y="0"/>
                  </a:moveTo>
                  <a:cubicBezTo>
                    <a:pt x="244626" y="65087"/>
                    <a:pt x="239070" y="130175"/>
                    <a:pt x="212083" y="171450"/>
                  </a:cubicBezTo>
                  <a:cubicBezTo>
                    <a:pt x="185096" y="212725"/>
                    <a:pt x="123183" y="214313"/>
                    <a:pt x="88258" y="247650"/>
                  </a:cubicBezTo>
                  <a:cubicBezTo>
                    <a:pt x="53333" y="280988"/>
                    <a:pt x="12058" y="331788"/>
                    <a:pt x="2533" y="371475"/>
                  </a:cubicBezTo>
                  <a:cubicBezTo>
                    <a:pt x="-6992" y="411163"/>
                    <a:pt x="12058" y="448469"/>
                    <a:pt x="31108" y="485775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9FFD7F95-B501-621E-3CC6-AA5B4B182289}"/>
              </a:ext>
            </a:extLst>
          </p:cNvPr>
          <p:cNvGrpSpPr/>
          <p:nvPr/>
        </p:nvGrpSpPr>
        <p:grpSpPr>
          <a:xfrm>
            <a:off x="1544911" y="3207506"/>
            <a:ext cx="8412330" cy="2007722"/>
            <a:chOff x="1173436" y="1778756"/>
            <a:chExt cx="8412330" cy="2007722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0679AFA7-0DFA-49D9-BA45-A10900A2A2FA}"/>
                </a:ext>
              </a:extLst>
            </p:cNvPr>
            <p:cNvGrpSpPr/>
            <p:nvPr/>
          </p:nvGrpSpPr>
          <p:grpSpPr>
            <a:xfrm>
              <a:off x="2410872" y="2109895"/>
              <a:ext cx="624543" cy="593129"/>
              <a:chOff x="8468657" y="1611591"/>
              <a:chExt cx="655024" cy="593129"/>
            </a:xfrm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1AEFA157-1392-271D-417B-2C6FAF8D4F57}"/>
                  </a:ext>
                </a:extLst>
              </p:cNvPr>
              <p:cNvSpPr/>
              <p:nvPr/>
            </p:nvSpPr>
            <p:spPr>
              <a:xfrm>
                <a:off x="8468657" y="1629232"/>
                <a:ext cx="655024" cy="575488"/>
              </a:xfrm>
              <a:prstGeom prst="rect">
                <a:avLst/>
              </a:prstGeom>
              <a:solidFill>
                <a:srgbClr val="EE7C42"/>
              </a:solidFill>
              <a:ln w="19050" cap="flat" cmpd="sng" algn="ctr">
                <a:solidFill>
                  <a:srgbClr val="EE7C4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E5211A9E-6540-D5E6-6AF9-5E055CD301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68657" y="1629232"/>
                <a:ext cx="655024" cy="575488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</p:cxn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1B59D4FC-EA8C-9032-49E3-CA3E8F9DDCE7}"/>
                  </a:ext>
                </a:extLst>
              </p:cNvPr>
              <p:cNvSpPr txBox="1"/>
              <p:nvPr/>
            </p:nvSpPr>
            <p:spPr>
              <a:xfrm>
                <a:off x="8468657" y="1611591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7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ource Sans 3 Light" panose="020B0403030403020204" pitchFamily="34" charset="0"/>
                  </a:rPr>
                  <a:t>=</a:t>
                </a:r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67C091BB-B2A0-F498-26A8-B2BF9C74743C}"/>
                  </a:ext>
                </a:extLst>
              </p:cNvPr>
              <p:cNvSpPr txBox="1"/>
              <p:nvPr/>
            </p:nvSpPr>
            <p:spPr>
              <a:xfrm>
                <a:off x="8818881" y="1866166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7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ource Sans 3 Light" panose="020B0403030403020204" pitchFamily="34" charset="0"/>
                  </a:rPr>
                  <a:t>~</a:t>
                </a:r>
              </a:p>
            </p:txBody>
          </p:sp>
        </p:grp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21B44421-34E5-BE1D-4C09-AE81D510C25B}"/>
                </a:ext>
              </a:extLst>
            </p:cNvPr>
            <p:cNvSpPr txBox="1"/>
            <p:nvPr/>
          </p:nvSpPr>
          <p:spPr>
            <a:xfrm>
              <a:off x="1306790" y="2674562"/>
              <a:ext cx="645551" cy="272175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7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ource Sans 3 Light" panose="020B0403030403020204" pitchFamily="34" charset="0"/>
                </a:rPr>
                <a:t>Battery</a:t>
              </a:r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D7DFED8A-D7E7-D835-BAE4-3AFBA7244463}"/>
                </a:ext>
              </a:extLst>
            </p:cNvPr>
            <p:cNvCxnSpPr>
              <a:cxnSpLocks/>
            </p:cNvCxnSpPr>
            <p:nvPr/>
          </p:nvCxnSpPr>
          <p:spPr>
            <a:xfrm>
              <a:off x="3035415" y="2396653"/>
              <a:ext cx="351391" cy="3878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80C387E3-6B06-90AE-E078-CC6EA0B9B00D}"/>
                </a:ext>
              </a:extLst>
            </p:cNvPr>
            <p:cNvGrpSpPr/>
            <p:nvPr/>
          </p:nvGrpSpPr>
          <p:grpSpPr>
            <a:xfrm>
              <a:off x="3386808" y="2283269"/>
              <a:ext cx="351785" cy="234523"/>
              <a:chOff x="8977745" y="2743201"/>
              <a:chExt cx="609592" cy="406395"/>
            </a:xfrm>
          </p:grpSpPr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50A11900-9202-6EE9-ACD1-5D77DEDFB742}"/>
                  </a:ext>
                </a:extLst>
              </p:cNvPr>
              <p:cNvSpPr/>
              <p:nvPr/>
            </p:nvSpPr>
            <p:spPr>
              <a:xfrm>
                <a:off x="8977745" y="2743201"/>
                <a:ext cx="406395" cy="406395"/>
              </a:xfrm>
              <a:prstGeom prst="ellipse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DBD08C82-5F3A-F4B8-1046-0E507ED85BF1}"/>
                  </a:ext>
                </a:extLst>
              </p:cNvPr>
              <p:cNvSpPr/>
              <p:nvPr/>
            </p:nvSpPr>
            <p:spPr>
              <a:xfrm>
                <a:off x="9180942" y="2743201"/>
                <a:ext cx="406395" cy="406395"/>
              </a:xfrm>
              <a:prstGeom prst="ellipse">
                <a:avLst/>
              </a:prstGeom>
              <a:noFill/>
              <a:ln w="19050" cap="flat" cmpd="sng" algn="ctr">
                <a:solidFill>
                  <a:srgbClr val="15608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endParaRPr>
              </a:p>
            </p:txBody>
          </p:sp>
        </p:grp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F4D7584-D9FA-E126-1F69-405444A16C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8593" y="2396653"/>
              <a:ext cx="657953" cy="3877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5118C9C9-273F-4407-7A5C-1ACE2E753F5F}"/>
                </a:ext>
              </a:extLst>
            </p:cNvPr>
            <p:cNvSpPr/>
            <p:nvPr/>
          </p:nvSpPr>
          <p:spPr>
            <a:xfrm>
              <a:off x="3939166" y="2321793"/>
              <a:ext cx="120421" cy="157475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pic>
          <p:nvPicPr>
            <p:cNvPr id="140" name="Picture 10" descr="Phone Battery Icon Full Battery Stock Illustration 1578448333 | Shutterstock">
              <a:extLst>
                <a:ext uri="{FF2B5EF4-FFF2-40B4-BE49-F238E27FC236}">
                  <a16:creationId xmlns:a16="http://schemas.microsoft.com/office/drawing/2014/main" id="{4DEEDB14-16A8-BBA4-7227-A16C4B06D4A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99" t="23031" r="12858" b="30950"/>
            <a:stretch>
              <a:fillRect/>
            </a:stretch>
          </p:blipFill>
          <p:spPr bwMode="auto">
            <a:xfrm>
              <a:off x="1173436" y="2146586"/>
              <a:ext cx="837197" cy="5289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8F714E43-03B9-08B0-E23D-FCD91F7C1FE6}"/>
                </a:ext>
              </a:extLst>
            </p:cNvPr>
            <p:cNvSpPr/>
            <p:nvPr/>
          </p:nvSpPr>
          <p:spPr>
            <a:xfrm>
              <a:off x="8858442" y="2028677"/>
              <a:ext cx="727324" cy="727324"/>
            </a:xfrm>
            <a:prstGeom prst="ellipse">
              <a:avLst/>
            </a:prstGeom>
            <a:solidFill>
              <a:srgbClr val="FFFFFF">
                <a:lumMod val="75000"/>
              </a:srgbClr>
            </a:solidFill>
            <a:ln w="19050" cap="flat" cmpd="sng" algn="ctr">
              <a:solidFill>
                <a:srgbClr val="F4F4F4">
                  <a:lumMod val="2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</a:t>
              </a:r>
            </a:p>
          </p:txBody>
        </p: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1FF9D673-2F9A-B1A0-30ED-8FFC023B04C7}"/>
                </a:ext>
              </a:extLst>
            </p:cNvPr>
            <p:cNvCxnSpPr>
              <a:cxnSpLocks/>
            </p:cNvCxnSpPr>
            <p:nvPr/>
          </p:nvCxnSpPr>
          <p:spPr>
            <a:xfrm>
              <a:off x="4396546" y="1778756"/>
              <a:ext cx="0" cy="1244135"/>
            </a:xfrm>
            <a:prstGeom prst="line">
              <a:avLst/>
            </a:prstGeom>
            <a:noFill/>
            <a:ln w="762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4D768833-1C9B-2B36-0472-05B92B95B617}"/>
                </a:ext>
              </a:extLst>
            </p:cNvPr>
            <p:cNvCxnSpPr>
              <a:cxnSpLocks/>
              <a:endCxn id="141" idx="2"/>
            </p:cNvCxnSpPr>
            <p:nvPr/>
          </p:nvCxnSpPr>
          <p:spPr>
            <a:xfrm>
              <a:off x="8249093" y="2392339"/>
              <a:ext cx="609349" cy="0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51010C16-70D5-BF1A-7F25-2033CA9FE8C5}"/>
                </a:ext>
              </a:extLst>
            </p:cNvPr>
            <p:cNvSpPr/>
            <p:nvPr/>
          </p:nvSpPr>
          <p:spPr>
            <a:xfrm>
              <a:off x="8615981" y="2312999"/>
              <a:ext cx="120421" cy="157475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E9A2B2FE-343A-6376-6DD7-5BED51C5E927}"/>
                </a:ext>
              </a:extLst>
            </p:cNvPr>
            <p:cNvCxnSpPr>
              <a:cxnSpLocks/>
            </p:cNvCxnSpPr>
            <p:nvPr/>
          </p:nvCxnSpPr>
          <p:spPr>
            <a:xfrm>
              <a:off x="4402541" y="2391645"/>
              <a:ext cx="3846552" cy="0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6D7AFC0F-775E-2A9C-9162-27F1C44B3061}"/>
                </a:ext>
              </a:extLst>
            </p:cNvPr>
            <p:cNvSpPr/>
            <p:nvPr/>
          </p:nvSpPr>
          <p:spPr>
            <a:xfrm>
              <a:off x="4731772" y="2321422"/>
              <a:ext cx="120421" cy="157475"/>
            </a:xfrm>
            <a:prstGeom prst="rect">
              <a:avLst/>
            </a:prstGeom>
            <a:solidFill>
              <a:srgbClr val="FF0000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B8E66ABC-8445-8D5B-486C-49C4F80303CE}"/>
                </a:ext>
              </a:extLst>
            </p:cNvPr>
            <p:cNvSpPr/>
            <p:nvPr/>
          </p:nvSpPr>
          <p:spPr>
            <a:xfrm>
              <a:off x="7770105" y="2312907"/>
              <a:ext cx="120421" cy="157475"/>
            </a:xfrm>
            <a:prstGeom prst="rect">
              <a:avLst/>
            </a:prstGeom>
            <a:solidFill>
              <a:srgbClr val="FF0000"/>
            </a:solidFill>
            <a:ln w="1905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</a:endParaRPr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46E22017-A024-8A85-5EE8-43E4BC043DEA}"/>
                </a:ext>
              </a:extLst>
            </p:cNvPr>
            <p:cNvCxnSpPr>
              <a:cxnSpLocks/>
              <a:stCxn id="140" idx="3"/>
              <a:endCxn id="162" idx="1"/>
            </p:cNvCxnSpPr>
            <p:nvPr/>
          </p:nvCxnSpPr>
          <p:spPr>
            <a:xfrm>
              <a:off x="2010633" y="2411050"/>
              <a:ext cx="400239" cy="4230"/>
            </a:xfrm>
            <a:prstGeom prst="line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612C4DB4-66FC-7C52-C11C-62F5DFB02244}"/>
                </a:ext>
              </a:extLst>
            </p:cNvPr>
            <p:cNvCxnSpPr>
              <a:cxnSpLocks/>
            </p:cNvCxnSpPr>
            <p:nvPr/>
          </p:nvCxnSpPr>
          <p:spPr>
            <a:xfrm>
              <a:off x="8249093" y="1788982"/>
              <a:ext cx="0" cy="1244135"/>
            </a:xfrm>
            <a:prstGeom prst="line">
              <a:avLst/>
            </a:prstGeom>
            <a:noFill/>
            <a:ln w="76200" cap="flat" cmpd="sng" algn="ctr">
              <a:solidFill>
                <a:srgbClr val="156082"/>
              </a:solidFill>
              <a:prstDash val="solid"/>
              <a:miter lim="800000"/>
            </a:ln>
            <a:effectLst/>
          </p:spPr>
        </p:cxn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869A4111-B935-702C-24EA-C1DB6315D7F0}"/>
                </a:ext>
              </a:extLst>
            </p:cNvPr>
            <p:cNvGrpSpPr/>
            <p:nvPr/>
          </p:nvGrpSpPr>
          <p:grpSpPr>
            <a:xfrm>
              <a:off x="4966652" y="2517792"/>
              <a:ext cx="175696" cy="263544"/>
              <a:chOff x="3211110" y="4171950"/>
              <a:chExt cx="175696" cy="263544"/>
            </a:xfrm>
          </p:grpSpPr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BDCBE391-EF62-865F-C6FE-1A4AEFA4167D}"/>
                  </a:ext>
                </a:extLst>
              </p:cNvPr>
              <p:cNvSpPr/>
              <p:nvPr/>
            </p:nvSpPr>
            <p:spPr>
              <a:xfrm>
                <a:off x="3211110" y="4171950"/>
                <a:ext cx="175696" cy="175696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F96217BA-AC2A-0DCB-64FB-D813D52D2AEC}"/>
                  </a:ext>
                </a:extLst>
              </p:cNvPr>
              <p:cNvSpPr/>
              <p:nvPr/>
            </p:nvSpPr>
            <p:spPr>
              <a:xfrm>
                <a:off x="3211110" y="4259798"/>
                <a:ext cx="175696" cy="175696"/>
              </a:xfrm>
              <a:prstGeom prst="ellipse">
                <a:avLst/>
              </a:prstGeom>
              <a:noFill/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7EBADFF6-A194-E0E1-A24B-76E2380E84D7}"/>
                </a:ext>
              </a:extLst>
            </p:cNvPr>
            <p:cNvSpPr/>
            <p:nvPr/>
          </p:nvSpPr>
          <p:spPr>
            <a:xfrm>
              <a:off x="4562475" y="2279172"/>
              <a:ext cx="67217" cy="248397"/>
            </a:xfrm>
            <a:prstGeom prst="ellips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: Rounded Corners 151">
              <a:extLst>
                <a:ext uri="{FF2B5EF4-FFF2-40B4-BE49-F238E27FC236}">
                  <a16:creationId xmlns:a16="http://schemas.microsoft.com/office/drawing/2014/main" id="{8E86BE48-6215-0ADB-21A5-1CC5F5201309}"/>
                </a:ext>
              </a:extLst>
            </p:cNvPr>
            <p:cNvSpPr/>
            <p:nvPr/>
          </p:nvSpPr>
          <p:spPr>
            <a:xfrm>
              <a:off x="4436511" y="3257550"/>
              <a:ext cx="837197" cy="52892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Relay 1</a:t>
              </a:r>
            </a:p>
          </p:txBody>
        </p: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B71E4A4A-63F1-90C9-7ADF-5E373807CF53}"/>
                </a:ext>
              </a:extLst>
            </p:cNvPr>
            <p:cNvCxnSpPr>
              <a:stCxn id="159" idx="4"/>
            </p:cNvCxnSpPr>
            <p:nvPr/>
          </p:nvCxnSpPr>
          <p:spPr>
            <a:xfrm>
              <a:off x="5054500" y="2781336"/>
              <a:ext cx="0" cy="47621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78187605-6F31-39C6-CCA2-8AD0F1FD787F}"/>
                </a:ext>
              </a:extLst>
            </p:cNvPr>
            <p:cNvCxnSpPr>
              <a:stCxn id="158" idx="0"/>
            </p:cNvCxnSpPr>
            <p:nvPr/>
          </p:nvCxnSpPr>
          <p:spPr>
            <a:xfrm flipV="1">
              <a:off x="5054500" y="2391644"/>
              <a:ext cx="0" cy="12614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66F54C7C-5484-D262-3C89-29F9E4F086E9}"/>
                </a:ext>
              </a:extLst>
            </p:cNvPr>
            <p:cNvCxnSpPr>
              <a:stCxn id="151" idx="4"/>
            </p:cNvCxnSpPr>
            <p:nvPr/>
          </p:nvCxnSpPr>
          <p:spPr>
            <a:xfrm flipH="1">
              <a:off x="4596083" y="2527569"/>
              <a:ext cx="1" cy="7159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3B677E3B-B475-B9EC-D942-1EB3D97306FB}"/>
                </a:ext>
              </a:extLst>
            </p:cNvPr>
            <p:cNvSpPr txBox="1"/>
            <p:nvPr/>
          </p:nvSpPr>
          <p:spPr>
            <a:xfrm>
              <a:off x="4518587" y="1788062"/>
              <a:ext cx="3369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</a:t>
              </a:r>
              <a:r>
                <a:rPr lang="en-US" baseline="-25000" dirty="0"/>
                <a:t>L</a:t>
              </a:r>
            </a:p>
          </p:txBody>
        </p: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A08F6CD6-5654-40B1-EC47-474CDA05FEC9}"/>
                </a:ext>
              </a:extLst>
            </p:cNvPr>
            <p:cNvCxnSpPr/>
            <p:nvPr/>
          </p:nvCxnSpPr>
          <p:spPr>
            <a:xfrm>
              <a:off x="4505181" y="2171507"/>
              <a:ext cx="3503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3BE707B-C13A-4658-1529-AF911FDD63C9}"/>
              </a:ext>
            </a:extLst>
          </p:cNvPr>
          <p:cNvGrpSpPr/>
          <p:nvPr/>
        </p:nvGrpSpPr>
        <p:grpSpPr>
          <a:xfrm>
            <a:off x="3844920" y="3847230"/>
            <a:ext cx="350194" cy="628649"/>
            <a:chOff x="866775" y="4233863"/>
            <a:chExt cx="350194" cy="628649"/>
          </a:xfrm>
        </p:grpSpPr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BBDA4D68-34A3-68E2-C7D7-934DB1CF8E37}"/>
                </a:ext>
              </a:extLst>
            </p:cNvPr>
            <p:cNvGrpSpPr/>
            <p:nvPr/>
          </p:nvGrpSpPr>
          <p:grpSpPr>
            <a:xfrm>
              <a:off x="866775" y="4733925"/>
              <a:ext cx="257175" cy="128587"/>
              <a:chOff x="866775" y="4733925"/>
              <a:chExt cx="257175" cy="128587"/>
            </a:xfrm>
          </p:grpSpPr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6A22FA51-DB59-469D-8090-BD1F33EF1327}"/>
                  </a:ext>
                </a:extLst>
              </p:cNvPr>
              <p:cNvCxnSpPr/>
              <p:nvPr/>
            </p:nvCxnSpPr>
            <p:spPr>
              <a:xfrm>
                <a:off x="866775" y="4733925"/>
                <a:ext cx="257175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445CE60C-3F3C-7608-C233-366529C603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8211" y="4800600"/>
                <a:ext cx="123825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F48A8517-D469-D557-25EA-7A53280FB6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3456" y="4862512"/>
                <a:ext cx="35720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E37D997E-2364-97A7-E006-FC592678C113}"/>
                </a:ext>
              </a:extLst>
            </p:cNvPr>
            <p:cNvSpPr/>
            <p:nvPr/>
          </p:nvSpPr>
          <p:spPr>
            <a:xfrm>
              <a:off x="966786" y="4233863"/>
              <a:ext cx="250183" cy="485775"/>
            </a:xfrm>
            <a:custGeom>
              <a:avLst/>
              <a:gdLst>
                <a:gd name="csX0" fmla="*/ 250183 w 250183"/>
                <a:gd name="csY0" fmla="*/ 0 h 485775"/>
                <a:gd name="csX1" fmla="*/ 212083 w 250183"/>
                <a:gd name="csY1" fmla="*/ 171450 h 485775"/>
                <a:gd name="csX2" fmla="*/ 88258 w 250183"/>
                <a:gd name="csY2" fmla="*/ 247650 h 485775"/>
                <a:gd name="csX3" fmla="*/ 2533 w 250183"/>
                <a:gd name="csY3" fmla="*/ 371475 h 485775"/>
                <a:gd name="csX4" fmla="*/ 31108 w 250183"/>
                <a:gd name="csY4" fmla="*/ 485775 h 4857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50183" h="485775">
                  <a:moveTo>
                    <a:pt x="250183" y="0"/>
                  </a:moveTo>
                  <a:cubicBezTo>
                    <a:pt x="244626" y="65087"/>
                    <a:pt x="239070" y="130175"/>
                    <a:pt x="212083" y="171450"/>
                  </a:cubicBezTo>
                  <a:cubicBezTo>
                    <a:pt x="185096" y="212725"/>
                    <a:pt x="123183" y="214313"/>
                    <a:pt x="88258" y="247650"/>
                  </a:cubicBezTo>
                  <a:cubicBezTo>
                    <a:pt x="53333" y="280988"/>
                    <a:pt x="12058" y="331788"/>
                    <a:pt x="2533" y="371475"/>
                  </a:cubicBezTo>
                  <a:cubicBezTo>
                    <a:pt x="-6992" y="411163"/>
                    <a:pt x="12058" y="448469"/>
                    <a:pt x="31108" y="485775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7FB40F50-20CA-D2C3-93E6-4FD73AE7BFBD}"/>
              </a:ext>
            </a:extLst>
          </p:cNvPr>
          <p:cNvSpPr txBox="1"/>
          <p:nvPr/>
        </p:nvSpPr>
        <p:spPr>
          <a:xfrm>
            <a:off x="6123171" y="1610719"/>
            <a:ext cx="1269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Forward fault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E5ED6DDA-1A1B-665E-0627-DE5C4FC57310}"/>
              </a:ext>
            </a:extLst>
          </p:cNvPr>
          <p:cNvSpPr txBox="1"/>
          <p:nvPr/>
        </p:nvSpPr>
        <p:spPr>
          <a:xfrm>
            <a:off x="3388738" y="4569418"/>
            <a:ext cx="1269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Reverse fault</a:t>
            </a:r>
          </a:p>
        </p:txBody>
      </p:sp>
    </p:spTree>
    <p:extLst>
      <p:ext uri="{BB962C8B-B14F-4D97-AF65-F5344CB8AC3E}">
        <p14:creationId xmlns:p14="http://schemas.microsoft.com/office/powerpoint/2010/main" val="21616402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 133">
            <a:extLst>
              <a:ext uri="{FF2B5EF4-FFF2-40B4-BE49-F238E27FC236}">
                <a16:creationId xmlns:a16="http://schemas.microsoft.com/office/drawing/2014/main" id="{44AC7F2E-6411-1FA0-1A40-1F160AB58591}"/>
              </a:ext>
            </a:extLst>
          </p:cNvPr>
          <p:cNvGrpSpPr/>
          <p:nvPr/>
        </p:nvGrpSpPr>
        <p:grpSpPr>
          <a:xfrm>
            <a:off x="543673" y="1576466"/>
            <a:ext cx="4382819" cy="1548915"/>
            <a:chOff x="543673" y="1576466"/>
            <a:chExt cx="4382819" cy="154891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4C5F493-DA0D-B29B-7184-5F251F221BCD}"/>
                </a:ext>
              </a:extLst>
            </p:cNvPr>
            <p:cNvSpPr/>
            <p:nvPr/>
          </p:nvSpPr>
          <p:spPr>
            <a:xfrm>
              <a:off x="543673" y="2481363"/>
              <a:ext cx="660588" cy="644018"/>
            </a:xfrm>
            <a:prstGeom prst="ellips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~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3D6DC8E-9429-8C97-4E80-2B86A0A8F0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966" y="2048622"/>
              <a:ext cx="396937" cy="754"/>
            </a:xfrm>
            <a:prstGeom prst="line">
              <a:avLst/>
            </a:prstGeom>
            <a:noFill/>
            <a:ln w="1905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C491E38-F980-CE4C-A434-D4D141823118}"/>
                </a:ext>
              </a:extLst>
            </p:cNvPr>
            <p:cNvGrpSpPr/>
            <p:nvPr/>
          </p:nvGrpSpPr>
          <p:grpSpPr>
            <a:xfrm>
              <a:off x="3046115" y="1923273"/>
              <a:ext cx="1352611" cy="235338"/>
              <a:chOff x="6830568" y="2084592"/>
              <a:chExt cx="1418997" cy="246888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C95823D0-9C4A-5499-6F92-CBBE2B90BE24}"/>
                  </a:ext>
                </a:extLst>
              </p:cNvPr>
              <p:cNvGrpSpPr/>
              <p:nvPr/>
            </p:nvGrpSpPr>
            <p:grpSpPr>
              <a:xfrm>
                <a:off x="6830568" y="2084592"/>
                <a:ext cx="683640" cy="246888"/>
                <a:chOff x="2551176" y="3154680"/>
                <a:chExt cx="2880360" cy="768096"/>
              </a:xfrm>
            </p:grpSpPr>
            <p:sp>
              <p:nvSpPr>
                <p:cNvPr id="69" name="Arc 68">
                  <a:extLst>
                    <a:ext uri="{FF2B5EF4-FFF2-40B4-BE49-F238E27FC236}">
                      <a16:creationId xmlns:a16="http://schemas.microsoft.com/office/drawing/2014/main" id="{B60FE32B-0464-6AAB-0CA4-A69CA8091966}"/>
                    </a:ext>
                  </a:extLst>
                </p:cNvPr>
                <p:cNvSpPr/>
                <p:nvPr/>
              </p:nvSpPr>
              <p:spPr>
                <a:xfrm>
                  <a:off x="2551176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  <a:noFill/>
                <a:ln w="19050" cap="flat" cmpd="sng" algn="ctr">
                  <a:solidFill>
                    <a:srgbClr val="00B05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70" name="Arc 69">
                  <a:extLst>
                    <a:ext uri="{FF2B5EF4-FFF2-40B4-BE49-F238E27FC236}">
                      <a16:creationId xmlns:a16="http://schemas.microsoft.com/office/drawing/2014/main" id="{FA3A729B-A2AA-FD5C-7849-CB5D4BE86417}"/>
                    </a:ext>
                  </a:extLst>
                </p:cNvPr>
                <p:cNvSpPr/>
                <p:nvPr/>
              </p:nvSpPr>
              <p:spPr>
                <a:xfrm>
                  <a:off x="3255264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  <a:noFill/>
                <a:ln w="19050" cap="flat" cmpd="sng" algn="ctr">
                  <a:solidFill>
                    <a:srgbClr val="00B05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71" name="Arc 70">
                  <a:extLst>
                    <a:ext uri="{FF2B5EF4-FFF2-40B4-BE49-F238E27FC236}">
                      <a16:creationId xmlns:a16="http://schemas.microsoft.com/office/drawing/2014/main" id="{4485418D-CFBF-1667-6282-9AE7791FAD16}"/>
                    </a:ext>
                  </a:extLst>
                </p:cNvPr>
                <p:cNvSpPr/>
                <p:nvPr/>
              </p:nvSpPr>
              <p:spPr>
                <a:xfrm>
                  <a:off x="3959352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  <a:noFill/>
                <a:ln w="19050" cap="flat" cmpd="sng" algn="ctr">
                  <a:solidFill>
                    <a:srgbClr val="00B05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72" name="Arc 71">
                  <a:extLst>
                    <a:ext uri="{FF2B5EF4-FFF2-40B4-BE49-F238E27FC236}">
                      <a16:creationId xmlns:a16="http://schemas.microsoft.com/office/drawing/2014/main" id="{F3C6145C-31E0-993B-1036-4C4E19ADE55C}"/>
                    </a:ext>
                  </a:extLst>
                </p:cNvPr>
                <p:cNvSpPr/>
                <p:nvPr/>
              </p:nvSpPr>
              <p:spPr>
                <a:xfrm>
                  <a:off x="4663440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  <a:noFill/>
                <a:ln w="19050" cap="flat" cmpd="sng" algn="ctr">
                  <a:solidFill>
                    <a:srgbClr val="00B05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AC5742DF-AC40-8760-8FE4-77A02BFEC390}"/>
                  </a:ext>
                </a:extLst>
              </p:cNvPr>
              <p:cNvGrpSpPr/>
              <p:nvPr/>
            </p:nvGrpSpPr>
            <p:grpSpPr>
              <a:xfrm>
                <a:off x="7713062" y="2123454"/>
                <a:ext cx="326664" cy="169164"/>
                <a:chOff x="4521709" y="2816352"/>
                <a:chExt cx="2024480" cy="745236"/>
              </a:xfrm>
            </p:grpSpPr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4EF854BF-5ED3-F803-67F1-A2C2C19773D7}"/>
                    </a:ext>
                  </a:extLst>
                </p:cNvPr>
                <p:cNvCxnSpPr/>
                <p:nvPr/>
              </p:nvCxnSpPr>
              <p:spPr>
                <a:xfrm flipV="1">
                  <a:off x="4718304" y="2816352"/>
                  <a:ext cx="393192" cy="7452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B05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563DDC7C-16D7-D6FA-C9B7-FCEF988041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111496" y="2816352"/>
                  <a:ext cx="422453" cy="7452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B05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360386F9-F00D-EB47-26F0-1FC87F79DFEA}"/>
                    </a:ext>
                  </a:extLst>
                </p:cNvPr>
                <p:cNvCxnSpPr/>
                <p:nvPr/>
              </p:nvCxnSpPr>
              <p:spPr>
                <a:xfrm flipV="1">
                  <a:off x="5533949" y="2816352"/>
                  <a:ext cx="393192" cy="7452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B05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F615B45A-7D8C-D94B-96AC-21B5CD6D26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27141" y="2816352"/>
                  <a:ext cx="422453" cy="7452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B05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02DA8A0C-5776-5D6F-DBD6-C8E03AF972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49594" y="3188969"/>
                  <a:ext cx="196595" cy="37261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B05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10036CE5-7BDE-B784-E983-DB624123E6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21709" y="3188970"/>
                  <a:ext cx="212198" cy="37261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B050"/>
                  </a:solidFill>
                  <a:prstDash val="solid"/>
                  <a:miter lim="800000"/>
                </a:ln>
                <a:effectLst/>
              </p:spPr>
            </p:cxnSp>
          </p:grp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38F2C91-BA8E-635F-A360-2B16C22AC7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03223" y="2208036"/>
                <a:ext cx="209839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B05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6E60AE4E-A406-EAF1-E0C0-B85C4004E3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39726" y="2208036"/>
                <a:ext cx="209839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B050"/>
                </a:solidFill>
                <a:prstDash val="solid"/>
                <a:miter lim="800000"/>
              </a:ln>
              <a:effectLst/>
            </p:spPr>
          </p:cxn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B9D6098-C275-538E-9991-2D24268852CD}"/>
                </a:ext>
              </a:extLst>
            </p:cNvPr>
            <p:cNvCxnSpPr>
              <a:cxnSpLocks/>
              <a:stCxn id="3" idx="0"/>
            </p:cNvCxnSpPr>
            <p:nvPr/>
          </p:nvCxnSpPr>
          <p:spPr>
            <a:xfrm flipH="1" flipV="1">
              <a:off x="873966" y="2049375"/>
              <a:ext cx="1" cy="431988"/>
            </a:xfrm>
            <a:prstGeom prst="line">
              <a:avLst/>
            </a:prstGeom>
            <a:noFill/>
            <a:ln w="1905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AB46551-1736-7361-E45D-5D0664AF29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88788" y="2039223"/>
              <a:ext cx="207411" cy="1505"/>
            </a:xfrm>
            <a:prstGeom prst="line">
              <a:avLst/>
            </a:prstGeom>
            <a:noFill/>
            <a:ln w="19050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490874F-0BEC-16A5-507A-995B9A2A1DD1}"/>
                </a:ext>
              </a:extLst>
            </p:cNvPr>
            <p:cNvSpPr/>
            <p:nvPr/>
          </p:nvSpPr>
          <p:spPr>
            <a:xfrm>
              <a:off x="4265904" y="2471321"/>
              <a:ext cx="660588" cy="644017"/>
            </a:xfrm>
            <a:prstGeom prst="ellips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~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A246611-EC4C-4B94-B121-0C6C3838AE00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4596198" y="2029497"/>
              <a:ext cx="0" cy="441824"/>
            </a:xfrm>
            <a:prstGeom prst="line">
              <a:avLst/>
            </a:prstGeom>
            <a:noFill/>
            <a:ln w="19050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79EC574-D7B2-3087-F1BC-6F8C568AAFE4}"/>
                </a:ext>
              </a:extLst>
            </p:cNvPr>
            <p:cNvGrpSpPr/>
            <p:nvPr/>
          </p:nvGrpSpPr>
          <p:grpSpPr>
            <a:xfrm>
              <a:off x="2221943" y="1933212"/>
              <a:ext cx="567921" cy="235338"/>
              <a:chOff x="6830568" y="2084592"/>
              <a:chExt cx="1418997" cy="246888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1637A374-EB02-9992-4F77-FC01A194C81E}"/>
                  </a:ext>
                </a:extLst>
              </p:cNvPr>
              <p:cNvGrpSpPr/>
              <p:nvPr/>
            </p:nvGrpSpPr>
            <p:grpSpPr>
              <a:xfrm>
                <a:off x="6830568" y="2084592"/>
                <a:ext cx="683640" cy="246888"/>
                <a:chOff x="2551176" y="3154680"/>
                <a:chExt cx="2880360" cy="768096"/>
              </a:xfrm>
            </p:grpSpPr>
            <p:sp>
              <p:nvSpPr>
                <p:cNvPr id="55" name="Arc 54">
                  <a:extLst>
                    <a:ext uri="{FF2B5EF4-FFF2-40B4-BE49-F238E27FC236}">
                      <a16:creationId xmlns:a16="http://schemas.microsoft.com/office/drawing/2014/main" id="{92DC68C2-09A0-8D14-0FAA-08589876C667}"/>
                    </a:ext>
                  </a:extLst>
                </p:cNvPr>
                <p:cNvSpPr/>
                <p:nvPr/>
              </p:nvSpPr>
              <p:spPr>
                <a:xfrm>
                  <a:off x="2551176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  <a:noFill/>
                <a:ln w="19050" cap="flat" cmpd="sng" algn="ctr">
                  <a:solidFill>
                    <a:schemeClr val="accent2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Arc 55">
                  <a:extLst>
                    <a:ext uri="{FF2B5EF4-FFF2-40B4-BE49-F238E27FC236}">
                      <a16:creationId xmlns:a16="http://schemas.microsoft.com/office/drawing/2014/main" id="{070436AC-AD8B-F54C-9D6C-7532D545F0BC}"/>
                    </a:ext>
                  </a:extLst>
                </p:cNvPr>
                <p:cNvSpPr/>
                <p:nvPr/>
              </p:nvSpPr>
              <p:spPr>
                <a:xfrm>
                  <a:off x="3255264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  <a:noFill/>
                <a:ln w="19050" cap="flat" cmpd="sng" algn="ctr">
                  <a:solidFill>
                    <a:schemeClr val="accent2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Arc 56">
                  <a:extLst>
                    <a:ext uri="{FF2B5EF4-FFF2-40B4-BE49-F238E27FC236}">
                      <a16:creationId xmlns:a16="http://schemas.microsoft.com/office/drawing/2014/main" id="{4BD81555-E654-742E-8E83-C5CF69BBA666}"/>
                    </a:ext>
                  </a:extLst>
                </p:cNvPr>
                <p:cNvSpPr/>
                <p:nvPr/>
              </p:nvSpPr>
              <p:spPr>
                <a:xfrm>
                  <a:off x="3959352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  <a:noFill/>
                <a:ln w="19050" cap="flat" cmpd="sng" algn="ctr">
                  <a:solidFill>
                    <a:schemeClr val="accent2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Arc 57">
                  <a:extLst>
                    <a:ext uri="{FF2B5EF4-FFF2-40B4-BE49-F238E27FC236}">
                      <a16:creationId xmlns:a16="http://schemas.microsoft.com/office/drawing/2014/main" id="{6486E58E-87D4-C6E6-27FF-4D3AB014392E}"/>
                    </a:ext>
                  </a:extLst>
                </p:cNvPr>
                <p:cNvSpPr/>
                <p:nvPr/>
              </p:nvSpPr>
              <p:spPr>
                <a:xfrm>
                  <a:off x="4663440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  <a:noFill/>
                <a:ln w="19050" cap="flat" cmpd="sng" algn="ctr">
                  <a:solidFill>
                    <a:schemeClr val="accent2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26B7EF42-AA58-18EA-CFD0-09CABEDDFA1C}"/>
                  </a:ext>
                </a:extLst>
              </p:cNvPr>
              <p:cNvGrpSpPr/>
              <p:nvPr/>
            </p:nvGrpSpPr>
            <p:grpSpPr>
              <a:xfrm>
                <a:off x="7713062" y="2123454"/>
                <a:ext cx="326664" cy="169164"/>
                <a:chOff x="4521709" y="2816352"/>
                <a:chExt cx="2024480" cy="745236"/>
              </a:xfrm>
            </p:grpSpPr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929D786E-F2AB-4697-3486-0ABAF4824F24}"/>
                    </a:ext>
                  </a:extLst>
                </p:cNvPr>
                <p:cNvCxnSpPr/>
                <p:nvPr/>
              </p:nvCxnSpPr>
              <p:spPr>
                <a:xfrm flipV="1">
                  <a:off x="4718304" y="2816352"/>
                  <a:ext cx="393192" cy="7452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accent2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C16C83D6-F860-6051-CDB4-DBFEADEF72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111496" y="2816352"/>
                  <a:ext cx="422453" cy="7452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accent2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854F113C-B116-50F0-99C5-EC2E287CFEBA}"/>
                    </a:ext>
                  </a:extLst>
                </p:cNvPr>
                <p:cNvCxnSpPr/>
                <p:nvPr/>
              </p:nvCxnSpPr>
              <p:spPr>
                <a:xfrm flipV="1">
                  <a:off x="5533949" y="2816352"/>
                  <a:ext cx="393192" cy="7452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accent2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F935D80D-CFDB-8F16-3140-BF6AD2DF7F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27141" y="2816352"/>
                  <a:ext cx="422453" cy="7452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accent2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358DACB3-D74D-35AE-490F-D5C26E23AC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49594" y="3188969"/>
                  <a:ext cx="196595" cy="37261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accent2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567924CA-4B69-A910-AF63-2F64A35BC4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21709" y="3188970"/>
                  <a:ext cx="212198" cy="37261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accent2"/>
                  </a:solidFill>
                  <a:prstDash val="solid"/>
                  <a:miter lim="800000"/>
                </a:ln>
                <a:effectLst/>
              </p:spPr>
            </p:cxnSp>
          </p:grp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A27DDCE9-1D48-C9A8-7312-26835E49BC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03223" y="2208036"/>
                <a:ext cx="209839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CB25F33D-D0CC-9272-C9E7-A03245D2AD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39726" y="2208036"/>
                <a:ext cx="209839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</p:cxn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19C045F-1117-7646-8494-ABBEEA8E36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77665" y="2042662"/>
              <a:ext cx="273002" cy="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C3EB858-20CC-4938-3881-EF9EF2553A91}"/>
                </a:ext>
              </a:extLst>
            </p:cNvPr>
            <p:cNvSpPr txBox="1"/>
            <p:nvPr/>
          </p:nvSpPr>
          <p:spPr>
            <a:xfrm>
              <a:off x="3219891" y="1585829"/>
              <a:ext cx="895367" cy="292388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indent="0" algn="ctr">
                <a:buNone/>
              </a:pPr>
              <a:r>
                <a:rPr lang="en-US" sz="1600" spc="70" dirty="0" err="1">
                  <a:solidFill>
                    <a:srgbClr val="00B050"/>
                  </a:solidFill>
                  <a:latin typeface="Source Sans 3 Light" panose="020B0403030403020204" pitchFamily="34" charset="0"/>
                </a:rPr>
                <a:t>Z</a:t>
              </a:r>
              <a:r>
                <a:rPr lang="en-US" sz="1600" spc="70" baseline="-25000" dirty="0" err="1">
                  <a:solidFill>
                    <a:srgbClr val="00B050"/>
                  </a:solidFill>
                  <a:latin typeface="Source Sans 3 Light" panose="020B0403030403020204" pitchFamily="34" charset="0"/>
                </a:rPr>
                <a:t>grid</a:t>
              </a:r>
              <a:endParaRPr lang="en-US" sz="1600" spc="70" dirty="0">
                <a:solidFill>
                  <a:srgbClr val="00B050"/>
                </a:solidFill>
                <a:latin typeface="Source Sans 3 Light" panose="020B0403030403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E49D262-B131-ECA1-BD34-AAB1EC226942}"/>
                </a:ext>
              </a:extLst>
            </p:cNvPr>
            <p:cNvSpPr txBox="1"/>
            <p:nvPr/>
          </p:nvSpPr>
          <p:spPr>
            <a:xfrm>
              <a:off x="1995993" y="1576466"/>
              <a:ext cx="895367" cy="292388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indent="0" algn="ctr">
                <a:buNone/>
              </a:pPr>
              <a:r>
                <a:rPr lang="en-US" sz="1600" spc="70" dirty="0" err="1">
                  <a:solidFill>
                    <a:schemeClr val="accent2"/>
                  </a:solidFill>
                  <a:latin typeface="Source Sans 3 Light" panose="020B0403030403020204" pitchFamily="34" charset="0"/>
                </a:rPr>
                <a:t>Z</a:t>
              </a:r>
              <a:r>
                <a:rPr lang="en-US" sz="1600" spc="70" baseline="-25000" dirty="0" err="1">
                  <a:solidFill>
                    <a:schemeClr val="accent2"/>
                  </a:solidFill>
                  <a:latin typeface="Source Sans 3 Light" panose="020B0403030403020204" pitchFamily="34" charset="0"/>
                </a:rPr>
                <a:t>gsu</a:t>
              </a:r>
              <a:endParaRPr lang="en-US" sz="1600" spc="70" dirty="0">
                <a:solidFill>
                  <a:schemeClr val="accent2"/>
                </a:solidFill>
                <a:latin typeface="Source Sans 3 Light" panose="020B0403030403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F9CECBA-0793-DAC2-873A-FC6C4368BEF7}"/>
                </a:ext>
              </a:extLst>
            </p:cNvPr>
            <p:cNvGrpSpPr/>
            <p:nvPr/>
          </p:nvGrpSpPr>
          <p:grpSpPr>
            <a:xfrm>
              <a:off x="2778633" y="2039224"/>
              <a:ext cx="110132" cy="902166"/>
              <a:chOff x="5063888" y="2084652"/>
              <a:chExt cx="169164" cy="1385731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4AB649B3-B177-F663-105F-892B6E0EA27C}"/>
                  </a:ext>
                </a:extLst>
              </p:cNvPr>
              <p:cNvGrpSpPr/>
              <p:nvPr/>
            </p:nvGrpSpPr>
            <p:grpSpPr>
              <a:xfrm rot="5400000">
                <a:off x="4985138" y="2878076"/>
                <a:ext cx="326664" cy="169164"/>
                <a:chOff x="4521709" y="2816352"/>
                <a:chExt cx="2024480" cy="745236"/>
              </a:xfrm>
            </p:grpSpPr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EF35B22A-576B-9D98-13F2-6E6F18C6C9F4}"/>
                    </a:ext>
                  </a:extLst>
                </p:cNvPr>
                <p:cNvCxnSpPr/>
                <p:nvPr/>
              </p:nvCxnSpPr>
              <p:spPr>
                <a:xfrm flipV="1">
                  <a:off x="4718304" y="2816352"/>
                  <a:ext cx="393192" cy="745236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01A83E4F-4959-684F-5048-BC97551E88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111496" y="2816352"/>
                  <a:ext cx="422453" cy="745236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F360DA0F-8628-447A-7441-4E79210AA63E}"/>
                    </a:ext>
                  </a:extLst>
                </p:cNvPr>
                <p:cNvCxnSpPr/>
                <p:nvPr/>
              </p:nvCxnSpPr>
              <p:spPr>
                <a:xfrm flipV="1">
                  <a:off x="5533949" y="2816352"/>
                  <a:ext cx="393192" cy="745236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C57AA69D-FDC0-70F3-5355-0F914DD738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27141" y="2816352"/>
                  <a:ext cx="422453" cy="745236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F61F125D-6CB3-2A16-C11E-9B0B54AC6D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49594" y="3188969"/>
                  <a:ext cx="196595" cy="37261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BAA68C08-46A6-806D-D9B4-883726C88A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21709" y="3188970"/>
                  <a:ext cx="212198" cy="37261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347BADF-FE45-61B2-C2E2-4586CEF365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8470" y="2505793"/>
                <a:ext cx="0" cy="29353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9A695EA1-8435-6FD3-9498-322424F113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8470" y="3125990"/>
                <a:ext cx="0" cy="34439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1CEEBEB8-A087-E8ED-A921-E51C36D960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8470" y="2084652"/>
                <a:ext cx="0" cy="284815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2529E2F1-B6E8-9AE3-0633-B7F3F2BD02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48470" y="2351277"/>
                <a:ext cx="84582" cy="15451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168A5A66-EF1E-360E-EDED-FD6F46EC7E35}"/>
                </a:ext>
              </a:extLst>
            </p:cNvPr>
            <p:cNvSpPr/>
            <p:nvPr/>
          </p:nvSpPr>
          <p:spPr>
            <a:xfrm>
              <a:off x="1240936" y="2283837"/>
              <a:ext cx="1304708" cy="705953"/>
            </a:xfrm>
            <a:prstGeom prst="arc">
              <a:avLst>
                <a:gd name="adj1" fmla="val 12078507"/>
                <a:gd name="adj2" fmla="val 2607156"/>
              </a:avLst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21FAD98-3F6C-7D68-115C-57647EB29D88}"/>
                </a:ext>
              </a:extLst>
            </p:cNvPr>
            <p:cNvSpPr txBox="1"/>
            <p:nvPr/>
          </p:nvSpPr>
          <p:spPr>
            <a:xfrm>
              <a:off x="2935710" y="2483399"/>
              <a:ext cx="61084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Z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fault</a:t>
              </a:r>
              <a:endParaRPr lang="en-US" sz="1600" baseline="-25000" dirty="0">
                <a:solidFill>
                  <a:srgbClr val="FF0000"/>
                </a:solidFill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1C596A0-34C5-8669-3C16-F480F9EF031A}"/>
                </a:ext>
              </a:extLst>
            </p:cNvPr>
            <p:cNvGrpSpPr/>
            <p:nvPr/>
          </p:nvGrpSpPr>
          <p:grpSpPr>
            <a:xfrm>
              <a:off x="1276182" y="1930953"/>
              <a:ext cx="567921" cy="235338"/>
              <a:chOff x="6830568" y="2084592"/>
              <a:chExt cx="1418997" cy="246888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791C18BA-151F-4E64-B34D-7A328D24C780}"/>
                  </a:ext>
                </a:extLst>
              </p:cNvPr>
              <p:cNvGrpSpPr/>
              <p:nvPr/>
            </p:nvGrpSpPr>
            <p:grpSpPr>
              <a:xfrm>
                <a:off x="6830568" y="2084592"/>
                <a:ext cx="683640" cy="246888"/>
                <a:chOff x="2551176" y="3154680"/>
                <a:chExt cx="2880360" cy="768096"/>
              </a:xfrm>
            </p:grpSpPr>
            <p:sp>
              <p:nvSpPr>
                <p:cNvPr id="30" name="Arc 29">
                  <a:extLst>
                    <a:ext uri="{FF2B5EF4-FFF2-40B4-BE49-F238E27FC236}">
                      <a16:creationId xmlns:a16="http://schemas.microsoft.com/office/drawing/2014/main" id="{1076DE25-BE25-C392-B7BC-BC66EB5FDB06}"/>
                    </a:ext>
                  </a:extLst>
                </p:cNvPr>
                <p:cNvSpPr/>
                <p:nvPr/>
              </p:nvSpPr>
              <p:spPr>
                <a:xfrm>
                  <a:off x="2551176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  <a:noFill/>
                <a:ln w="19050" cap="flat" cmpd="sng" algn="ctr">
                  <a:solidFill>
                    <a:srgbClr val="0070C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Arc 30">
                  <a:extLst>
                    <a:ext uri="{FF2B5EF4-FFF2-40B4-BE49-F238E27FC236}">
                      <a16:creationId xmlns:a16="http://schemas.microsoft.com/office/drawing/2014/main" id="{BC062F04-0C6A-26E9-9D1E-2CF36E5CE225}"/>
                    </a:ext>
                  </a:extLst>
                </p:cNvPr>
                <p:cNvSpPr/>
                <p:nvPr/>
              </p:nvSpPr>
              <p:spPr>
                <a:xfrm>
                  <a:off x="3255264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  <a:noFill/>
                <a:ln w="19050" cap="flat" cmpd="sng" algn="ctr">
                  <a:solidFill>
                    <a:srgbClr val="0070C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Arc 31">
                  <a:extLst>
                    <a:ext uri="{FF2B5EF4-FFF2-40B4-BE49-F238E27FC236}">
                      <a16:creationId xmlns:a16="http://schemas.microsoft.com/office/drawing/2014/main" id="{254A3810-A0E6-74F4-0146-76E5D179BD89}"/>
                    </a:ext>
                  </a:extLst>
                </p:cNvPr>
                <p:cNvSpPr/>
                <p:nvPr/>
              </p:nvSpPr>
              <p:spPr>
                <a:xfrm>
                  <a:off x="3959352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  <a:noFill/>
                <a:ln w="19050" cap="flat" cmpd="sng" algn="ctr">
                  <a:solidFill>
                    <a:srgbClr val="0070C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Arc 32">
                  <a:extLst>
                    <a:ext uri="{FF2B5EF4-FFF2-40B4-BE49-F238E27FC236}">
                      <a16:creationId xmlns:a16="http://schemas.microsoft.com/office/drawing/2014/main" id="{855225E7-BBED-D324-6A7A-B1C96C81EB86}"/>
                    </a:ext>
                  </a:extLst>
                </p:cNvPr>
                <p:cNvSpPr/>
                <p:nvPr/>
              </p:nvSpPr>
              <p:spPr>
                <a:xfrm>
                  <a:off x="4663440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  <a:noFill/>
                <a:ln w="19050" cap="flat" cmpd="sng" algn="ctr">
                  <a:solidFill>
                    <a:srgbClr val="0070C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8EA6F6BB-262D-F3EA-0AB7-1213B6122406}"/>
                  </a:ext>
                </a:extLst>
              </p:cNvPr>
              <p:cNvGrpSpPr/>
              <p:nvPr/>
            </p:nvGrpSpPr>
            <p:grpSpPr>
              <a:xfrm>
                <a:off x="7713062" y="2123454"/>
                <a:ext cx="326664" cy="169164"/>
                <a:chOff x="4521709" y="2816352"/>
                <a:chExt cx="2024480" cy="745236"/>
              </a:xfrm>
            </p:grpSpPr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4ED002BB-2610-BD43-A144-A76611AB61E3}"/>
                    </a:ext>
                  </a:extLst>
                </p:cNvPr>
                <p:cNvCxnSpPr/>
                <p:nvPr/>
              </p:nvCxnSpPr>
              <p:spPr>
                <a:xfrm flipV="1">
                  <a:off x="4718304" y="2816352"/>
                  <a:ext cx="393192" cy="7452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70C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C5F1066F-07D9-650F-6B9D-0D2BCE18EF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111496" y="2816352"/>
                  <a:ext cx="422453" cy="7452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70C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414E25DB-916C-3224-396E-FD5A78DBF46D}"/>
                    </a:ext>
                  </a:extLst>
                </p:cNvPr>
                <p:cNvCxnSpPr/>
                <p:nvPr/>
              </p:nvCxnSpPr>
              <p:spPr>
                <a:xfrm flipV="1">
                  <a:off x="5533949" y="2816352"/>
                  <a:ext cx="393192" cy="7452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70C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04F34B2B-01DC-4567-E879-A41346058C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27141" y="2816352"/>
                  <a:ext cx="422453" cy="7452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70C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10EC7834-9982-2E7A-82DB-5623A74081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49594" y="3188969"/>
                  <a:ext cx="196595" cy="37261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70C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35E009CE-A2EA-B7B9-4083-8FC301E3C7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21709" y="3188970"/>
                  <a:ext cx="212198" cy="37261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70C0"/>
                  </a:solidFill>
                  <a:prstDash val="solid"/>
                  <a:miter lim="800000"/>
                </a:ln>
                <a:effectLst/>
              </p:spPr>
            </p:cxnSp>
          </p:grp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DAEB1142-D288-A7B2-C5C3-69F7D9765C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03223" y="2208036"/>
                <a:ext cx="209839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4DEB40DA-9DBE-C426-1B87-0C0D5DD1EF8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39726" y="2208036"/>
                <a:ext cx="209839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</p:cxnSp>
        </p:grp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29DF07B-AE52-B571-4CE7-096082E47C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6762" y="2048622"/>
              <a:ext cx="396937" cy="754"/>
            </a:xfrm>
            <a:prstGeom prst="line">
              <a:avLst/>
            </a:prstGeom>
            <a:noFill/>
            <a:ln w="1905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8EBFC92-E9D1-611D-1BA2-E7F370885E91}"/>
                </a:ext>
              </a:extLst>
            </p:cNvPr>
            <p:cNvSpPr txBox="1"/>
            <p:nvPr/>
          </p:nvSpPr>
          <p:spPr>
            <a:xfrm>
              <a:off x="1014813" y="1595768"/>
              <a:ext cx="895367" cy="292388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indent="0" algn="ctr">
                <a:buNone/>
              </a:pPr>
              <a:r>
                <a:rPr lang="en-US" sz="1600" spc="70" dirty="0" err="1">
                  <a:solidFill>
                    <a:srgbClr val="0070C0"/>
                  </a:solidFill>
                  <a:latin typeface="Source Sans 3 Light" panose="020B0403030403020204" pitchFamily="34" charset="0"/>
                </a:rPr>
                <a:t>Z</a:t>
              </a:r>
              <a:r>
                <a:rPr lang="en-US" sz="1600" spc="70" baseline="-25000" dirty="0" err="1">
                  <a:solidFill>
                    <a:srgbClr val="0070C0"/>
                  </a:solidFill>
                  <a:latin typeface="Source Sans 3 Light" panose="020B0403030403020204" pitchFamily="34" charset="0"/>
                </a:rPr>
                <a:t>stator</a:t>
              </a:r>
              <a:endParaRPr lang="en-US" sz="1600" spc="70" dirty="0">
                <a:solidFill>
                  <a:srgbClr val="0070C0"/>
                </a:solidFill>
                <a:latin typeface="Source Sans 3 Light" panose="020B0403030403020204" pitchFamily="34" charset="0"/>
              </a:endParaRP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0E78603-D709-5CDB-0329-E8FC0E6608A4}"/>
              </a:ext>
            </a:extLst>
          </p:cNvPr>
          <p:cNvGrpSpPr/>
          <p:nvPr/>
        </p:nvGrpSpPr>
        <p:grpSpPr>
          <a:xfrm>
            <a:off x="6523060" y="1566631"/>
            <a:ext cx="4392758" cy="1548915"/>
            <a:chOff x="6523060" y="1566631"/>
            <a:chExt cx="4392758" cy="1548915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B86889EB-4E77-C32F-4790-581AF944C728}"/>
                </a:ext>
              </a:extLst>
            </p:cNvPr>
            <p:cNvSpPr/>
            <p:nvPr/>
          </p:nvSpPr>
          <p:spPr>
            <a:xfrm>
              <a:off x="6523060" y="2471528"/>
              <a:ext cx="660588" cy="644018"/>
            </a:xfrm>
            <a:prstGeom prst="ellips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~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AADEE12-C993-7B76-8B71-8AB8CC632C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53353" y="2038787"/>
              <a:ext cx="396937" cy="754"/>
            </a:xfrm>
            <a:prstGeom prst="line">
              <a:avLst/>
            </a:prstGeom>
            <a:noFill/>
            <a:ln w="1905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D1DF1705-508F-EA68-9700-F5048FB5E5B4}"/>
                </a:ext>
              </a:extLst>
            </p:cNvPr>
            <p:cNvGrpSpPr/>
            <p:nvPr/>
          </p:nvGrpSpPr>
          <p:grpSpPr>
            <a:xfrm>
              <a:off x="9025502" y="1913438"/>
              <a:ext cx="1352611" cy="235338"/>
              <a:chOff x="6830568" y="2084592"/>
              <a:chExt cx="1418997" cy="246888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4030A1D1-8253-FF53-9E71-4A0EAF768108}"/>
                  </a:ext>
                </a:extLst>
              </p:cNvPr>
              <p:cNvGrpSpPr/>
              <p:nvPr/>
            </p:nvGrpSpPr>
            <p:grpSpPr>
              <a:xfrm>
                <a:off x="6830568" y="2084592"/>
                <a:ext cx="683640" cy="246888"/>
                <a:chOff x="2551176" y="3154680"/>
                <a:chExt cx="2880360" cy="768096"/>
              </a:xfrm>
            </p:grpSpPr>
            <p:sp>
              <p:nvSpPr>
                <p:cNvPr id="127" name="Arc 126">
                  <a:extLst>
                    <a:ext uri="{FF2B5EF4-FFF2-40B4-BE49-F238E27FC236}">
                      <a16:creationId xmlns:a16="http://schemas.microsoft.com/office/drawing/2014/main" id="{800ED39F-7BA6-F6A6-4C0F-0F90BEBB33AC}"/>
                    </a:ext>
                  </a:extLst>
                </p:cNvPr>
                <p:cNvSpPr/>
                <p:nvPr/>
              </p:nvSpPr>
              <p:spPr>
                <a:xfrm>
                  <a:off x="2551176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  <a:noFill/>
                <a:ln w="19050" cap="flat" cmpd="sng" algn="ctr">
                  <a:solidFill>
                    <a:srgbClr val="00B05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Arc 127">
                  <a:extLst>
                    <a:ext uri="{FF2B5EF4-FFF2-40B4-BE49-F238E27FC236}">
                      <a16:creationId xmlns:a16="http://schemas.microsoft.com/office/drawing/2014/main" id="{316EBB7B-2BA6-06E1-4760-5BECC0900377}"/>
                    </a:ext>
                  </a:extLst>
                </p:cNvPr>
                <p:cNvSpPr/>
                <p:nvPr/>
              </p:nvSpPr>
              <p:spPr>
                <a:xfrm>
                  <a:off x="3255264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  <a:noFill/>
                <a:ln w="19050" cap="flat" cmpd="sng" algn="ctr">
                  <a:solidFill>
                    <a:srgbClr val="00B05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Arc 128">
                  <a:extLst>
                    <a:ext uri="{FF2B5EF4-FFF2-40B4-BE49-F238E27FC236}">
                      <a16:creationId xmlns:a16="http://schemas.microsoft.com/office/drawing/2014/main" id="{66E5C3E2-C5B5-0E10-12E9-853EB36BCC1D}"/>
                    </a:ext>
                  </a:extLst>
                </p:cNvPr>
                <p:cNvSpPr/>
                <p:nvPr/>
              </p:nvSpPr>
              <p:spPr>
                <a:xfrm>
                  <a:off x="3959352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  <a:noFill/>
                <a:ln w="19050" cap="flat" cmpd="sng" algn="ctr">
                  <a:solidFill>
                    <a:srgbClr val="00B05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30" name="Arc 129">
                  <a:extLst>
                    <a:ext uri="{FF2B5EF4-FFF2-40B4-BE49-F238E27FC236}">
                      <a16:creationId xmlns:a16="http://schemas.microsoft.com/office/drawing/2014/main" id="{DB933DDD-F0B7-AFBF-C008-AA413AF8BC8F}"/>
                    </a:ext>
                  </a:extLst>
                </p:cNvPr>
                <p:cNvSpPr/>
                <p:nvPr/>
              </p:nvSpPr>
              <p:spPr>
                <a:xfrm>
                  <a:off x="4663440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  <a:noFill/>
                <a:ln w="19050" cap="flat" cmpd="sng" algn="ctr">
                  <a:solidFill>
                    <a:srgbClr val="00B05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2AA63A61-4030-69C0-937E-8F8DEF825878}"/>
                  </a:ext>
                </a:extLst>
              </p:cNvPr>
              <p:cNvGrpSpPr/>
              <p:nvPr/>
            </p:nvGrpSpPr>
            <p:grpSpPr>
              <a:xfrm>
                <a:off x="7713062" y="2123454"/>
                <a:ext cx="326664" cy="169164"/>
                <a:chOff x="4521709" y="2816352"/>
                <a:chExt cx="2024480" cy="745236"/>
              </a:xfrm>
            </p:grpSpPr>
            <p:cxnSp>
              <p:nvCxnSpPr>
                <p:cNvPr id="121" name="Straight Connector 120">
                  <a:extLst>
                    <a:ext uri="{FF2B5EF4-FFF2-40B4-BE49-F238E27FC236}">
                      <a16:creationId xmlns:a16="http://schemas.microsoft.com/office/drawing/2014/main" id="{03807F62-508E-0140-8688-A70CC1D30573}"/>
                    </a:ext>
                  </a:extLst>
                </p:cNvPr>
                <p:cNvCxnSpPr/>
                <p:nvPr/>
              </p:nvCxnSpPr>
              <p:spPr>
                <a:xfrm flipV="1">
                  <a:off x="4718304" y="2816352"/>
                  <a:ext cx="393192" cy="7452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B05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22" name="Straight Connector 121">
                  <a:extLst>
                    <a:ext uri="{FF2B5EF4-FFF2-40B4-BE49-F238E27FC236}">
                      <a16:creationId xmlns:a16="http://schemas.microsoft.com/office/drawing/2014/main" id="{FBD19C7E-353C-7615-BCFC-536A363FDF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111496" y="2816352"/>
                  <a:ext cx="422453" cy="7452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B05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AE13FB74-E6A8-5B37-8FC4-313F5C8A9DB2}"/>
                    </a:ext>
                  </a:extLst>
                </p:cNvPr>
                <p:cNvCxnSpPr/>
                <p:nvPr/>
              </p:nvCxnSpPr>
              <p:spPr>
                <a:xfrm flipV="1">
                  <a:off x="5533949" y="2816352"/>
                  <a:ext cx="393192" cy="7452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B05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24" name="Straight Connector 123">
                  <a:extLst>
                    <a:ext uri="{FF2B5EF4-FFF2-40B4-BE49-F238E27FC236}">
                      <a16:creationId xmlns:a16="http://schemas.microsoft.com/office/drawing/2014/main" id="{30EEC4A4-7DD9-ADDD-2F9C-F4DE743E88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27141" y="2816352"/>
                  <a:ext cx="422453" cy="7452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B05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25" name="Straight Connector 124">
                  <a:extLst>
                    <a:ext uri="{FF2B5EF4-FFF2-40B4-BE49-F238E27FC236}">
                      <a16:creationId xmlns:a16="http://schemas.microsoft.com/office/drawing/2014/main" id="{D80420CF-34DE-561E-56D6-37A69D513E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49594" y="3188969"/>
                  <a:ext cx="196595" cy="37261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B05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26" name="Straight Connector 125">
                  <a:extLst>
                    <a:ext uri="{FF2B5EF4-FFF2-40B4-BE49-F238E27FC236}">
                      <a16:creationId xmlns:a16="http://schemas.microsoft.com/office/drawing/2014/main" id="{F809E855-1ED5-E7DA-9FBC-4FBB5DA02C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21709" y="3188970"/>
                  <a:ext cx="212198" cy="37261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B050"/>
                  </a:solidFill>
                  <a:prstDash val="solid"/>
                  <a:miter lim="800000"/>
                </a:ln>
                <a:effectLst/>
              </p:spPr>
            </p:cxnSp>
          </p:grp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8634ADBA-681C-6A33-5AAD-0AEFFE00261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03223" y="2208036"/>
                <a:ext cx="209839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B05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FA2E5BE6-EA59-5DA1-8B5F-8BBBE71515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39726" y="2208036"/>
                <a:ext cx="209839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B050"/>
                </a:solidFill>
                <a:prstDash val="solid"/>
                <a:miter lim="800000"/>
              </a:ln>
              <a:effectLst/>
            </p:spPr>
          </p:cxnSp>
        </p:grp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AD770051-1C36-2900-7918-BB8B8B7B22C7}"/>
                </a:ext>
              </a:extLst>
            </p:cNvPr>
            <p:cNvCxnSpPr>
              <a:cxnSpLocks/>
              <a:stCxn id="74" idx="0"/>
            </p:cNvCxnSpPr>
            <p:nvPr/>
          </p:nvCxnSpPr>
          <p:spPr>
            <a:xfrm flipH="1" flipV="1">
              <a:off x="6853353" y="2039540"/>
              <a:ext cx="1" cy="431988"/>
            </a:xfrm>
            <a:prstGeom prst="line">
              <a:avLst/>
            </a:prstGeom>
            <a:noFill/>
            <a:ln w="1905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1F5A0AF-F49B-5582-8D9E-40F866186E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78114" y="2029388"/>
              <a:ext cx="207411" cy="1505"/>
            </a:xfrm>
            <a:prstGeom prst="line">
              <a:avLst/>
            </a:prstGeom>
            <a:noFill/>
            <a:ln w="19050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69389C9E-5820-1DBB-B4A0-B7497ABE7D1F}"/>
                </a:ext>
              </a:extLst>
            </p:cNvPr>
            <p:cNvSpPr/>
            <p:nvPr/>
          </p:nvSpPr>
          <p:spPr>
            <a:xfrm>
              <a:off x="10255230" y="2461486"/>
              <a:ext cx="660588" cy="644017"/>
            </a:xfrm>
            <a:prstGeom prst="ellipse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~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8BAA91F7-4964-715D-45AF-8AB8A147145C}"/>
                </a:ext>
              </a:extLst>
            </p:cNvPr>
            <p:cNvCxnSpPr>
              <a:cxnSpLocks/>
              <a:stCxn id="79" idx="0"/>
            </p:cNvCxnSpPr>
            <p:nvPr/>
          </p:nvCxnSpPr>
          <p:spPr>
            <a:xfrm flipV="1">
              <a:off x="10585524" y="2019662"/>
              <a:ext cx="0" cy="441824"/>
            </a:xfrm>
            <a:prstGeom prst="line">
              <a:avLst/>
            </a:prstGeom>
            <a:noFill/>
            <a:ln w="19050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5673B915-7712-7899-23AF-640A49B76B41}"/>
                </a:ext>
              </a:extLst>
            </p:cNvPr>
            <p:cNvGrpSpPr/>
            <p:nvPr/>
          </p:nvGrpSpPr>
          <p:grpSpPr>
            <a:xfrm>
              <a:off x="8201330" y="1923377"/>
              <a:ext cx="567921" cy="235338"/>
              <a:chOff x="6830568" y="2084592"/>
              <a:chExt cx="1418997" cy="246888"/>
            </a:xfrm>
          </p:grpSpPr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E222D331-F30E-939C-83B9-892622D5513F}"/>
                  </a:ext>
                </a:extLst>
              </p:cNvPr>
              <p:cNvGrpSpPr/>
              <p:nvPr/>
            </p:nvGrpSpPr>
            <p:grpSpPr>
              <a:xfrm>
                <a:off x="6830568" y="2084592"/>
                <a:ext cx="683640" cy="246888"/>
                <a:chOff x="2551176" y="3154680"/>
                <a:chExt cx="2880360" cy="768096"/>
              </a:xfrm>
            </p:grpSpPr>
            <p:sp>
              <p:nvSpPr>
                <p:cNvPr id="113" name="Arc 112">
                  <a:extLst>
                    <a:ext uri="{FF2B5EF4-FFF2-40B4-BE49-F238E27FC236}">
                      <a16:creationId xmlns:a16="http://schemas.microsoft.com/office/drawing/2014/main" id="{A60F5FC2-C460-4930-929F-9E46CE588F6E}"/>
                    </a:ext>
                  </a:extLst>
                </p:cNvPr>
                <p:cNvSpPr/>
                <p:nvPr/>
              </p:nvSpPr>
              <p:spPr>
                <a:xfrm>
                  <a:off x="2551176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  <a:noFill/>
                <a:ln w="19050" cap="flat" cmpd="sng" algn="ctr">
                  <a:solidFill>
                    <a:schemeClr val="accent2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14" name="Arc 113">
                  <a:extLst>
                    <a:ext uri="{FF2B5EF4-FFF2-40B4-BE49-F238E27FC236}">
                      <a16:creationId xmlns:a16="http://schemas.microsoft.com/office/drawing/2014/main" id="{A1A4A370-93CF-485E-5C61-FCA2C815D78F}"/>
                    </a:ext>
                  </a:extLst>
                </p:cNvPr>
                <p:cNvSpPr/>
                <p:nvPr/>
              </p:nvSpPr>
              <p:spPr>
                <a:xfrm>
                  <a:off x="3255264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  <a:noFill/>
                <a:ln w="19050" cap="flat" cmpd="sng" algn="ctr">
                  <a:solidFill>
                    <a:schemeClr val="accent2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15" name="Arc 114">
                  <a:extLst>
                    <a:ext uri="{FF2B5EF4-FFF2-40B4-BE49-F238E27FC236}">
                      <a16:creationId xmlns:a16="http://schemas.microsoft.com/office/drawing/2014/main" id="{57232300-621F-E90F-E83F-C0A9D1946330}"/>
                    </a:ext>
                  </a:extLst>
                </p:cNvPr>
                <p:cNvSpPr/>
                <p:nvPr/>
              </p:nvSpPr>
              <p:spPr>
                <a:xfrm>
                  <a:off x="3959352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  <a:noFill/>
                <a:ln w="19050" cap="flat" cmpd="sng" algn="ctr">
                  <a:solidFill>
                    <a:schemeClr val="accent2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16" name="Arc 115">
                  <a:extLst>
                    <a:ext uri="{FF2B5EF4-FFF2-40B4-BE49-F238E27FC236}">
                      <a16:creationId xmlns:a16="http://schemas.microsoft.com/office/drawing/2014/main" id="{DB33C86E-F9EC-933D-F30E-701A994F9E21}"/>
                    </a:ext>
                  </a:extLst>
                </p:cNvPr>
                <p:cNvSpPr/>
                <p:nvPr/>
              </p:nvSpPr>
              <p:spPr>
                <a:xfrm>
                  <a:off x="4663440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  <a:noFill/>
                <a:ln w="19050" cap="flat" cmpd="sng" algn="ctr">
                  <a:solidFill>
                    <a:schemeClr val="accent2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42C85A09-4B31-3ACD-6C3A-3F91B4F4C5A7}"/>
                  </a:ext>
                </a:extLst>
              </p:cNvPr>
              <p:cNvGrpSpPr/>
              <p:nvPr/>
            </p:nvGrpSpPr>
            <p:grpSpPr>
              <a:xfrm>
                <a:off x="7713062" y="2123454"/>
                <a:ext cx="326664" cy="169164"/>
                <a:chOff x="4521709" y="2816352"/>
                <a:chExt cx="2024480" cy="745236"/>
              </a:xfrm>
            </p:grpSpPr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C2C49523-DFE3-791F-F05E-B75AB246CC5B}"/>
                    </a:ext>
                  </a:extLst>
                </p:cNvPr>
                <p:cNvCxnSpPr/>
                <p:nvPr/>
              </p:nvCxnSpPr>
              <p:spPr>
                <a:xfrm flipV="1">
                  <a:off x="4718304" y="2816352"/>
                  <a:ext cx="393192" cy="7452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accent2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5E424956-3726-0BB8-3CB7-F68C705F04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111496" y="2816352"/>
                  <a:ext cx="422453" cy="7452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accent2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FC5DE95B-3016-1C4B-14F2-EB917DB21E60}"/>
                    </a:ext>
                  </a:extLst>
                </p:cNvPr>
                <p:cNvCxnSpPr/>
                <p:nvPr/>
              </p:nvCxnSpPr>
              <p:spPr>
                <a:xfrm flipV="1">
                  <a:off x="5533949" y="2816352"/>
                  <a:ext cx="393192" cy="7452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accent2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DBD99092-4A4B-0D7D-E29A-8DA84B45D0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27141" y="2816352"/>
                  <a:ext cx="422453" cy="7452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accent2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917CB54C-1F09-62D1-E8AF-76E7A1A886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49594" y="3188969"/>
                  <a:ext cx="196595" cy="37261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accent2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12" name="Straight Connector 111">
                  <a:extLst>
                    <a:ext uri="{FF2B5EF4-FFF2-40B4-BE49-F238E27FC236}">
                      <a16:creationId xmlns:a16="http://schemas.microsoft.com/office/drawing/2014/main" id="{2EEE162E-B28B-036E-F8D9-1FD7ABC980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21709" y="3188970"/>
                  <a:ext cx="212198" cy="37261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accent2"/>
                  </a:solidFill>
                  <a:prstDash val="solid"/>
                  <a:miter lim="800000"/>
                </a:ln>
                <a:effectLst/>
              </p:spPr>
            </p:cxnSp>
          </p:grp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5F97B81C-BCD0-5DA1-1910-38A7B25C3A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03223" y="2208036"/>
                <a:ext cx="209839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0348E9BA-CDD5-A385-7AF8-A4DA9EF4B28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39726" y="2208036"/>
                <a:ext cx="209839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/>
                </a:solidFill>
                <a:prstDash val="solid"/>
                <a:miter lim="800000"/>
              </a:ln>
              <a:effectLst/>
            </p:spPr>
          </p:cxnSp>
        </p:grp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C807394B-A3B1-4CDC-13CA-EC60AB3A38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57052" y="2032827"/>
              <a:ext cx="273002" cy="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9528508-5831-122D-CA3D-EDB39085A04B}"/>
                </a:ext>
              </a:extLst>
            </p:cNvPr>
            <p:cNvSpPr txBox="1"/>
            <p:nvPr/>
          </p:nvSpPr>
          <p:spPr>
            <a:xfrm>
              <a:off x="9199278" y="1575994"/>
              <a:ext cx="895367" cy="292388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indent="0" algn="ctr">
                <a:buNone/>
              </a:pPr>
              <a:r>
                <a:rPr lang="en-US" sz="1600" spc="70" dirty="0" err="1">
                  <a:solidFill>
                    <a:srgbClr val="00B050"/>
                  </a:solidFill>
                  <a:latin typeface="Source Sans 3 Light" panose="020B0403030403020204" pitchFamily="34" charset="0"/>
                </a:rPr>
                <a:t>Z</a:t>
              </a:r>
              <a:r>
                <a:rPr lang="en-US" sz="1600" spc="70" baseline="-25000" dirty="0" err="1">
                  <a:solidFill>
                    <a:srgbClr val="00B050"/>
                  </a:solidFill>
                  <a:latin typeface="Source Sans 3 Light" panose="020B0403030403020204" pitchFamily="34" charset="0"/>
                </a:rPr>
                <a:t>grid</a:t>
              </a:r>
              <a:endParaRPr lang="en-US" sz="1600" spc="70" dirty="0">
                <a:solidFill>
                  <a:srgbClr val="00B050"/>
                </a:solidFill>
                <a:latin typeface="Source Sans 3 Light" panose="020B0403030403020204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0BED941-9AAA-3927-2299-C6066B510F62}"/>
                </a:ext>
              </a:extLst>
            </p:cNvPr>
            <p:cNvSpPr txBox="1"/>
            <p:nvPr/>
          </p:nvSpPr>
          <p:spPr>
            <a:xfrm>
              <a:off x="7975380" y="1566631"/>
              <a:ext cx="895367" cy="292388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indent="0" algn="ctr">
                <a:buNone/>
              </a:pPr>
              <a:r>
                <a:rPr lang="en-US" sz="1600" spc="70" dirty="0" err="1">
                  <a:solidFill>
                    <a:schemeClr val="accent2"/>
                  </a:solidFill>
                  <a:latin typeface="Source Sans 3 Light" panose="020B0403030403020204" pitchFamily="34" charset="0"/>
                </a:rPr>
                <a:t>Z</a:t>
              </a:r>
              <a:r>
                <a:rPr lang="en-US" sz="1600" spc="70" baseline="-25000" dirty="0" err="1">
                  <a:solidFill>
                    <a:schemeClr val="accent2"/>
                  </a:solidFill>
                  <a:latin typeface="Source Sans 3 Light" panose="020B0403030403020204" pitchFamily="34" charset="0"/>
                </a:rPr>
                <a:t>gsu</a:t>
              </a:r>
              <a:endParaRPr lang="en-US" sz="1600" spc="70" dirty="0">
                <a:solidFill>
                  <a:schemeClr val="accent2"/>
                </a:solidFill>
                <a:latin typeface="Source Sans 3 Light" panose="020B0403030403020204" pitchFamily="34" charset="0"/>
              </a:endParaRPr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74809245-E68A-C387-8167-392B95DCAACB}"/>
                </a:ext>
              </a:extLst>
            </p:cNvPr>
            <p:cNvGrpSpPr/>
            <p:nvPr/>
          </p:nvGrpSpPr>
          <p:grpSpPr>
            <a:xfrm>
              <a:off x="7255569" y="1921118"/>
              <a:ext cx="567921" cy="235338"/>
              <a:chOff x="6830568" y="2084592"/>
              <a:chExt cx="1418997" cy="246888"/>
            </a:xfrm>
          </p:grpSpPr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73803430-8738-1FCE-1BA1-BBAA5DA546EE}"/>
                  </a:ext>
                </a:extLst>
              </p:cNvPr>
              <p:cNvGrpSpPr/>
              <p:nvPr/>
            </p:nvGrpSpPr>
            <p:grpSpPr>
              <a:xfrm>
                <a:off x="6830568" y="2084592"/>
                <a:ext cx="683640" cy="246888"/>
                <a:chOff x="2551176" y="3154680"/>
                <a:chExt cx="2880360" cy="768096"/>
              </a:xfrm>
            </p:grpSpPr>
            <p:sp>
              <p:nvSpPr>
                <p:cNvPr id="99" name="Arc 98">
                  <a:extLst>
                    <a:ext uri="{FF2B5EF4-FFF2-40B4-BE49-F238E27FC236}">
                      <a16:creationId xmlns:a16="http://schemas.microsoft.com/office/drawing/2014/main" id="{54638F1F-A46F-0D92-EB06-3963D97EC36C}"/>
                    </a:ext>
                  </a:extLst>
                </p:cNvPr>
                <p:cNvSpPr/>
                <p:nvPr/>
              </p:nvSpPr>
              <p:spPr>
                <a:xfrm>
                  <a:off x="2551176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  <a:noFill/>
                <a:ln w="19050" cap="flat" cmpd="sng" algn="ctr">
                  <a:solidFill>
                    <a:srgbClr val="0070C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Arc 99">
                  <a:extLst>
                    <a:ext uri="{FF2B5EF4-FFF2-40B4-BE49-F238E27FC236}">
                      <a16:creationId xmlns:a16="http://schemas.microsoft.com/office/drawing/2014/main" id="{ECCB9816-40B1-E865-36A3-500E2F72FC42}"/>
                    </a:ext>
                  </a:extLst>
                </p:cNvPr>
                <p:cNvSpPr/>
                <p:nvPr/>
              </p:nvSpPr>
              <p:spPr>
                <a:xfrm>
                  <a:off x="3255264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  <a:noFill/>
                <a:ln w="19050" cap="flat" cmpd="sng" algn="ctr">
                  <a:solidFill>
                    <a:srgbClr val="0070C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Arc 100">
                  <a:extLst>
                    <a:ext uri="{FF2B5EF4-FFF2-40B4-BE49-F238E27FC236}">
                      <a16:creationId xmlns:a16="http://schemas.microsoft.com/office/drawing/2014/main" id="{E0F83726-C2EF-1FC9-323A-1FD12A91A123}"/>
                    </a:ext>
                  </a:extLst>
                </p:cNvPr>
                <p:cNvSpPr/>
                <p:nvPr/>
              </p:nvSpPr>
              <p:spPr>
                <a:xfrm>
                  <a:off x="3959352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  <a:noFill/>
                <a:ln w="19050" cap="flat" cmpd="sng" algn="ctr">
                  <a:solidFill>
                    <a:srgbClr val="0070C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Arc 101">
                  <a:extLst>
                    <a:ext uri="{FF2B5EF4-FFF2-40B4-BE49-F238E27FC236}">
                      <a16:creationId xmlns:a16="http://schemas.microsoft.com/office/drawing/2014/main" id="{A5F78AFC-C717-5729-F355-FEBA433FBEF1}"/>
                    </a:ext>
                  </a:extLst>
                </p:cNvPr>
                <p:cNvSpPr/>
                <p:nvPr/>
              </p:nvSpPr>
              <p:spPr>
                <a:xfrm>
                  <a:off x="4663440" y="3154680"/>
                  <a:ext cx="768096" cy="768096"/>
                </a:xfrm>
                <a:prstGeom prst="arc">
                  <a:avLst>
                    <a:gd name="adj1" fmla="val 9491915"/>
                    <a:gd name="adj2" fmla="val 1379323"/>
                  </a:avLst>
                </a:prstGeom>
                <a:noFill/>
                <a:ln w="19050" cap="flat" cmpd="sng" algn="ctr">
                  <a:solidFill>
                    <a:srgbClr val="0070C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E8F573C2-7E95-D8DD-C442-943DB8BB8573}"/>
                  </a:ext>
                </a:extLst>
              </p:cNvPr>
              <p:cNvGrpSpPr/>
              <p:nvPr/>
            </p:nvGrpSpPr>
            <p:grpSpPr>
              <a:xfrm>
                <a:off x="7713062" y="2123454"/>
                <a:ext cx="326664" cy="169164"/>
                <a:chOff x="4521709" y="2816352"/>
                <a:chExt cx="2024480" cy="745236"/>
              </a:xfrm>
            </p:grpSpPr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84375199-DA34-8FD8-F696-A5CE3FF02D18}"/>
                    </a:ext>
                  </a:extLst>
                </p:cNvPr>
                <p:cNvCxnSpPr/>
                <p:nvPr/>
              </p:nvCxnSpPr>
              <p:spPr>
                <a:xfrm flipV="1">
                  <a:off x="4718304" y="2816352"/>
                  <a:ext cx="393192" cy="7452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70C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80A5E476-E610-6E6B-328E-BB2CA44123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111496" y="2816352"/>
                  <a:ext cx="422453" cy="7452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70C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599D1B2B-DD22-3C1B-B51B-9BCFA00830A8}"/>
                    </a:ext>
                  </a:extLst>
                </p:cNvPr>
                <p:cNvCxnSpPr/>
                <p:nvPr/>
              </p:nvCxnSpPr>
              <p:spPr>
                <a:xfrm flipV="1">
                  <a:off x="5533949" y="2816352"/>
                  <a:ext cx="393192" cy="7452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70C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F4764805-21FF-39D3-951A-50DF3CBA88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27141" y="2816352"/>
                  <a:ext cx="422453" cy="74523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70C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30A0298A-C82E-58B4-F1F2-676CD05A69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49594" y="3188969"/>
                  <a:ext cx="196595" cy="37261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70C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C116AD9F-D196-A40D-2A9F-2DF55FF56B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21709" y="3188970"/>
                  <a:ext cx="212198" cy="37261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0070C0"/>
                  </a:solidFill>
                  <a:prstDash val="solid"/>
                  <a:miter lim="800000"/>
                </a:ln>
                <a:effectLst/>
              </p:spPr>
            </p:cxnSp>
          </p:grp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E44A883E-87D5-05C3-1BC3-66AB91C004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03223" y="2208036"/>
                <a:ext cx="209839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D62D4210-8B1A-31A4-3268-E28252D40E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39726" y="2208036"/>
                <a:ext cx="209839" cy="0"/>
              </a:xfrm>
              <a:prstGeom prst="line">
                <a:avLst/>
              </a:prstGeom>
              <a:noFill/>
              <a:ln w="1905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</p:cxnSp>
        </p:grp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9631DCF4-3EC6-C200-814A-F9B9F833B1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06149" y="2038787"/>
              <a:ext cx="396937" cy="754"/>
            </a:xfrm>
            <a:prstGeom prst="line">
              <a:avLst/>
            </a:prstGeom>
            <a:noFill/>
            <a:ln w="1905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35A7D79-48C4-B5B8-6B48-1FDE415D2ADF}"/>
                </a:ext>
              </a:extLst>
            </p:cNvPr>
            <p:cNvSpPr txBox="1"/>
            <p:nvPr/>
          </p:nvSpPr>
          <p:spPr>
            <a:xfrm>
              <a:off x="6994200" y="1585933"/>
              <a:ext cx="895367" cy="292388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marL="0" indent="0" algn="ctr">
                <a:buNone/>
              </a:pPr>
              <a:r>
                <a:rPr lang="en-US" sz="1600" spc="70" dirty="0" err="1">
                  <a:solidFill>
                    <a:srgbClr val="0070C0"/>
                  </a:solidFill>
                  <a:latin typeface="Source Sans 3 Light" panose="020B0403030403020204" pitchFamily="34" charset="0"/>
                </a:rPr>
                <a:t>Z</a:t>
              </a:r>
              <a:r>
                <a:rPr lang="en-US" sz="1600" spc="70" baseline="-25000" dirty="0" err="1">
                  <a:solidFill>
                    <a:srgbClr val="0070C0"/>
                  </a:solidFill>
                  <a:latin typeface="Source Sans 3 Light" panose="020B0403030403020204" pitchFamily="34" charset="0"/>
                </a:rPr>
                <a:t>stator</a:t>
              </a:r>
              <a:endParaRPr lang="en-US" sz="1600" spc="70" dirty="0">
                <a:solidFill>
                  <a:srgbClr val="0070C0"/>
                </a:solidFill>
                <a:latin typeface="Source Sans 3 Light" panose="020B0403030403020204" pitchFamily="34" charset="0"/>
              </a:endParaRPr>
            </a:p>
          </p:txBody>
        </p:sp>
        <p:sp>
          <p:nvSpPr>
            <p:cNvPr id="88" name="Arrow: Right 87">
              <a:extLst>
                <a:ext uri="{FF2B5EF4-FFF2-40B4-BE49-F238E27FC236}">
                  <a16:creationId xmlns:a16="http://schemas.microsoft.com/office/drawing/2014/main" id="{AC7961C1-E5D8-55FF-8713-ED6DD0EB46D3}"/>
                </a:ext>
              </a:extLst>
            </p:cNvPr>
            <p:cNvSpPr/>
            <p:nvPr/>
          </p:nvSpPr>
          <p:spPr>
            <a:xfrm>
              <a:off x="7527065" y="2533948"/>
              <a:ext cx="2299935" cy="519177"/>
            </a:xfrm>
            <a:prstGeom prst="right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High power</a:t>
              </a:r>
            </a:p>
          </p:txBody>
        </p:sp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C2553C8B-81F7-C8E8-E7EF-7B5926C168C5}"/>
              </a:ext>
            </a:extLst>
          </p:cNvPr>
          <p:cNvSpPr txBox="1"/>
          <p:nvPr/>
        </p:nvSpPr>
        <p:spPr>
          <a:xfrm>
            <a:off x="1141469" y="3432580"/>
            <a:ext cx="3128824" cy="600164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indent="0" algn="l">
              <a:buNone/>
            </a:pPr>
            <a:r>
              <a:rPr lang="en-US" sz="1200" spc="70" dirty="0">
                <a:latin typeface="Source Sans 3 Light" panose="020B0403030403020204" pitchFamily="34" charset="0"/>
              </a:rPr>
              <a:t>Spinout occurs during fault because of the drop of electrical power while ‘mechanical’ power still fed in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FB9BB98-BC4E-A9BE-7BCA-FD79878F05ED}"/>
              </a:ext>
            </a:extLst>
          </p:cNvPr>
          <p:cNvSpPr txBox="1"/>
          <p:nvPr/>
        </p:nvSpPr>
        <p:spPr>
          <a:xfrm>
            <a:off x="7192640" y="3458441"/>
            <a:ext cx="3128824" cy="415498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marL="0" indent="0" algn="l">
              <a:buNone/>
            </a:pPr>
            <a:r>
              <a:rPr lang="en-US" sz="1200" spc="70" dirty="0">
                <a:latin typeface="Source Sans 3 Light" panose="020B0403030403020204" pitchFamily="34" charset="0"/>
              </a:rPr>
              <a:t>Spinout occurs when power angle approaches 90 degrees</a:t>
            </a:r>
          </a:p>
        </p:txBody>
      </p:sp>
    </p:spTree>
    <p:extLst>
      <p:ext uri="{BB962C8B-B14F-4D97-AF65-F5344CB8AC3E}">
        <p14:creationId xmlns:p14="http://schemas.microsoft.com/office/powerpoint/2010/main" val="1171054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Construction of Synchronous Motor | Electrical4U">
            <a:extLst>
              <a:ext uri="{FF2B5EF4-FFF2-40B4-BE49-F238E27FC236}">
                <a16:creationId xmlns:a16="http://schemas.microsoft.com/office/drawing/2014/main" id="{EA24B21A-56A5-05FD-8DDE-2F5035E81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169461" y="599382"/>
            <a:ext cx="1914142" cy="1914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D243CA45-6836-33A7-55A1-F0E54DAD3F7D}"/>
              </a:ext>
            </a:extLst>
          </p:cNvPr>
          <p:cNvGrpSpPr/>
          <p:nvPr/>
        </p:nvGrpSpPr>
        <p:grpSpPr>
          <a:xfrm>
            <a:off x="708988" y="2305878"/>
            <a:ext cx="1719469" cy="1719469"/>
            <a:chOff x="1782414" y="1898374"/>
            <a:chExt cx="1719469" cy="171946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B412667-2C1B-5E1F-B7C0-A92CD4961CAC}"/>
                </a:ext>
              </a:extLst>
            </p:cNvPr>
            <p:cNvSpPr/>
            <p:nvPr/>
          </p:nvSpPr>
          <p:spPr>
            <a:xfrm>
              <a:off x="1782414" y="1898374"/>
              <a:ext cx="1719469" cy="1719469"/>
            </a:xfrm>
            <a:prstGeom prst="ellips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Partial Circle 4">
              <a:extLst>
                <a:ext uri="{FF2B5EF4-FFF2-40B4-BE49-F238E27FC236}">
                  <a16:creationId xmlns:a16="http://schemas.microsoft.com/office/drawing/2014/main" id="{A45627F3-6A3E-62EC-2B52-1C18956BBF62}"/>
                </a:ext>
              </a:extLst>
            </p:cNvPr>
            <p:cNvSpPr/>
            <p:nvPr/>
          </p:nvSpPr>
          <p:spPr>
            <a:xfrm>
              <a:off x="1828800" y="1938131"/>
              <a:ext cx="1639956" cy="1639956"/>
            </a:xfrm>
            <a:prstGeom prst="pie">
              <a:avLst>
                <a:gd name="adj1" fmla="val 13038754"/>
                <a:gd name="adj2" fmla="val 16224985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Partial Circle 5">
              <a:extLst>
                <a:ext uri="{FF2B5EF4-FFF2-40B4-BE49-F238E27FC236}">
                  <a16:creationId xmlns:a16="http://schemas.microsoft.com/office/drawing/2014/main" id="{9ACC2B96-4A73-0A16-7C3A-D8F3DD1673A0}"/>
                </a:ext>
              </a:extLst>
            </p:cNvPr>
            <p:cNvSpPr/>
            <p:nvPr/>
          </p:nvSpPr>
          <p:spPr>
            <a:xfrm>
              <a:off x="1828800" y="1928191"/>
              <a:ext cx="1639956" cy="1639956"/>
            </a:xfrm>
            <a:prstGeom prst="pie">
              <a:avLst>
                <a:gd name="adj1" fmla="val 9150143"/>
                <a:gd name="adj2" fmla="val 12844673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Partial Circle 6">
              <a:extLst>
                <a:ext uri="{FF2B5EF4-FFF2-40B4-BE49-F238E27FC236}">
                  <a16:creationId xmlns:a16="http://schemas.microsoft.com/office/drawing/2014/main" id="{B2737415-B3DF-071D-91AF-B273C7B2EC61}"/>
                </a:ext>
              </a:extLst>
            </p:cNvPr>
            <p:cNvSpPr/>
            <p:nvPr/>
          </p:nvSpPr>
          <p:spPr>
            <a:xfrm>
              <a:off x="1828800" y="1938130"/>
              <a:ext cx="1639956" cy="1639956"/>
            </a:xfrm>
            <a:prstGeom prst="pie">
              <a:avLst>
                <a:gd name="adj1" fmla="val 5597637"/>
                <a:gd name="adj2" fmla="val 9057307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Partial Circle 8">
              <a:extLst>
                <a:ext uri="{FF2B5EF4-FFF2-40B4-BE49-F238E27FC236}">
                  <a16:creationId xmlns:a16="http://schemas.microsoft.com/office/drawing/2014/main" id="{9D438657-0A13-87ED-35E9-99FA9BCD417C}"/>
                </a:ext>
              </a:extLst>
            </p:cNvPr>
            <p:cNvSpPr/>
            <p:nvPr/>
          </p:nvSpPr>
          <p:spPr>
            <a:xfrm rot="10800000">
              <a:off x="1823829" y="1943099"/>
              <a:ext cx="1639956" cy="1639956"/>
            </a:xfrm>
            <a:prstGeom prst="pie">
              <a:avLst>
                <a:gd name="adj1" fmla="val 5597637"/>
                <a:gd name="adj2" fmla="val 9057307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Partial Circle 9">
              <a:extLst>
                <a:ext uri="{FF2B5EF4-FFF2-40B4-BE49-F238E27FC236}">
                  <a16:creationId xmlns:a16="http://schemas.microsoft.com/office/drawing/2014/main" id="{CCCE29A3-056D-4397-9495-17E0E7A5C391}"/>
                </a:ext>
              </a:extLst>
            </p:cNvPr>
            <p:cNvSpPr/>
            <p:nvPr/>
          </p:nvSpPr>
          <p:spPr>
            <a:xfrm rot="10800000">
              <a:off x="1818857" y="1948070"/>
              <a:ext cx="1639956" cy="1639956"/>
            </a:xfrm>
            <a:prstGeom prst="pie">
              <a:avLst>
                <a:gd name="adj1" fmla="val 9150143"/>
                <a:gd name="adj2" fmla="val 12844673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Partial Circle 10">
              <a:extLst>
                <a:ext uri="{FF2B5EF4-FFF2-40B4-BE49-F238E27FC236}">
                  <a16:creationId xmlns:a16="http://schemas.microsoft.com/office/drawing/2014/main" id="{E6F79EFF-44BD-0417-0E59-98392F149074}"/>
                </a:ext>
              </a:extLst>
            </p:cNvPr>
            <p:cNvSpPr/>
            <p:nvPr/>
          </p:nvSpPr>
          <p:spPr>
            <a:xfrm rot="10800000">
              <a:off x="1818857" y="1948070"/>
              <a:ext cx="1639956" cy="1639956"/>
            </a:xfrm>
            <a:prstGeom prst="pie">
              <a:avLst>
                <a:gd name="adj1" fmla="val 13038754"/>
                <a:gd name="adj2" fmla="val 16224985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D8CEA13-418A-EC97-882B-E7E3EEBB1D48}"/>
                </a:ext>
              </a:extLst>
            </p:cNvPr>
            <p:cNvSpPr/>
            <p:nvPr/>
          </p:nvSpPr>
          <p:spPr>
            <a:xfrm>
              <a:off x="1977471" y="2096327"/>
              <a:ext cx="1332673" cy="133267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F9A69B7-0B78-892D-4C49-282E954C0F7E}"/>
                </a:ext>
              </a:extLst>
            </p:cNvPr>
            <p:cNvGrpSpPr/>
            <p:nvPr/>
          </p:nvGrpSpPr>
          <p:grpSpPr>
            <a:xfrm>
              <a:off x="2035527" y="2163830"/>
              <a:ext cx="1246380" cy="1208436"/>
              <a:chOff x="2425145" y="4427050"/>
              <a:chExt cx="1246380" cy="1208436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5686A438-A575-846C-BF9C-56D78FC97647}"/>
                  </a:ext>
                </a:extLst>
              </p:cNvPr>
              <p:cNvSpPr/>
              <p:nvPr/>
            </p:nvSpPr>
            <p:spPr>
              <a:xfrm>
                <a:off x="2425145" y="4427050"/>
                <a:ext cx="1207360" cy="120736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F6C5A4E-F40F-1999-D312-5C93F6FBAC29}"/>
                  </a:ext>
                </a:extLst>
              </p:cNvPr>
              <p:cNvSpPr txBox="1"/>
              <p:nvPr/>
            </p:nvSpPr>
            <p:spPr>
              <a:xfrm>
                <a:off x="2871436" y="4471881"/>
                <a:ext cx="335599" cy="2509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N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0B0B8DD-2CAC-1B89-2590-79E815E3C651}"/>
                  </a:ext>
                </a:extLst>
              </p:cNvPr>
              <p:cNvSpPr txBox="1"/>
              <p:nvPr/>
            </p:nvSpPr>
            <p:spPr>
              <a:xfrm>
                <a:off x="2857738" y="5384534"/>
                <a:ext cx="335599" cy="2509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N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3A52CBE-6545-D3F6-AAD3-D7D7BEA4115E}"/>
                  </a:ext>
                </a:extLst>
              </p:cNvPr>
              <p:cNvSpPr txBox="1"/>
              <p:nvPr/>
            </p:nvSpPr>
            <p:spPr>
              <a:xfrm>
                <a:off x="3335926" y="4920794"/>
                <a:ext cx="335599" cy="2509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S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140A381-1B64-7808-BEA4-A78EF2D755CA}"/>
                  </a:ext>
                </a:extLst>
              </p:cNvPr>
              <p:cNvSpPr txBox="1"/>
              <p:nvPr/>
            </p:nvSpPr>
            <p:spPr>
              <a:xfrm>
                <a:off x="2426945" y="4905253"/>
                <a:ext cx="335599" cy="2509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S</a:t>
                </a: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EABD13FB-9D31-8851-EF4F-03D6513D37F0}"/>
                  </a:ext>
                </a:extLst>
              </p:cNvPr>
              <p:cNvGrpSpPr/>
              <p:nvPr/>
            </p:nvGrpSpPr>
            <p:grpSpPr>
              <a:xfrm>
                <a:off x="2514526" y="4549308"/>
                <a:ext cx="402119" cy="379182"/>
                <a:chOff x="2514526" y="4549308"/>
                <a:chExt cx="402119" cy="379182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51B0290A-718F-6FA5-ED33-32D2092873A5}"/>
                    </a:ext>
                  </a:extLst>
                </p:cNvPr>
                <p:cNvSpPr/>
                <p:nvPr/>
              </p:nvSpPr>
              <p:spPr>
                <a:xfrm>
                  <a:off x="2542579" y="4677538"/>
                  <a:ext cx="374066" cy="2509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213C6300-3E45-2D0F-2D4F-73C9D166D9BB}"/>
                    </a:ext>
                  </a:extLst>
                </p:cNvPr>
                <p:cNvSpPr/>
                <p:nvPr/>
              </p:nvSpPr>
              <p:spPr>
                <a:xfrm rot="5400000">
                  <a:off x="2601250" y="4610865"/>
                  <a:ext cx="374066" cy="2509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37C9D648-1A08-E440-AF97-8F96AD5663B3}"/>
                    </a:ext>
                  </a:extLst>
                </p:cNvPr>
                <p:cNvSpPr/>
                <p:nvPr/>
              </p:nvSpPr>
              <p:spPr>
                <a:xfrm rot="3372073">
                  <a:off x="2566276" y="4521062"/>
                  <a:ext cx="147452" cy="2509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FF479674-4F16-ED5E-E8CB-5670A9DC0A13}"/>
                  </a:ext>
                </a:extLst>
              </p:cNvPr>
              <p:cNvGrpSpPr/>
              <p:nvPr/>
            </p:nvGrpSpPr>
            <p:grpSpPr>
              <a:xfrm rot="10800000">
                <a:off x="3119023" y="5155822"/>
                <a:ext cx="402119" cy="374066"/>
                <a:chOff x="2514526" y="4549308"/>
                <a:chExt cx="402119" cy="374066"/>
              </a:xfrm>
            </p:grpSpPr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8F79F122-7BDF-DAAC-8078-1A75D4CA718D}"/>
                    </a:ext>
                  </a:extLst>
                </p:cNvPr>
                <p:cNvSpPr/>
                <p:nvPr/>
              </p:nvSpPr>
              <p:spPr>
                <a:xfrm>
                  <a:off x="2542579" y="4667599"/>
                  <a:ext cx="374066" cy="2509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88FAB6F-1E6D-DBAD-3437-353E6AAE06E8}"/>
                    </a:ext>
                  </a:extLst>
                </p:cNvPr>
                <p:cNvSpPr/>
                <p:nvPr/>
              </p:nvSpPr>
              <p:spPr>
                <a:xfrm rot="5400000">
                  <a:off x="2601250" y="4610865"/>
                  <a:ext cx="374066" cy="2509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D14B2A99-FA00-D2FB-B141-6FA1CABF1606}"/>
                    </a:ext>
                  </a:extLst>
                </p:cNvPr>
                <p:cNvSpPr/>
                <p:nvPr/>
              </p:nvSpPr>
              <p:spPr>
                <a:xfrm rot="3372073">
                  <a:off x="2566276" y="4521062"/>
                  <a:ext cx="147452" cy="2509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1A253824-8E67-6B88-385C-23DBFA622770}"/>
                  </a:ext>
                </a:extLst>
              </p:cNvPr>
              <p:cNvGrpSpPr/>
              <p:nvPr/>
            </p:nvGrpSpPr>
            <p:grpSpPr>
              <a:xfrm rot="5400000">
                <a:off x="3122890" y="4557748"/>
                <a:ext cx="409175" cy="374066"/>
                <a:chOff x="2514526" y="4549308"/>
                <a:chExt cx="409175" cy="374066"/>
              </a:xfrm>
            </p:grpSpPr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96377CEF-2E78-0E7F-4DBA-40610992ECBF}"/>
                    </a:ext>
                  </a:extLst>
                </p:cNvPr>
                <p:cNvSpPr/>
                <p:nvPr/>
              </p:nvSpPr>
              <p:spPr>
                <a:xfrm>
                  <a:off x="2542579" y="4667599"/>
                  <a:ext cx="374066" cy="2509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A86F9738-C5E7-AA1B-D8A9-98BCBD2DEDCE}"/>
                    </a:ext>
                  </a:extLst>
                </p:cNvPr>
                <p:cNvSpPr/>
                <p:nvPr/>
              </p:nvSpPr>
              <p:spPr>
                <a:xfrm rot="5400000">
                  <a:off x="2611192" y="4610865"/>
                  <a:ext cx="374066" cy="2509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EA519871-50C7-3909-40A6-03B15B6482CB}"/>
                    </a:ext>
                  </a:extLst>
                </p:cNvPr>
                <p:cNvSpPr/>
                <p:nvPr/>
              </p:nvSpPr>
              <p:spPr>
                <a:xfrm rot="3372073">
                  <a:off x="2566276" y="4521062"/>
                  <a:ext cx="147452" cy="2509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5AF867D6-D9F2-68DF-7C07-46776065DCFA}"/>
                  </a:ext>
                </a:extLst>
              </p:cNvPr>
              <p:cNvGrpSpPr/>
              <p:nvPr/>
            </p:nvGrpSpPr>
            <p:grpSpPr>
              <a:xfrm rot="16200000">
                <a:off x="2521593" y="5138065"/>
                <a:ext cx="402119" cy="379183"/>
                <a:chOff x="2514526" y="4549308"/>
                <a:chExt cx="402119" cy="379183"/>
              </a:xfrm>
            </p:grpSpPr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CA82498D-5519-194D-83A1-73F165FA0C06}"/>
                    </a:ext>
                  </a:extLst>
                </p:cNvPr>
                <p:cNvSpPr/>
                <p:nvPr/>
              </p:nvSpPr>
              <p:spPr>
                <a:xfrm>
                  <a:off x="2542579" y="4677539"/>
                  <a:ext cx="374066" cy="2509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0909EAF3-481E-2518-B57F-6F50A93CD05C}"/>
                    </a:ext>
                  </a:extLst>
                </p:cNvPr>
                <p:cNvSpPr/>
                <p:nvPr/>
              </p:nvSpPr>
              <p:spPr>
                <a:xfrm rot="5400000">
                  <a:off x="2601250" y="4610865"/>
                  <a:ext cx="374066" cy="2509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75E491C1-6A89-7E26-860D-7FA0478AEDF8}"/>
                    </a:ext>
                  </a:extLst>
                </p:cNvPr>
                <p:cNvSpPr/>
                <p:nvPr/>
              </p:nvSpPr>
              <p:spPr>
                <a:xfrm rot="3372073">
                  <a:off x="2566276" y="4521062"/>
                  <a:ext cx="147452" cy="2509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8F217DB-E049-F129-B874-3B19D4F40394}"/>
              </a:ext>
            </a:extLst>
          </p:cNvPr>
          <p:cNvGrpSpPr/>
          <p:nvPr/>
        </p:nvGrpSpPr>
        <p:grpSpPr>
          <a:xfrm>
            <a:off x="725551" y="4306648"/>
            <a:ext cx="1719469" cy="1719469"/>
            <a:chOff x="1782414" y="1898374"/>
            <a:chExt cx="1719469" cy="1719469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7DBC07-4A43-B0D4-7116-5B0FAACD0E94}"/>
                </a:ext>
              </a:extLst>
            </p:cNvPr>
            <p:cNvSpPr/>
            <p:nvPr/>
          </p:nvSpPr>
          <p:spPr>
            <a:xfrm>
              <a:off x="1782414" y="1898374"/>
              <a:ext cx="1719469" cy="1719469"/>
            </a:xfrm>
            <a:prstGeom prst="ellips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Partial Circle 14">
              <a:extLst>
                <a:ext uri="{FF2B5EF4-FFF2-40B4-BE49-F238E27FC236}">
                  <a16:creationId xmlns:a16="http://schemas.microsoft.com/office/drawing/2014/main" id="{FF6C2D7E-F355-E836-CDD1-94F61C642B43}"/>
                </a:ext>
              </a:extLst>
            </p:cNvPr>
            <p:cNvSpPr/>
            <p:nvPr/>
          </p:nvSpPr>
          <p:spPr>
            <a:xfrm>
              <a:off x="1828800" y="1938131"/>
              <a:ext cx="1639956" cy="1639956"/>
            </a:xfrm>
            <a:prstGeom prst="pie">
              <a:avLst>
                <a:gd name="adj1" fmla="val 13038754"/>
                <a:gd name="adj2" fmla="val 16224985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Partial Circle 15">
              <a:extLst>
                <a:ext uri="{FF2B5EF4-FFF2-40B4-BE49-F238E27FC236}">
                  <a16:creationId xmlns:a16="http://schemas.microsoft.com/office/drawing/2014/main" id="{CE67C96A-F0F3-C37A-38A8-2CCDEC3044D2}"/>
                </a:ext>
              </a:extLst>
            </p:cNvPr>
            <p:cNvSpPr/>
            <p:nvPr/>
          </p:nvSpPr>
          <p:spPr>
            <a:xfrm>
              <a:off x="1828800" y="1928191"/>
              <a:ext cx="1639956" cy="1639956"/>
            </a:xfrm>
            <a:prstGeom prst="pie">
              <a:avLst>
                <a:gd name="adj1" fmla="val 9150143"/>
                <a:gd name="adj2" fmla="val 12844673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Partial Circle 16">
              <a:extLst>
                <a:ext uri="{FF2B5EF4-FFF2-40B4-BE49-F238E27FC236}">
                  <a16:creationId xmlns:a16="http://schemas.microsoft.com/office/drawing/2014/main" id="{7AC28AFF-8640-711B-6B69-6F99C16D4187}"/>
                </a:ext>
              </a:extLst>
            </p:cNvPr>
            <p:cNvSpPr/>
            <p:nvPr/>
          </p:nvSpPr>
          <p:spPr>
            <a:xfrm>
              <a:off x="1828800" y="1938130"/>
              <a:ext cx="1639956" cy="1639956"/>
            </a:xfrm>
            <a:prstGeom prst="pie">
              <a:avLst>
                <a:gd name="adj1" fmla="val 5597637"/>
                <a:gd name="adj2" fmla="val 9057307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Partial Circle 21">
              <a:extLst>
                <a:ext uri="{FF2B5EF4-FFF2-40B4-BE49-F238E27FC236}">
                  <a16:creationId xmlns:a16="http://schemas.microsoft.com/office/drawing/2014/main" id="{F2E7D730-0315-B31B-9C99-38260F6D3A46}"/>
                </a:ext>
              </a:extLst>
            </p:cNvPr>
            <p:cNvSpPr/>
            <p:nvPr/>
          </p:nvSpPr>
          <p:spPr>
            <a:xfrm rot="10800000">
              <a:off x="1823829" y="1943099"/>
              <a:ext cx="1639956" cy="1639956"/>
            </a:xfrm>
            <a:prstGeom prst="pie">
              <a:avLst>
                <a:gd name="adj1" fmla="val 5597637"/>
                <a:gd name="adj2" fmla="val 9057307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Partial Circle 33">
              <a:extLst>
                <a:ext uri="{FF2B5EF4-FFF2-40B4-BE49-F238E27FC236}">
                  <a16:creationId xmlns:a16="http://schemas.microsoft.com/office/drawing/2014/main" id="{609980B4-AF49-63CF-A93D-34C72AFFBC11}"/>
                </a:ext>
              </a:extLst>
            </p:cNvPr>
            <p:cNvSpPr/>
            <p:nvPr/>
          </p:nvSpPr>
          <p:spPr>
            <a:xfrm rot="10800000">
              <a:off x="1818857" y="1948070"/>
              <a:ext cx="1639956" cy="1639956"/>
            </a:xfrm>
            <a:prstGeom prst="pie">
              <a:avLst>
                <a:gd name="adj1" fmla="val 9150143"/>
                <a:gd name="adj2" fmla="val 12844673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5" name="Partial Circle 34">
              <a:extLst>
                <a:ext uri="{FF2B5EF4-FFF2-40B4-BE49-F238E27FC236}">
                  <a16:creationId xmlns:a16="http://schemas.microsoft.com/office/drawing/2014/main" id="{969D5E1F-AB4D-6F11-DB71-9BB8D77F6B3C}"/>
                </a:ext>
              </a:extLst>
            </p:cNvPr>
            <p:cNvSpPr/>
            <p:nvPr/>
          </p:nvSpPr>
          <p:spPr>
            <a:xfrm rot="10800000">
              <a:off x="1818857" y="1948070"/>
              <a:ext cx="1639956" cy="1639956"/>
            </a:xfrm>
            <a:prstGeom prst="pie">
              <a:avLst>
                <a:gd name="adj1" fmla="val 13038754"/>
                <a:gd name="adj2" fmla="val 16224985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D4DE9BB3-1F47-5260-6F94-47F2E3B77D0C}"/>
                </a:ext>
              </a:extLst>
            </p:cNvPr>
            <p:cNvSpPr/>
            <p:nvPr/>
          </p:nvSpPr>
          <p:spPr>
            <a:xfrm>
              <a:off x="1977471" y="2096327"/>
              <a:ext cx="1332673" cy="133267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EAFF9A67-3D95-940A-F817-734BE6BA3F4A}"/>
                </a:ext>
              </a:extLst>
            </p:cNvPr>
            <p:cNvGrpSpPr/>
            <p:nvPr/>
          </p:nvGrpSpPr>
          <p:grpSpPr>
            <a:xfrm>
              <a:off x="2035527" y="2163830"/>
              <a:ext cx="1207360" cy="1207360"/>
              <a:chOff x="2425145" y="4427050"/>
              <a:chExt cx="1207360" cy="1207360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E8901FD-BA78-A7D0-E613-F9F540CCBAB8}"/>
                  </a:ext>
                </a:extLst>
              </p:cNvPr>
              <p:cNvSpPr/>
              <p:nvPr/>
            </p:nvSpPr>
            <p:spPr>
              <a:xfrm>
                <a:off x="2425145" y="4427050"/>
                <a:ext cx="1207360" cy="120736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873C3FF3-FDDC-D0CC-E2F8-027C78547B9E}"/>
                  </a:ext>
                </a:extLst>
              </p:cNvPr>
              <p:cNvGrpSpPr/>
              <p:nvPr/>
            </p:nvGrpSpPr>
            <p:grpSpPr>
              <a:xfrm>
                <a:off x="2514526" y="4549308"/>
                <a:ext cx="402119" cy="379182"/>
                <a:chOff x="2514526" y="4549308"/>
                <a:chExt cx="402119" cy="379182"/>
              </a:xfrm>
            </p:grpSpPr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D4BF9AA4-AF9B-C3E2-2589-3008F2004CA8}"/>
                    </a:ext>
                  </a:extLst>
                </p:cNvPr>
                <p:cNvSpPr/>
                <p:nvPr/>
              </p:nvSpPr>
              <p:spPr>
                <a:xfrm>
                  <a:off x="2542579" y="4677538"/>
                  <a:ext cx="374066" cy="2509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253F29CB-4129-66B6-237E-4A11741C8C1A}"/>
                    </a:ext>
                  </a:extLst>
                </p:cNvPr>
                <p:cNvSpPr/>
                <p:nvPr/>
              </p:nvSpPr>
              <p:spPr>
                <a:xfrm rot="5400000">
                  <a:off x="2601250" y="4610865"/>
                  <a:ext cx="374066" cy="2509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9BA416D1-171A-6C00-8F7E-F67029B82843}"/>
                    </a:ext>
                  </a:extLst>
                </p:cNvPr>
                <p:cNvSpPr/>
                <p:nvPr/>
              </p:nvSpPr>
              <p:spPr>
                <a:xfrm rot="3372073">
                  <a:off x="2566276" y="4521062"/>
                  <a:ext cx="147452" cy="2509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A6554D27-5EBF-40DB-C3E5-31044A0CBBA6}"/>
                  </a:ext>
                </a:extLst>
              </p:cNvPr>
              <p:cNvGrpSpPr/>
              <p:nvPr/>
            </p:nvGrpSpPr>
            <p:grpSpPr>
              <a:xfrm rot="10800000">
                <a:off x="3119023" y="5155822"/>
                <a:ext cx="402119" cy="374066"/>
                <a:chOff x="2514526" y="4549308"/>
                <a:chExt cx="402119" cy="374066"/>
              </a:xfrm>
            </p:grpSpPr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2D62C312-E011-45AC-43BA-64AE6C9E7D03}"/>
                    </a:ext>
                  </a:extLst>
                </p:cNvPr>
                <p:cNvSpPr/>
                <p:nvPr/>
              </p:nvSpPr>
              <p:spPr>
                <a:xfrm>
                  <a:off x="2542579" y="4667599"/>
                  <a:ext cx="374066" cy="2509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3116724F-502D-EBF8-0DF3-C2DD66C2F953}"/>
                    </a:ext>
                  </a:extLst>
                </p:cNvPr>
                <p:cNvSpPr/>
                <p:nvPr/>
              </p:nvSpPr>
              <p:spPr>
                <a:xfrm rot="5400000">
                  <a:off x="2601250" y="4610865"/>
                  <a:ext cx="374066" cy="2509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13BB7466-83FC-FEBA-344A-568565FEC74A}"/>
                    </a:ext>
                  </a:extLst>
                </p:cNvPr>
                <p:cNvSpPr/>
                <p:nvPr/>
              </p:nvSpPr>
              <p:spPr>
                <a:xfrm rot="3372073">
                  <a:off x="2566276" y="4521062"/>
                  <a:ext cx="147452" cy="2509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48371F3C-7A62-8F80-4BC9-8516CFECCF2A}"/>
                  </a:ext>
                </a:extLst>
              </p:cNvPr>
              <p:cNvGrpSpPr/>
              <p:nvPr/>
            </p:nvGrpSpPr>
            <p:grpSpPr>
              <a:xfrm rot="5400000">
                <a:off x="3122890" y="4557748"/>
                <a:ext cx="409175" cy="374066"/>
                <a:chOff x="2514526" y="4549308"/>
                <a:chExt cx="409175" cy="374066"/>
              </a:xfrm>
            </p:grpSpPr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A23E96A0-2A9A-E713-7F50-9987F0DACE74}"/>
                    </a:ext>
                  </a:extLst>
                </p:cNvPr>
                <p:cNvSpPr/>
                <p:nvPr/>
              </p:nvSpPr>
              <p:spPr>
                <a:xfrm>
                  <a:off x="2542579" y="4667599"/>
                  <a:ext cx="374066" cy="2509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B6E11310-CA71-6F9C-33CE-235C7C0010C7}"/>
                    </a:ext>
                  </a:extLst>
                </p:cNvPr>
                <p:cNvSpPr/>
                <p:nvPr/>
              </p:nvSpPr>
              <p:spPr>
                <a:xfrm rot="5400000">
                  <a:off x="2611192" y="4610865"/>
                  <a:ext cx="374066" cy="2509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FEED0519-C85A-245E-4D93-00D85A66063C}"/>
                    </a:ext>
                  </a:extLst>
                </p:cNvPr>
                <p:cNvSpPr/>
                <p:nvPr/>
              </p:nvSpPr>
              <p:spPr>
                <a:xfrm rot="3372073">
                  <a:off x="2566276" y="4521062"/>
                  <a:ext cx="147452" cy="2509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073F2147-E4A7-1EB5-A841-06338B33ECB1}"/>
                  </a:ext>
                </a:extLst>
              </p:cNvPr>
              <p:cNvGrpSpPr/>
              <p:nvPr/>
            </p:nvGrpSpPr>
            <p:grpSpPr>
              <a:xfrm rot="16200000">
                <a:off x="2521593" y="5138065"/>
                <a:ext cx="402119" cy="379183"/>
                <a:chOff x="2514526" y="4549308"/>
                <a:chExt cx="402119" cy="379183"/>
              </a:xfrm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97276380-9FF3-CB21-AAD3-ED75BB6CB027}"/>
                    </a:ext>
                  </a:extLst>
                </p:cNvPr>
                <p:cNvSpPr/>
                <p:nvPr/>
              </p:nvSpPr>
              <p:spPr>
                <a:xfrm>
                  <a:off x="2542579" y="4677539"/>
                  <a:ext cx="374066" cy="2509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7C274172-99DD-4ECC-2687-88C74AE22CAC}"/>
                    </a:ext>
                  </a:extLst>
                </p:cNvPr>
                <p:cNvSpPr/>
                <p:nvPr/>
              </p:nvSpPr>
              <p:spPr>
                <a:xfrm rot="5400000">
                  <a:off x="2601250" y="4610865"/>
                  <a:ext cx="374066" cy="2509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93730F79-E339-B323-41DB-63E3F417D2FD}"/>
                    </a:ext>
                  </a:extLst>
                </p:cNvPr>
                <p:cNvSpPr/>
                <p:nvPr/>
              </p:nvSpPr>
              <p:spPr>
                <a:xfrm rot="3372073">
                  <a:off x="2566276" y="4521062"/>
                  <a:ext cx="147452" cy="2509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D5DC13D-819A-E77D-A6D0-1DB1BDD2EB8B}"/>
              </a:ext>
            </a:extLst>
          </p:cNvPr>
          <p:cNvGrpSpPr/>
          <p:nvPr/>
        </p:nvGrpSpPr>
        <p:grpSpPr>
          <a:xfrm>
            <a:off x="2488917" y="3263499"/>
            <a:ext cx="1719469" cy="1719469"/>
            <a:chOff x="4945111" y="4157561"/>
            <a:chExt cx="1719469" cy="1719469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30F7E0D-7849-2A13-27F7-C28D527CCB73}"/>
                </a:ext>
              </a:extLst>
            </p:cNvPr>
            <p:cNvSpPr/>
            <p:nvPr/>
          </p:nvSpPr>
          <p:spPr>
            <a:xfrm>
              <a:off x="4945111" y="4157561"/>
              <a:ext cx="1719469" cy="1719469"/>
            </a:xfrm>
            <a:prstGeom prst="ellips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Partial Circle 66">
              <a:extLst>
                <a:ext uri="{FF2B5EF4-FFF2-40B4-BE49-F238E27FC236}">
                  <a16:creationId xmlns:a16="http://schemas.microsoft.com/office/drawing/2014/main" id="{663892FF-A16D-588A-81CA-288F621831E8}"/>
                </a:ext>
              </a:extLst>
            </p:cNvPr>
            <p:cNvSpPr/>
            <p:nvPr/>
          </p:nvSpPr>
          <p:spPr>
            <a:xfrm>
              <a:off x="4991497" y="4197318"/>
              <a:ext cx="1639956" cy="1639956"/>
            </a:xfrm>
            <a:prstGeom prst="pie">
              <a:avLst>
                <a:gd name="adj1" fmla="val 13038754"/>
                <a:gd name="adj2" fmla="val 16224985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8" name="Partial Circle 67">
              <a:extLst>
                <a:ext uri="{FF2B5EF4-FFF2-40B4-BE49-F238E27FC236}">
                  <a16:creationId xmlns:a16="http://schemas.microsoft.com/office/drawing/2014/main" id="{010F5988-6611-06E2-0891-2201F362DCD1}"/>
                </a:ext>
              </a:extLst>
            </p:cNvPr>
            <p:cNvSpPr/>
            <p:nvPr/>
          </p:nvSpPr>
          <p:spPr>
            <a:xfrm>
              <a:off x="4991497" y="4187378"/>
              <a:ext cx="1639956" cy="1639956"/>
            </a:xfrm>
            <a:prstGeom prst="pie">
              <a:avLst>
                <a:gd name="adj1" fmla="val 9150143"/>
                <a:gd name="adj2" fmla="val 12844673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9" name="Partial Circle 68">
              <a:extLst>
                <a:ext uri="{FF2B5EF4-FFF2-40B4-BE49-F238E27FC236}">
                  <a16:creationId xmlns:a16="http://schemas.microsoft.com/office/drawing/2014/main" id="{643E5B6C-E164-FBB0-50C9-4A00D1522529}"/>
                </a:ext>
              </a:extLst>
            </p:cNvPr>
            <p:cNvSpPr/>
            <p:nvPr/>
          </p:nvSpPr>
          <p:spPr>
            <a:xfrm>
              <a:off x="4991497" y="4197317"/>
              <a:ext cx="1639956" cy="1639956"/>
            </a:xfrm>
            <a:prstGeom prst="pie">
              <a:avLst>
                <a:gd name="adj1" fmla="val 5597637"/>
                <a:gd name="adj2" fmla="val 9057307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0" name="Partial Circle 69">
              <a:extLst>
                <a:ext uri="{FF2B5EF4-FFF2-40B4-BE49-F238E27FC236}">
                  <a16:creationId xmlns:a16="http://schemas.microsoft.com/office/drawing/2014/main" id="{9EB05CEC-5FBF-0E3C-3B48-D79659CB5658}"/>
                </a:ext>
              </a:extLst>
            </p:cNvPr>
            <p:cNvSpPr/>
            <p:nvPr/>
          </p:nvSpPr>
          <p:spPr>
            <a:xfrm rot="10800000">
              <a:off x="4986526" y="4202286"/>
              <a:ext cx="1639956" cy="1639956"/>
            </a:xfrm>
            <a:prstGeom prst="pie">
              <a:avLst>
                <a:gd name="adj1" fmla="val 5597637"/>
                <a:gd name="adj2" fmla="val 9057307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1" name="Partial Circle 70">
              <a:extLst>
                <a:ext uri="{FF2B5EF4-FFF2-40B4-BE49-F238E27FC236}">
                  <a16:creationId xmlns:a16="http://schemas.microsoft.com/office/drawing/2014/main" id="{63EBA939-E7EE-D327-B15A-EC5030E2505A}"/>
                </a:ext>
              </a:extLst>
            </p:cNvPr>
            <p:cNvSpPr/>
            <p:nvPr/>
          </p:nvSpPr>
          <p:spPr>
            <a:xfrm rot="10800000">
              <a:off x="4981554" y="4207257"/>
              <a:ext cx="1639956" cy="1639956"/>
            </a:xfrm>
            <a:prstGeom prst="pie">
              <a:avLst>
                <a:gd name="adj1" fmla="val 9150143"/>
                <a:gd name="adj2" fmla="val 12844673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2" name="Partial Circle 71">
              <a:extLst>
                <a:ext uri="{FF2B5EF4-FFF2-40B4-BE49-F238E27FC236}">
                  <a16:creationId xmlns:a16="http://schemas.microsoft.com/office/drawing/2014/main" id="{B6973844-9B78-F82A-6C18-EF4F407B117F}"/>
                </a:ext>
              </a:extLst>
            </p:cNvPr>
            <p:cNvSpPr/>
            <p:nvPr/>
          </p:nvSpPr>
          <p:spPr>
            <a:xfrm rot="10800000">
              <a:off x="4981554" y="4207257"/>
              <a:ext cx="1639956" cy="1639956"/>
            </a:xfrm>
            <a:prstGeom prst="pie">
              <a:avLst>
                <a:gd name="adj1" fmla="val 13038754"/>
                <a:gd name="adj2" fmla="val 16224985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CA0C3200-C4B3-0FAE-EC28-B6CD63FE3E1A}"/>
                </a:ext>
              </a:extLst>
            </p:cNvPr>
            <p:cNvGrpSpPr/>
            <p:nvPr/>
          </p:nvGrpSpPr>
          <p:grpSpPr>
            <a:xfrm rot="1391433">
              <a:off x="5140168" y="4355514"/>
              <a:ext cx="1332673" cy="1332673"/>
              <a:chOff x="5140168" y="4355514"/>
              <a:chExt cx="1332673" cy="1332673"/>
            </a:xfrm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3659F4BC-9845-0417-4C56-9CBAE9C3B6E9}"/>
                  </a:ext>
                </a:extLst>
              </p:cNvPr>
              <p:cNvSpPr/>
              <p:nvPr/>
            </p:nvSpPr>
            <p:spPr>
              <a:xfrm>
                <a:off x="5140168" y="4355514"/>
                <a:ext cx="1332673" cy="1332673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F84F112E-1E54-12D8-FE61-9A56D9E877BB}"/>
                  </a:ext>
                </a:extLst>
              </p:cNvPr>
              <p:cNvGrpSpPr/>
              <p:nvPr/>
            </p:nvGrpSpPr>
            <p:grpSpPr>
              <a:xfrm>
                <a:off x="5213301" y="4447615"/>
                <a:ext cx="1166525" cy="1161321"/>
                <a:chOff x="5213301" y="4447615"/>
                <a:chExt cx="1166525" cy="1161321"/>
              </a:xfrm>
            </p:grpSpPr>
            <p:sp>
              <p:nvSpPr>
                <p:cNvPr id="99" name="Chord 98">
                  <a:extLst>
                    <a:ext uri="{FF2B5EF4-FFF2-40B4-BE49-F238E27FC236}">
                      <a16:creationId xmlns:a16="http://schemas.microsoft.com/office/drawing/2014/main" id="{EB79DE38-5F03-3227-746B-5E9ED6F24389}"/>
                    </a:ext>
                  </a:extLst>
                </p:cNvPr>
                <p:cNvSpPr/>
                <p:nvPr/>
              </p:nvSpPr>
              <p:spPr>
                <a:xfrm>
                  <a:off x="5213301" y="4447615"/>
                  <a:ext cx="1156581" cy="1040294"/>
                </a:xfrm>
                <a:prstGeom prst="chord">
                  <a:avLst>
                    <a:gd name="adj1" fmla="val 12498336"/>
                    <a:gd name="adj2" fmla="val 19960325"/>
                  </a:avLst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8B832971-9623-951F-3EE4-6062B1FB2946}"/>
                    </a:ext>
                  </a:extLst>
                </p:cNvPr>
                <p:cNvSpPr/>
                <p:nvPr/>
              </p:nvSpPr>
              <p:spPr>
                <a:xfrm>
                  <a:off x="5625548" y="4660526"/>
                  <a:ext cx="357809" cy="742485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Chord 101">
                  <a:extLst>
                    <a:ext uri="{FF2B5EF4-FFF2-40B4-BE49-F238E27FC236}">
                      <a16:creationId xmlns:a16="http://schemas.microsoft.com/office/drawing/2014/main" id="{B0B519A4-7626-12F3-EA8E-4B2B20AFB3B1}"/>
                    </a:ext>
                  </a:extLst>
                </p:cNvPr>
                <p:cNvSpPr/>
                <p:nvPr/>
              </p:nvSpPr>
              <p:spPr>
                <a:xfrm rot="10800000">
                  <a:off x="5223245" y="4568642"/>
                  <a:ext cx="1156581" cy="1040294"/>
                </a:xfrm>
                <a:prstGeom prst="chord">
                  <a:avLst>
                    <a:gd name="adj1" fmla="val 12498336"/>
                    <a:gd name="adj2" fmla="val 19960325"/>
                  </a:avLst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1144D1D1-0229-2356-3343-42EB43BC11C3}"/>
              </a:ext>
            </a:extLst>
          </p:cNvPr>
          <p:cNvGrpSpPr/>
          <p:nvPr/>
        </p:nvGrpSpPr>
        <p:grpSpPr>
          <a:xfrm>
            <a:off x="7861852" y="2148803"/>
            <a:ext cx="1938131" cy="1858961"/>
            <a:chOff x="7861852" y="2148803"/>
            <a:chExt cx="1938131" cy="1858961"/>
          </a:xfrm>
        </p:grpSpPr>
        <p:sp>
          <p:nvSpPr>
            <p:cNvPr id="119" name="Trapezoid 118">
              <a:extLst>
                <a:ext uri="{FF2B5EF4-FFF2-40B4-BE49-F238E27FC236}">
                  <a16:creationId xmlns:a16="http://schemas.microsoft.com/office/drawing/2014/main" id="{5C7959DD-FB04-1A62-4A4B-5C0F10E390B5}"/>
                </a:ext>
              </a:extLst>
            </p:cNvPr>
            <p:cNvSpPr/>
            <p:nvPr/>
          </p:nvSpPr>
          <p:spPr>
            <a:xfrm>
              <a:off x="8050857" y="3508515"/>
              <a:ext cx="1262270" cy="499249"/>
            </a:xfrm>
            <a:prstGeom prst="trapezoid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EFCD40BC-DF41-ECAF-B489-976B02347649}"/>
                </a:ext>
              </a:extLst>
            </p:cNvPr>
            <p:cNvSpPr/>
            <p:nvPr/>
          </p:nvSpPr>
          <p:spPr>
            <a:xfrm>
              <a:off x="7861852" y="2148803"/>
              <a:ext cx="1640281" cy="1619952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E8DC8016-E016-25CF-59D9-11CB6D777E83}"/>
                </a:ext>
              </a:extLst>
            </p:cNvPr>
            <p:cNvSpPr/>
            <p:nvPr/>
          </p:nvSpPr>
          <p:spPr>
            <a:xfrm>
              <a:off x="8010832" y="2275949"/>
              <a:ext cx="1371707" cy="136263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B596E040-28C6-867B-6AE4-38FAFA565583}"/>
                </a:ext>
              </a:extLst>
            </p:cNvPr>
            <p:cNvGrpSpPr/>
            <p:nvPr/>
          </p:nvGrpSpPr>
          <p:grpSpPr>
            <a:xfrm rot="1292593">
              <a:off x="8108399" y="2387516"/>
              <a:ext cx="1166525" cy="1161321"/>
              <a:chOff x="8108399" y="2387516"/>
              <a:chExt cx="1166525" cy="1161321"/>
            </a:xfrm>
          </p:grpSpPr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6E813366-B49B-8B97-EB00-2B3B34C71431}"/>
                  </a:ext>
                </a:extLst>
              </p:cNvPr>
              <p:cNvGrpSpPr/>
              <p:nvPr/>
            </p:nvGrpSpPr>
            <p:grpSpPr>
              <a:xfrm>
                <a:off x="8108399" y="2387516"/>
                <a:ext cx="1166525" cy="1161321"/>
                <a:chOff x="5213301" y="4447615"/>
                <a:chExt cx="1166525" cy="1161321"/>
              </a:xfrm>
              <a:solidFill>
                <a:schemeClr val="bg1"/>
              </a:solidFill>
            </p:grpSpPr>
            <p:sp>
              <p:nvSpPr>
                <p:cNvPr id="105" name="Chord 104">
                  <a:extLst>
                    <a:ext uri="{FF2B5EF4-FFF2-40B4-BE49-F238E27FC236}">
                      <a16:creationId xmlns:a16="http://schemas.microsoft.com/office/drawing/2014/main" id="{952AEAE6-C327-6E41-2171-40155F2AE731}"/>
                    </a:ext>
                  </a:extLst>
                </p:cNvPr>
                <p:cNvSpPr/>
                <p:nvPr/>
              </p:nvSpPr>
              <p:spPr>
                <a:xfrm>
                  <a:off x="5213301" y="4447615"/>
                  <a:ext cx="1156581" cy="1040294"/>
                </a:xfrm>
                <a:prstGeom prst="chord">
                  <a:avLst>
                    <a:gd name="adj1" fmla="val 12498336"/>
                    <a:gd name="adj2" fmla="val 19960325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BD775E43-15CE-0501-B674-682A0F061F21}"/>
                    </a:ext>
                  </a:extLst>
                </p:cNvPr>
                <p:cNvSpPr/>
                <p:nvPr/>
              </p:nvSpPr>
              <p:spPr>
                <a:xfrm>
                  <a:off x="5625548" y="4660526"/>
                  <a:ext cx="357809" cy="742485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Chord 106">
                  <a:extLst>
                    <a:ext uri="{FF2B5EF4-FFF2-40B4-BE49-F238E27FC236}">
                      <a16:creationId xmlns:a16="http://schemas.microsoft.com/office/drawing/2014/main" id="{5AD0F4FA-BD68-6CBB-B597-0F79F2412521}"/>
                    </a:ext>
                  </a:extLst>
                </p:cNvPr>
                <p:cNvSpPr/>
                <p:nvPr/>
              </p:nvSpPr>
              <p:spPr>
                <a:xfrm rot="10800000">
                  <a:off x="5223245" y="4568642"/>
                  <a:ext cx="1156581" cy="1040294"/>
                </a:xfrm>
                <a:prstGeom prst="chord">
                  <a:avLst>
                    <a:gd name="adj1" fmla="val 12498336"/>
                    <a:gd name="adj2" fmla="val 19960325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18BEF85E-6A4F-EB91-71F5-A5DFBFA91EEE}"/>
                  </a:ext>
                </a:extLst>
              </p:cNvPr>
              <p:cNvSpPr/>
              <p:nvPr/>
            </p:nvSpPr>
            <p:spPr>
              <a:xfrm>
                <a:off x="8465118" y="2763437"/>
                <a:ext cx="519856" cy="96539"/>
              </a:xfrm>
              <a:custGeom>
                <a:avLst/>
                <a:gdLst>
                  <a:gd name="connsiteX0" fmla="*/ 519856 w 519856"/>
                  <a:gd name="connsiteY0" fmla="*/ 19520 h 138789"/>
                  <a:gd name="connsiteX1" fmla="*/ 42778 w 519856"/>
                  <a:gd name="connsiteY1" fmla="*/ 9580 h 138789"/>
                  <a:gd name="connsiteX2" fmla="*/ 52717 w 519856"/>
                  <a:gd name="connsiteY2" fmla="*/ 138789 h 1387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9856" h="138789">
                    <a:moveTo>
                      <a:pt x="519856" y="19520"/>
                    </a:moveTo>
                    <a:cubicBezTo>
                      <a:pt x="320245" y="4611"/>
                      <a:pt x="120634" y="-10298"/>
                      <a:pt x="42778" y="9580"/>
                    </a:cubicBezTo>
                    <a:cubicBezTo>
                      <a:pt x="-35079" y="29458"/>
                      <a:pt x="8819" y="84123"/>
                      <a:pt x="52717" y="138789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51E9E35D-999B-2C53-B962-1CAC7C4BA4EE}"/>
                  </a:ext>
                </a:extLst>
              </p:cNvPr>
              <p:cNvSpPr/>
              <p:nvPr/>
            </p:nvSpPr>
            <p:spPr>
              <a:xfrm>
                <a:off x="8473700" y="2852530"/>
                <a:ext cx="475747" cy="159010"/>
              </a:xfrm>
              <a:custGeom>
                <a:avLst/>
                <a:gdLst>
                  <a:gd name="connsiteX0" fmla="*/ 411883 w 475747"/>
                  <a:gd name="connsiteY0" fmla="*/ 0 h 228600"/>
                  <a:gd name="connsiteX1" fmla="*/ 471517 w 475747"/>
                  <a:gd name="connsiteY1" fmla="*/ 49696 h 228600"/>
                  <a:gd name="connsiteX2" fmla="*/ 421822 w 475747"/>
                  <a:gd name="connsiteY2" fmla="*/ 109331 h 228600"/>
                  <a:gd name="connsiteX3" fmla="*/ 34196 w 475747"/>
                  <a:gd name="connsiteY3" fmla="*/ 109331 h 228600"/>
                  <a:gd name="connsiteX4" fmla="*/ 44135 w 475747"/>
                  <a:gd name="connsiteY4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5747" h="228600">
                    <a:moveTo>
                      <a:pt x="411883" y="0"/>
                    </a:moveTo>
                    <a:cubicBezTo>
                      <a:pt x="440871" y="15737"/>
                      <a:pt x="469860" y="31474"/>
                      <a:pt x="471517" y="49696"/>
                    </a:cubicBezTo>
                    <a:cubicBezTo>
                      <a:pt x="473174" y="67918"/>
                      <a:pt x="494709" y="99392"/>
                      <a:pt x="421822" y="109331"/>
                    </a:cubicBezTo>
                    <a:cubicBezTo>
                      <a:pt x="348935" y="119270"/>
                      <a:pt x="97144" y="89453"/>
                      <a:pt x="34196" y="109331"/>
                    </a:cubicBezTo>
                    <a:cubicBezTo>
                      <a:pt x="-28752" y="129209"/>
                      <a:pt x="7691" y="178904"/>
                      <a:pt x="44135" y="22860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6731B499-B417-993B-81F7-707350C5A28C}"/>
                  </a:ext>
                </a:extLst>
              </p:cNvPr>
              <p:cNvSpPr/>
              <p:nvPr/>
            </p:nvSpPr>
            <p:spPr>
              <a:xfrm>
                <a:off x="8482282" y="3021512"/>
                <a:ext cx="475747" cy="159010"/>
              </a:xfrm>
              <a:custGeom>
                <a:avLst/>
                <a:gdLst>
                  <a:gd name="connsiteX0" fmla="*/ 411883 w 475747"/>
                  <a:gd name="connsiteY0" fmla="*/ 0 h 228600"/>
                  <a:gd name="connsiteX1" fmla="*/ 471517 w 475747"/>
                  <a:gd name="connsiteY1" fmla="*/ 49696 h 228600"/>
                  <a:gd name="connsiteX2" fmla="*/ 421822 w 475747"/>
                  <a:gd name="connsiteY2" fmla="*/ 109331 h 228600"/>
                  <a:gd name="connsiteX3" fmla="*/ 34196 w 475747"/>
                  <a:gd name="connsiteY3" fmla="*/ 109331 h 228600"/>
                  <a:gd name="connsiteX4" fmla="*/ 44135 w 475747"/>
                  <a:gd name="connsiteY4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5747" h="228600">
                    <a:moveTo>
                      <a:pt x="411883" y="0"/>
                    </a:moveTo>
                    <a:cubicBezTo>
                      <a:pt x="440871" y="15737"/>
                      <a:pt x="469860" y="31474"/>
                      <a:pt x="471517" y="49696"/>
                    </a:cubicBezTo>
                    <a:cubicBezTo>
                      <a:pt x="473174" y="67918"/>
                      <a:pt x="494709" y="99392"/>
                      <a:pt x="421822" y="109331"/>
                    </a:cubicBezTo>
                    <a:cubicBezTo>
                      <a:pt x="348935" y="119270"/>
                      <a:pt x="97144" y="89453"/>
                      <a:pt x="34196" y="109331"/>
                    </a:cubicBezTo>
                    <a:cubicBezTo>
                      <a:pt x="-28752" y="129209"/>
                      <a:pt x="7691" y="178904"/>
                      <a:pt x="44135" y="22860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B5E99162-9CA3-0CA9-1CE8-AEA93AC67C74}"/>
                </a:ext>
              </a:extLst>
            </p:cNvPr>
            <p:cNvSpPr/>
            <p:nvPr/>
          </p:nvSpPr>
          <p:spPr>
            <a:xfrm>
              <a:off x="9511748" y="2912165"/>
              <a:ext cx="288235" cy="29818"/>
            </a:xfrm>
            <a:custGeom>
              <a:avLst/>
              <a:gdLst>
                <a:gd name="connsiteX0" fmla="*/ 0 w 288235"/>
                <a:gd name="connsiteY0" fmla="*/ 29818 h 29818"/>
                <a:gd name="connsiteX1" fmla="*/ 288235 w 288235"/>
                <a:gd name="connsiteY1" fmla="*/ 0 h 29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8235" h="29818">
                  <a:moveTo>
                    <a:pt x="0" y="29818"/>
                  </a:moveTo>
                  <a:lnTo>
                    <a:pt x="288235" y="0"/>
                  </a:lnTo>
                </a:path>
              </a:pathLst>
            </a:cu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DBFD568-89E7-6EFE-2516-C74B5C60ACD7}"/>
                </a:ext>
              </a:extLst>
            </p:cNvPr>
            <p:cNvSpPr/>
            <p:nvPr/>
          </p:nvSpPr>
          <p:spPr>
            <a:xfrm>
              <a:off x="9382539" y="2459080"/>
              <a:ext cx="387626" cy="383622"/>
            </a:xfrm>
            <a:custGeom>
              <a:avLst/>
              <a:gdLst>
                <a:gd name="connsiteX0" fmla="*/ 0 w 387626"/>
                <a:gd name="connsiteY0" fmla="*/ 45582 h 401775"/>
                <a:gd name="connsiteX1" fmla="*/ 119270 w 387626"/>
                <a:gd name="connsiteY1" fmla="*/ 25704 h 401775"/>
                <a:gd name="connsiteX2" fmla="*/ 308113 w 387626"/>
                <a:gd name="connsiteY2" fmla="*/ 353695 h 401775"/>
                <a:gd name="connsiteX3" fmla="*/ 387626 w 387626"/>
                <a:gd name="connsiteY3" fmla="*/ 393451 h 401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626" h="401775">
                  <a:moveTo>
                    <a:pt x="0" y="45582"/>
                  </a:moveTo>
                  <a:cubicBezTo>
                    <a:pt x="33959" y="9967"/>
                    <a:pt x="67918" y="-25648"/>
                    <a:pt x="119270" y="25704"/>
                  </a:cubicBezTo>
                  <a:cubicBezTo>
                    <a:pt x="170622" y="77056"/>
                    <a:pt x="263387" y="292404"/>
                    <a:pt x="308113" y="353695"/>
                  </a:cubicBezTo>
                  <a:cubicBezTo>
                    <a:pt x="352839" y="414986"/>
                    <a:pt x="370232" y="404218"/>
                    <a:pt x="387626" y="393451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486B221E-2885-A777-2E6C-7583F24ABF29}"/>
                </a:ext>
              </a:extLst>
            </p:cNvPr>
            <p:cNvSpPr/>
            <p:nvPr/>
          </p:nvSpPr>
          <p:spPr>
            <a:xfrm>
              <a:off x="9342783" y="2989805"/>
              <a:ext cx="437321" cy="431822"/>
            </a:xfrm>
            <a:custGeom>
              <a:avLst/>
              <a:gdLst>
                <a:gd name="connsiteX0" fmla="*/ 0 w 437321"/>
                <a:gd name="connsiteY0" fmla="*/ 463282 h 465848"/>
                <a:gd name="connsiteX1" fmla="*/ 168965 w 437321"/>
                <a:gd name="connsiteY1" fmla="*/ 403647 h 465848"/>
                <a:gd name="connsiteX2" fmla="*/ 367748 w 437321"/>
                <a:gd name="connsiteY2" fmla="*/ 45838 h 465848"/>
                <a:gd name="connsiteX3" fmla="*/ 437321 w 437321"/>
                <a:gd name="connsiteY3" fmla="*/ 16021 h 465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321" h="465848">
                  <a:moveTo>
                    <a:pt x="0" y="463282"/>
                  </a:moveTo>
                  <a:cubicBezTo>
                    <a:pt x="53837" y="468251"/>
                    <a:pt x="107674" y="473221"/>
                    <a:pt x="168965" y="403647"/>
                  </a:cubicBezTo>
                  <a:cubicBezTo>
                    <a:pt x="230256" y="334073"/>
                    <a:pt x="323022" y="110442"/>
                    <a:pt x="367748" y="45838"/>
                  </a:cubicBezTo>
                  <a:cubicBezTo>
                    <a:pt x="412474" y="-18766"/>
                    <a:pt x="424897" y="-1373"/>
                    <a:pt x="437321" y="16021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A895F813-503B-D189-0FAB-9F2BA3E344A1}"/>
              </a:ext>
            </a:extLst>
          </p:cNvPr>
          <p:cNvGrpSpPr/>
          <p:nvPr/>
        </p:nvGrpSpPr>
        <p:grpSpPr>
          <a:xfrm>
            <a:off x="5174972" y="3285666"/>
            <a:ext cx="1640281" cy="1263120"/>
            <a:chOff x="7235687" y="4713301"/>
            <a:chExt cx="1640281" cy="1263120"/>
          </a:xfrm>
        </p:grpSpPr>
        <p:sp>
          <p:nvSpPr>
            <p:cNvPr id="129" name="Rectangle: Rounded Corners 128">
              <a:extLst>
                <a:ext uri="{FF2B5EF4-FFF2-40B4-BE49-F238E27FC236}">
                  <a16:creationId xmlns:a16="http://schemas.microsoft.com/office/drawing/2014/main" id="{26E2AE50-91BD-C5BA-1E96-EE19B66C59D5}"/>
                </a:ext>
              </a:extLst>
            </p:cNvPr>
            <p:cNvSpPr/>
            <p:nvPr/>
          </p:nvSpPr>
          <p:spPr>
            <a:xfrm>
              <a:off x="7235687" y="4713301"/>
              <a:ext cx="1640281" cy="1263120"/>
            </a:xfrm>
            <a:prstGeom prst="roundRect">
              <a:avLst/>
            </a:prstGeom>
            <a:noFill/>
            <a:ln w="28575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12CDCB0-36B7-7EB5-D0C9-C16765E9F0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3861" y="4713301"/>
              <a:ext cx="725556" cy="1263120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F9401A57-FFD4-C33A-5570-64977D4A8C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45174" y="5041980"/>
              <a:ext cx="854765" cy="854765"/>
            </a:xfrm>
            <a:prstGeom prst="rect">
              <a:avLst/>
            </a:prstGeom>
          </p:spPr>
        </p:pic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BF5585B0-9EC1-ABB2-63DE-15D2F47E7AD7}"/>
                </a:ext>
              </a:extLst>
            </p:cNvPr>
            <p:cNvCxnSpPr/>
            <p:nvPr/>
          </p:nvCxnSpPr>
          <p:spPr>
            <a:xfrm>
              <a:off x="7424531" y="4940917"/>
              <a:ext cx="437321" cy="0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543D009E-D25F-6392-52CE-EF4F02403D31}"/>
                </a:ext>
              </a:extLst>
            </p:cNvPr>
            <p:cNvCxnSpPr>
              <a:cxnSpLocks/>
            </p:cNvCxnSpPr>
            <p:nvPr/>
          </p:nvCxnSpPr>
          <p:spPr>
            <a:xfrm>
              <a:off x="7444409" y="5041980"/>
              <a:ext cx="417443" cy="0"/>
            </a:xfrm>
            <a:prstGeom prst="line">
              <a:avLst/>
            </a:prstGeom>
            <a:ln w="28575">
              <a:solidFill>
                <a:schemeClr val="accent3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45F37089-76E0-90BD-6D10-0F3C82796868}"/>
              </a:ext>
            </a:extLst>
          </p:cNvPr>
          <p:cNvGrpSpPr/>
          <p:nvPr/>
        </p:nvGrpSpPr>
        <p:grpSpPr>
          <a:xfrm>
            <a:off x="5199905" y="1712121"/>
            <a:ext cx="1640281" cy="1263120"/>
            <a:chOff x="5199905" y="1712121"/>
            <a:chExt cx="1640281" cy="1263120"/>
          </a:xfrm>
        </p:grpSpPr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411037BC-8AC5-E87B-301C-293A4BA3338E}"/>
                </a:ext>
              </a:extLst>
            </p:cNvPr>
            <p:cNvSpPr/>
            <p:nvPr/>
          </p:nvSpPr>
          <p:spPr>
            <a:xfrm>
              <a:off x="5199905" y="1712121"/>
              <a:ext cx="1640281" cy="1263120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6B5EC2FE-EA88-49A6-BCFE-9DB54B9043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8079" y="1712121"/>
              <a:ext cx="725556" cy="126312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B44C8F4C-9A18-D56B-50E2-F8B18B46DA69}"/>
                </a:ext>
              </a:extLst>
            </p:cNvPr>
            <p:cNvCxnSpPr/>
            <p:nvPr/>
          </p:nvCxnSpPr>
          <p:spPr>
            <a:xfrm>
              <a:off x="5388749" y="1939737"/>
              <a:ext cx="437321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B15D3A30-3052-DEED-92BE-A0A30A1A930E}"/>
                </a:ext>
              </a:extLst>
            </p:cNvPr>
            <p:cNvCxnSpPr>
              <a:cxnSpLocks/>
            </p:cNvCxnSpPr>
            <p:nvPr/>
          </p:nvCxnSpPr>
          <p:spPr>
            <a:xfrm>
              <a:off x="5408627" y="2040800"/>
              <a:ext cx="417443" cy="0"/>
            </a:xfrm>
            <a:prstGeom prst="line">
              <a:avLst/>
            </a:prstGeom>
            <a:ln w="28575">
              <a:solidFill>
                <a:srgbClr val="C0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206235AB-E47A-52B0-5CCA-F202456E5BDE}"/>
                </a:ext>
              </a:extLst>
            </p:cNvPr>
            <p:cNvSpPr/>
            <p:nvPr/>
          </p:nvSpPr>
          <p:spPr>
            <a:xfrm>
              <a:off x="6142418" y="2539385"/>
              <a:ext cx="468384" cy="223011"/>
            </a:xfrm>
            <a:custGeom>
              <a:avLst/>
              <a:gdLst>
                <a:gd name="connsiteX0" fmla="*/ 0 w 775252"/>
                <a:gd name="connsiteY0" fmla="*/ 250446 h 374065"/>
                <a:gd name="connsiteX1" fmla="*/ 248478 w 775252"/>
                <a:gd name="connsiteY1" fmla="*/ 1967 h 374065"/>
                <a:gd name="connsiteX2" fmla="*/ 516835 w 775252"/>
                <a:gd name="connsiteY2" fmla="*/ 369715 h 374065"/>
                <a:gd name="connsiteX3" fmla="*/ 775252 w 775252"/>
                <a:gd name="connsiteY3" fmla="*/ 170933 h 37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5252" h="374065">
                  <a:moveTo>
                    <a:pt x="0" y="250446"/>
                  </a:moveTo>
                  <a:cubicBezTo>
                    <a:pt x="81169" y="116267"/>
                    <a:pt x="162339" y="-17911"/>
                    <a:pt x="248478" y="1967"/>
                  </a:cubicBezTo>
                  <a:cubicBezTo>
                    <a:pt x="334617" y="21845"/>
                    <a:pt x="429039" y="341554"/>
                    <a:pt x="516835" y="369715"/>
                  </a:cubicBezTo>
                  <a:cubicBezTo>
                    <a:pt x="604631" y="397876"/>
                    <a:pt x="689941" y="284404"/>
                    <a:pt x="775252" y="170933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8" name="Picture 4" descr="Embedded System Icon Processor Icon Stock Vector (Royalty Free) 2213326271  | Shutterstock">
              <a:extLst>
                <a:ext uri="{FF2B5EF4-FFF2-40B4-BE49-F238E27FC236}">
                  <a16:creationId xmlns:a16="http://schemas.microsoft.com/office/drawing/2014/main" id="{75FEE0A1-DF0C-6200-F2E2-C95ADB0900B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77" t="25049" r="24499" b="38973"/>
            <a:stretch/>
          </p:blipFill>
          <p:spPr bwMode="auto">
            <a:xfrm>
              <a:off x="5327864" y="2392641"/>
              <a:ext cx="587564" cy="4401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94604AE1-6C41-CBEA-A7E8-AC2D0C1878F4}"/>
              </a:ext>
            </a:extLst>
          </p:cNvPr>
          <p:cNvGrpSpPr/>
          <p:nvPr/>
        </p:nvGrpSpPr>
        <p:grpSpPr>
          <a:xfrm>
            <a:off x="9502133" y="320108"/>
            <a:ext cx="1640281" cy="1263120"/>
            <a:chOff x="5199905" y="1712121"/>
            <a:chExt cx="1640281" cy="1263120"/>
          </a:xfrm>
        </p:grpSpPr>
        <p:sp>
          <p:nvSpPr>
            <p:cNvPr id="165" name="Rectangle: Rounded Corners 164">
              <a:extLst>
                <a:ext uri="{FF2B5EF4-FFF2-40B4-BE49-F238E27FC236}">
                  <a16:creationId xmlns:a16="http://schemas.microsoft.com/office/drawing/2014/main" id="{CAFFC6D3-911A-20D7-9A5C-74378F3D3238}"/>
                </a:ext>
              </a:extLst>
            </p:cNvPr>
            <p:cNvSpPr/>
            <p:nvPr/>
          </p:nvSpPr>
          <p:spPr>
            <a:xfrm>
              <a:off x="5199905" y="1712121"/>
              <a:ext cx="1640281" cy="1263120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4FAB4B1F-3952-4F62-11AB-29CF545C6C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8079" y="1712121"/>
              <a:ext cx="725556" cy="126312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9CF133E4-9883-3640-F16D-306CC073CFD7}"/>
                </a:ext>
              </a:extLst>
            </p:cNvPr>
            <p:cNvCxnSpPr/>
            <p:nvPr/>
          </p:nvCxnSpPr>
          <p:spPr>
            <a:xfrm>
              <a:off x="5388749" y="1939737"/>
              <a:ext cx="437321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6DD6F366-3476-E43A-472C-40F29294C681}"/>
                </a:ext>
              </a:extLst>
            </p:cNvPr>
            <p:cNvCxnSpPr>
              <a:cxnSpLocks/>
            </p:cNvCxnSpPr>
            <p:nvPr/>
          </p:nvCxnSpPr>
          <p:spPr>
            <a:xfrm>
              <a:off x="5408627" y="2040800"/>
              <a:ext cx="417443" cy="0"/>
            </a:xfrm>
            <a:prstGeom prst="line">
              <a:avLst/>
            </a:prstGeom>
            <a:ln w="28575">
              <a:solidFill>
                <a:srgbClr val="C0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E13D6465-CABE-99DF-9EFC-C24F464E90C9}"/>
                </a:ext>
              </a:extLst>
            </p:cNvPr>
            <p:cNvSpPr/>
            <p:nvPr/>
          </p:nvSpPr>
          <p:spPr>
            <a:xfrm>
              <a:off x="6142418" y="2539385"/>
              <a:ext cx="468384" cy="223011"/>
            </a:xfrm>
            <a:custGeom>
              <a:avLst/>
              <a:gdLst>
                <a:gd name="connsiteX0" fmla="*/ 0 w 775252"/>
                <a:gd name="connsiteY0" fmla="*/ 250446 h 374065"/>
                <a:gd name="connsiteX1" fmla="*/ 248478 w 775252"/>
                <a:gd name="connsiteY1" fmla="*/ 1967 h 374065"/>
                <a:gd name="connsiteX2" fmla="*/ 516835 w 775252"/>
                <a:gd name="connsiteY2" fmla="*/ 369715 h 374065"/>
                <a:gd name="connsiteX3" fmla="*/ 775252 w 775252"/>
                <a:gd name="connsiteY3" fmla="*/ 170933 h 374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5252" h="374065">
                  <a:moveTo>
                    <a:pt x="0" y="250446"/>
                  </a:moveTo>
                  <a:cubicBezTo>
                    <a:pt x="81169" y="116267"/>
                    <a:pt x="162339" y="-17911"/>
                    <a:pt x="248478" y="1967"/>
                  </a:cubicBezTo>
                  <a:cubicBezTo>
                    <a:pt x="334617" y="21845"/>
                    <a:pt x="429039" y="341554"/>
                    <a:pt x="516835" y="369715"/>
                  </a:cubicBezTo>
                  <a:cubicBezTo>
                    <a:pt x="604631" y="397876"/>
                    <a:pt x="689941" y="284404"/>
                    <a:pt x="775252" y="170933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4EC6275-EFDB-13B9-590B-716F20C1AB2A}"/>
              </a:ext>
            </a:extLst>
          </p:cNvPr>
          <p:cNvSpPr/>
          <p:nvPr/>
        </p:nvSpPr>
        <p:spPr>
          <a:xfrm>
            <a:off x="5790661" y="5205714"/>
            <a:ext cx="1640281" cy="1263120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C982D7-D832-AD87-2110-E7A23D4B7A2B}"/>
              </a:ext>
            </a:extLst>
          </p:cNvPr>
          <p:cNvCxnSpPr>
            <a:cxnSpLocks/>
          </p:cNvCxnSpPr>
          <p:nvPr/>
        </p:nvCxnSpPr>
        <p:spPr>
          <a:xfrm flipH="1">
            <a:off x="6088835" y="5205714"/>
            <a:ext cx="725556" cy="126312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413386E-05B5-7CC2-4108-ED5166E01559}"/>
              </a:ext>
            </a:extLst>
          </p:cNvPr>
          <p:cNvCxnSpPr/>
          <p:nvPr/>
        </p:nvCxnSpPr>
        <p:spPr>
          <a:xfrm>
            <a:off x="5979505" y="5433330"/>
            <a:ext cx="437321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5A319E1-320F-9497-D4D4-3088D48126D3}"/>
              </a:ext>
            </a:extLst>
          </p:cNvPr>
          <p:cNvCxnSpPr>
            <a:cxnSpLocks/>
          </p:cNvCxnSpPr>
          <p:nvPr/>
        </p:nvCxnSpPr>
        <p:spPr>
          <a:xfrm>
            <a:off x="5999383" y="5534393"/>
            <a:ext cx="417443" cy="0"/>
          </a:xfrm>
          <a:prstGeom prst="line">
            <a:avLst/>
          </a:prstGeom>
          <a:ln w="28575">
            <a:solidFill>
              <a:schemeClr val="accent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EDFFAFC-4309-111A-646D-D43FF4890BCB}"/>
              </a:ext>
            </a:extLst>
          </p:cNvPr>
          <p:cNvGrpSpPr/>
          <p:nvPr/>
        </p:nvGrpSpPr>
        <p:grpSpPr>
          <a:xfrm>
            <a:off x="10338961" y="4466104"/>
            <a:ext cx="1000812" cy="793406"/>
            <a:chOff x="1949762" y="4252848"/>
            <a:chExt cx="793438" cy="629008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90779CB-7EFB-9EF5-6803-E5621E4D1339}"/>
                </a:ext>
              </a:extLst>
            </p:cNvPr>
            <p:cNvSpPr/>
            <p:nvPr/>
          </p:nvSpPr>
          <p:spPr>
            <a:xfrm>
              <a:off x="1949762" y="4392118"/>
              <a:ext cx="793438" cy="35692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6F36088D-2CFD-1348-D861-1545CD03CA01}"/>
                </a:ext>
              </a:extLst>
            </p:cNvPr>
            <p:cNvSpPr/>
            <p:nvPr/>
          </p:nvSpPr>
          <p:spPr>
            <a:xfrm>
              <a:off x="2025083" y="4252848"/>
              <a:ext cx="629008" cy="629008"/>
            </a:xfrm>
            <a:prstGeom prst="ellipse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G</a:t>
              </a:r>
            </a:p>
          </p:txBody>
        </p:sp>
      </p:grpSp>
      <p:pic>
        <p:nvPicPr>
          <p:cNvPr id="85" name="Picture 84">
            <a:extLst>
              <a:ext uri="{FF2B5EF4-FFF2-40B4-BE49-F238E27FC236}">
                <a16:creationId xmlns:a16="http://schemas.microsoft.com/office/drawing/2014/main" id="{E71413E8-EE8B-D3BA-6E2B-011747A10A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737" y="5734548"/>
            <a:ext cx="732211" cy="58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29986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_2024_10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rchitecture_analysis_2024_10.pptx" id="{C2A43B1A-DF5E-4FFC-B3F0-59493149955A}" vid="{4E0ECEAC-D69D-43EC-AD4D-6E61353CB2F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c51fc50-bbc0-4243-9b4c-77f59d9af27d">
      <Terms xmlns="http://schemas.microsoft.com/office/infopath/2007/PartnerControls"/>
    </lcf76f155ced4ddcb4097134ff3c332f>
    <TaxCatchAll xmlns="f47e8bdb-4cbb-48d5-962c-9097b1bbe70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7428FE17FFE945B6F93019AA81C665" ma:contentTypeVersion="14" ma:contentTypeDescription="Create a new document." ma:contentTypeScope="" ma:versionID="2a0246c6c3b0f8f1b9659f5ab98a8e32">
  <xsd:schema xmlns:xsd="http://www.w3.org/2001/XMLSchema" xmlns:xs="http://www.w3.org/2001/XMLSchema" xmlns:p="http://schemas.microsoft.com/office/2006/metadata/properties" xmlns:ns2="5c51fc50-bbc0-4243-9b4c-77f59d9af27d" xmlns:ns3="f47e8bdb-4cbb-48d5-962c-9097b1bbe70f" targetNamespace="http://schemas.microsoft.com/office/2006/metadata/properties" ma:root="true" ma:fieldsID="55717fd14860c42d45c8b5dab0ee6779" ns2:_="" ns3:_="">
    <xsd:import namespace="5c51fc50-bbc0-4243-9b4c-77f59d9af27d"/>
    <xsd:import namespace="f47e8bdb-4cbb-48d5-962c-9097b1bbe70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51fc50-bbc0-4243-9b4c-77f59d9af2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8468295-5a44-4576-b59a-3bcfb15574c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7e8bdb-4cbb-48d5-962c-9097b1bbe70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874eace-4bd2-4075-9161-107986d7104e}" ma:internalName="TaxCatchAll" ma:showField="CatchAllData" ma:web="f47e8bdb-4cbb-48d5-962c-9097b1bbe70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043477A-AF2C-4E03-8CF7-ED89F1E0DAE4}">
  <ds:schemaRefs>
    <ds:schemaRef ds:uri="f47e8bdb-4cbb-48d5-962c-9097b1bbe70f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www.w3.org/XML/1998/namespace"/>
    <ds:schemaRef ds:uri="http://schemas.openxmlformats.org/package/2006/metadata/core-properties"/>
    <ds:schemaRef ds:uri="5c51fc50-bbc0-4243-9b4c-77f59d9af27d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17235D67-E74A-430A-825B-09851244C4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51fc50-bbc0-4243-9b4c-77f59d9af27d"/>
    <ds:schemaRef ds:uri="f47e8bdb-4cbb-48d5-962c-9097b1bbe70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2F56A2-9A03-4AFF-85B9-2261CB6BE1C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Theme_2024_10</Template>
  <TotalTime>30835</TotalTime>
  <Words>892</Words>
  <Application>Microsoft Office PowerPoint</Application>
  <PresentationFormat>Widescreen</PresentationFormat>
  <Paragraphs>540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Aptos</vt:lpstr>
      <vt:lpstr>Aptos Display</vt:lpstr>
      <vt:lpstr>Arial</vt:lpstr>
      <vt:lpstr>Barlow Condensed Light</vt:lpstr>
      <vt:lpstr>Barlow Medium</vt:lpstr>
      <vt:lpstr>Cambria Math</vt:lpstr>
      <vt:lpstr>Source Sans 3</vt:lpstr>
      <vt:lpstr>Source Sans 3 Bold</vt:lpstr>
      <vt:lpstr>Source Sans 3 Light</vt:lpstr>
      <vt:lpstr>Source Sans 3 Medium</vt:lpstr>
      <vt:lpstr>Theme_2024_10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Hussam Alatrash</dc:creator>
  <cp:lastModifiedBy>Hussam Alatrash</cp:lastModifiedBy>
  <cp:revision>85</cp:revision>
  <dcterms:created xsi:type="dcterms:W3CDTF">2024-11-19T21:41:29Z</dcterms:created>
  <dcterms:modified xsi:type="dcterms:W3CDTF">2026-07-18T14:09:39Z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0x0101008C7428FE17FFE945B6F93019AA81C665</vt:lpwstr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